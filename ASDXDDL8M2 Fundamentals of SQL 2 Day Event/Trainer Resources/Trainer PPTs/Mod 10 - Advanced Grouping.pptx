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38" r:id="rId4"/>
    <p:sldMasterId id="2147484447" r:id="rId5"/>
  </p:sldMasterIdLst>
  <p:notesMasterIdLst>
    <p:notesMasterId r:id="rId13"/>
  </p:notesMasterIdLst>
  <p:handoutMasterIdLst>
    <p:handoutMasterId r:id="rId14"/>
  </p:handoutMasterIdLst>
  <p:sldIdLst>
    <p:sldId id="256" r:id="rId6"/>
    <p:sldId id="275" r:id="rId7"/>
    <p:sldId id="280" r:id="rId8"/>
    <p:sldId id="281" r:id="rId9"/>
    <p:sldId id="282" r:id="rId10"/>
    <p:sldId id="283" r:id="rId11"/>
    <p:sldId id="290" r:id="rId12"/>
  </p:sldIdLst>
  <p:sldSz cx="12192000" cy="6858000"/>
  <p:notesSz cx="6645275" cy="9775825"/>
  <p:custDataLst>
    <p:tags r:id="rId15"/>
  </p:custDataLst>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11"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 id="3" name="Grant" initials="G" lastIdx="1" clrIdx="2">
    <p:extLst>
      <p:ext uri="{19B8F6BF-5375-455C-9EA6-DF929625EA0E}">
        <p15:presenceInfo xmlns:p15="http://schemas.microsoft.com/office/powerpoint/2012/main" userId="Grant" providerId="None"/>
      </p:ext>
    </p:extLst>
  </p:cmAuthor>
  <p:cmAuthor id="4" name="Foppa, Pedro" initials="FP" lastIdx="1" clrIdx="3">
    <p:extLst>
      <p:ext uri="{19B8F6BF-5375-455C-9EA6-DF929625EA0E}">
        <p15:presenceInfo xmlns:p15="http://schemas.microsoft.com/office/powerpoint/2012/main" userId="S::pfoppa@qa.com::78b15ebb-14ab-45f0-97b3-f50a9b67ce6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EF9"/>
    <a:srgbClr val="03EAB3"/>
    <a:srgbClr val="00D2FE"/>
    <a:srgbClr val="28CEF6"/>
    <a:srgbClr val="FFD217"/>
    <a:srgbClr val="FF6124"/>
    <a:srgbClr val="EECF40"/>
    <a:srgbClr val="A5FFFF"/>
    <a:srgbClr val="00EDB5"/>
    <a:srgbClr val="0FEE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49EB4F-5DC4-C647-AE91-19F65696B4D9}" v="56" dt="2021-06-22T09:25:13.8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13"/>
    <p:restoredTop sz="95678" autoAdjust="0"/>
  </p:normalViewPr>
  <p:slideViewPr>
    <p:cSldViewPr snapToGrid="0">
      <p:cViewPr varScale="1">
        <p:scale>
          <a:sx n="99" d="100"/>
          <a:sy n="99" d="100"/>
        </p:scale>
        <p:origin x="876" y="306"/>
      </p:cViewPr>
      <p:guideLst>
        <p:guide pos="3840"/>
        <p:guide orient="horz" pos="3771"/>
      </p:guideLst>
    </p:cSldViewPr>
  </p:slideViewPr>
  <p:notesTextViewPr>
    <p:cViewPr>
      <p:scale>
        <a:sx n="100" d="100"/>
        <a:sy n="100" d="100"/>
      </p:scale>
      <p:origin x="0" y="0"/>
    </p:cViewPr>
  </p:notesTextViewPr>
  <p:notesViewPr>
    <p:cSldViewPr snapToGrid="0">
      <p:cViewPr varScale="1">
        <p:scale>
          <a:sx n="79" d="100"/>
          <a:sy n="79" d="100"/>
        </p:scale>
        <p:origin x="3996"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tags" Target="tags/tag1.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24/01/2025</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vl1pPr>
          </a:lstStyle>
          <a:p>
            <a:fld id="{1D6B66C6-1E92-0F4E-A300-9D4ED1F0C23F}" type="datetimeFigureOut">
              <a:rPr lang="en-GB" smtClean="0"/>
              <a:t>24/01/2025</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a:p>
        </p:txBody>
      </p:sp>
      <p:sp>
        <p:nvSpPr>
          <p:cNvPr id="6" name="Slide Image Placeholder 5">
            <a:extLst>
              <a:ext uri="{FF2B5EF4-FFF2-40B4-BE49-F238E27FC236}">
                <a16:creationId xmlns:a16="http://schemas.microsoft.com/office/drawing/2014/main" id="{771729E0-5A12-4A08-892E-C33DD0509930}"/>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EF45FEC3-28AA-399D-4F60-F4D81DF8160E}"/>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363896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
        <p:nvSpPr>
          <p:cNvPr id="6" name="Slide Image Placeholder 5">
            <a:extLst>
              <a:ext uri="{FF2B5EF4-FFF2-40B4-BE49-F238E27FC236}">
                <a16:creationId xmlns:a16="http://schemas.microsoft.com/office/drawing/2014/main" id="{146C73AA-E8D6-A5D2-C1AB-7B14D2D9C13F}"/>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B0148F31-D26B-8317-43BE-93957848E400}"/>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785174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Rollup</a:t>
            </a:r>
          </a:p>
          <a:p>
            <a:endParaRPr lang="en-GB" dirty="0"/>
          </a:p>
          <a:p>
            <a:r>
              <a:rPr lang="en-GB" dirty="0"/>
              <a:t>Rollup adds additional rows for the groups listed in the GROUP BY clause</a:t>
            </a:r>
          </a:p>
          <a:p>
            <a:r>
              <a:rPr lang="en-GB" dirty="0"/>
              <a:t>Working from right to left in the GROUP BY would summarise the remaining group by columns regardless of the value in the current column</a:t>
            </a:r>
          </a:p>
          <a:p>
            <a:r>
              <a:rPr lang="en-GB" dirty="0"/>
              <a:t>The summary rows are shown as NULL for the ignored columns</a:t>
            </a:r>
          </a:p>
          <a:p>
            <a:r>
              <a:rPr lang="en-GB" dirty="0"/>
              <a:t>This process is normally handled by the client tool rather than using ROLLUP</a:t>
            </a:r>
          </a:p>
          <a:p>
            <a:endParaRPr lang="en-GB" dirty="0"/>
          </a:p>
          <a:p>
            <a:r>
              <a:rPr lang="en-GB" dirty="0"/>
              <a:t>used for summing up</a:t>
            </a:r>
          </a:p>
          <a:p>
            <a:endParaRPr lang="en-US"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
        <p:nvSpPr>
          <p:cNvPr id="7" name="Slide Image Placeholder 6">
            <a:extLst>
              <a:ext uri="{FF2B5EF4-FFF2-40B4-BE49-F238E27FC236}">
                <a16:creationId xmlns:a16="http://schemas.microsoft.com/office/drawing/2014/main" id="{EB50440F-3F50-706B-A12E-58BE928B0EA8}"/>
              </a:ext>
            </a:extLst>
          </p:cNvPr>
          <p:cNvSpPr>
            <a:spLocks noGrp="1" noRot="1" noChangeAspect="1"/>
          </p:cNvSpPr>
          <p:nvPr>
            <p:ph type="sldImg"/>
          </p:nvPr>
        </p:nvSpPr>
        <p:spPr/>
      </p:sp>
    </p:spTree>
    <p:extLst>
      <p:ext uri="{BB962C8B-B14F-4D97-AF65-F5344CB8AC3E}">
        <p14:creationId xmlns:p14="http://schemas.microsoft.com/office/powerpoint/2010/main" val="34579928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In the example a table called </a:t>
            </a:r>
            <a:r>
              <a:rPr lang="en-GB" dirty="0" err="1"/>
              <a:t>SalesSource</a:t>
            </a:r>
            <a:r>
              <a:rPr lang="en-GB" dirty="0"/>
              <a:t> is queried, returning columns for the category name, quarter, and the sum of the sales amount.  In the GROUP BY clause the words WITH ROLLUP are used, resulting in additional rows in the result set.  </a:t>
            </a:r>
            <a:r>
              <a:rPr lang="en-GB" b="1" dirty="0"/>
              <a:t>The row with NULL values in the Category and Quarter columns represents a grand total</a:t>
            </a:r>
            <a:r>
              <a:rPr lang="en-GB" dirty="0"/>
              <a:t>.  The rows containing category names and NULL values for the quarter are totals for each category.  Note that if the GROUP BY clause had been written as “GROUP BY Quarter, Category” the results would have still shown a grand total, but a total for each quarter instead of each category.</a:t>
            </a:r>
          </a:p>
          <a:p>
            <a:endParaRPr lang="en-US"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
        <p:nvSpPr>
          <p:cNvPr id="7" name="Slide Image Placeholder 6">
            <a:extLst>
              <a:ext uri="{FF2B5EF4-FFF2-40B4-BE49-F238E27FC236}">
                <a16:creationId xmlns:a16="http://schemas.microsoft.com/office/drawing/2014/main" id="{0A0B8EBF-0000-FD08-72F9-08672BD566A0}"/>
              </a:ext>
            </a:extLst>
          </p:cNvPr>
          <p:cNvSpPr>
            <a:spLocks noGrp="1" noRot="1" noChangeAspect="1"/>
          </p:cNvSpPr>
          <p:nvPr>
            <p:ph type="sldImg"/>
          </p:nvPr>
        </p:nvSpPr>
        <p:spPr/>
      </p:sp>
    </p:spTree>
    <p:extLst>
      <p:ext uri="{BB962C8B-B14F-4D97-AF65-F5344CB8AC3E}">
        <p14:creationId xmlns:p14="http://schemas.microsoft.com/office/powerpoint/2010/main" val="3933240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Cube</a:t>
            </a:r>
          </a:p>
          <a:p>
            <a:endParaRPr lang="en-GB" dirty="0"/>
          </a:p>
          <a:p>
            <a:r>
              <a:rPr lang="en-GB" dirty="0"/>
              <a:t>Cube adds additional rows for the groups listed in the GROUP BY clause</a:t>
            </a:r>
          </a:p>
          <a:p>
            <a:r>
              <a:rPr lang="en-GB" dirty="0"/>
              <a:t>Working with all combinations of zero or more, columns in the GROUP BY would summarise the select columns regardless of the remaining column in the GROUP BY</a:t>
            </a:r>
          </a:p>
          <a:p>
            <a:r>
              <a:rPr lang="en-GB" dirty="0"/>
              <a:t>The summary rows are shown as NULL for the ignored columns</a:t>
            </a:r>
          </a:p>
          <a:p>
            <a:r>
              <a:rPr lang="en-GB" dirty="0"/>
              <a:t>This process is normally handled by the client tool rather than using CUBE, such as a matrix in SQL Server Reporting Services (SSRS) or Power BI.</a:t>
            </a:r>
          </a:p>
          <a:p>
            <a:endParaRPr lang="en-US"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
        <p:nvSpPr>
          <p:cNvPr id="7" name="Slide Image Placeholder 6">
            <a:extLst>
              <a:ext uri="{FF2B5EF4-FFF2-40B4-BE49-F238E27FC236}">
                <a16:creationId xmlns:a16="http://schemas.microsoft.com/office/drawing/2014/main" id="{B4B87789-60BC-DAA5-D8FE-2C6A6620565D}"/>
              </a:ext>
            </a:extLst>
          </p:cNvPr>
          <p:cNvSpPr>
            <a:spLocks noGrp="1" noRot="1" noChangeAspect="1"/>
          </p:cNvSpPr>
          <p:nvPr>
            <p:ph type="sldImg"/>
          </p:nvPr>
        </p:nvSpPr>
        <p:spPr/>
      </p:sp>
    </p:spTree>
    <p:extLst>
      <p:ext uri="{BB962C8B-B14F-4D97-AF65-F5344CB8AC3E}">
        <p14:creationId xmlns:p14="http://schemas.microsoft.com/office/powerpoint/2010/main" val="1560649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The example shows a query based on the </a:t>
            </a:r>
            <a:r>
              <a:rPr lang="en-GB" dirty="0" err="1"/>
              <a:t>SalesSource</a:t>
            </a:r>
            <a:r>
              <a:rPr lang="en-GB" dirty="0"/>
              <a:t> table – on the left - selecting the category name, quarter, and the sum of the sales amount, grouped by category and quarter.  The WITH CUBE clause returns additional rows in the result set.  The row with NULL values in the Category and Quarter columns represents a grand total.  The rows with category names and NULL values in the Quarter column represent totals for each category.  The rows with NULL values in the Category column and quarter names represent totals for each quarter.</a:t>
            </a:r>
          </a:p>
          <a:p>
            <a:endParaRPr lang="en-US"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
        <p:nvSpPr>
          <p:cNvPr id="7" name="Slide Image Placeholder 6">
            <a:extLst>
              <a:ext uri="{FF2B5EF4-FFF2-40B4-BE49-F238E27FC236}">
                <a16:creationId xmlns:a16="http://schemas.microsoft.com/office/drawing/2014/main" id="{C0D333F3-EF77-CD6D-9A3C-1C33B495636C}"/>
              </a:ext>
            </a:extLst>
          </p:cNvPr>
          <p:cNvSpPr>
            <a:spLocks noGrp="1" noRot="1" noChangeAspect="1"/>
          </p:cNvSpPr>
          <p:nvPr>
            <p:ph type="sldImg"/>
          </p:nvPr>
        </p:nvSpPr>
        <p:spPr/>
      </p:sp>
    </p:spTree>
    <p:extLst>
      <p:ext uri="{BB962C8B-B14F-4D97-AF65-F5344CB8AC3E}">
        <p14:creationId xmlns:p14="http://schemas.microsoft.com/office/powerpoint/2010/main" val="3342979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D25022-EF78-984A-B17F-A6B1E935C4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3CF241-22D8-41AB-2FBF-BFA2476CA8D0}"/>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726277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15.sv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21.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1.sv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Master" Target="../slideMasters/slideMaster2.xml"/><Relationship Id="rId5" Type="http://schemas.openxmlformats.org/officeDocument/2006/relationships/image" Target="../media/image25.svg"/><Relationship Id="rId4" Type="http://schemas.openxmlformats.org/officeDocument/2006/relationships/image" Target="../media/image24.png"/></Relationships>
</file>

<file path=ppt/slideLayouts/_rels/slideLayout8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Master" Target="../slideMasters/slideMaster2.xml"/><Relationship Id="rId5" Type="http://schemas.openxmlformats.org/officeDocument/2006/relationships/image" Target="../media/image25.svg"/><Relationship Id="rId4" Type="http://schemas.openxmlformats.org/officeDocument/2006/relationships/image" Target="../media/image24.png"/></Relationships>
</file>

<file path=ppt/slideLayouts/_rels/slideLayout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Master" Target="../slideMasters/slideMaster2.xml"/><Relationship Id="rId5" Type="http://schemas.openxmlformats.org/officeDocument/2006/relationships/image" Target="../media/image25.svg"/><Relationship Id="rId4" Type="http://schemas.openxmlformats.org/officeDocument/2006/relationships/image" Target="../media/image24.png"/></Relationships>
</file>

<file path=ppt/slideLayouts/_rels/slideLayout8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Master" Target="../slideMasters/slideMaster2.xml"/><Relationship Id="rId5" Type="http://schemas.openxmlformats.org/officeDocument/2006/relationships/image" Target="../media/image25.svg"/><Relationship Id="rId4" Type="http://schemas.openxmlformats.org/officeDocument/2006/relationships/image" Target="../media/image24.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4.png"/><Relationship Id="rId1" Type="http://schemas.openxmlformats.org/officeDocument/2006/relationships/slideMaster" Target="../slideMasters/slideMaster2.xml"/><Relationship Id="rId5" Type="http://schemas.openxmlformats.org/officeDocument/2006/relationships/image" Target="../media/image26.svg"/><Relationship Id="rId4" Type="http://schemas.openxmlformats.org/officeDocument/2006/relationships/image" Target="../media/image24.pn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14.png"/><Relationship Id="rId1" Type="http://schemas.openxmlformats.org/officeDocument/2006/relationships/slideMaster" Target="../slideMasters/slideMaster2.xml"/><Relationship Id="rId5" Type="http://schemas.openxmlformats.org/officeDocument/2006/relationships/image" Target="../media/image28.svg"/><Relationship Id="rId4" Type="http://schemas.openxmlformats.org/officeDocument/2006/relationships/image" Target="../media/image24.pn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25.svg"/><Relationship Id="rId4" Type="http://schemas.openxmlformats.org/officeDocument/2006/relationships/image" Target="../media/image24.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2.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3.jpeg"/><Relationship Id="rId1" Type="http://schemas.openxmlformats.org/officeDocument/2006/relationships/slideMaster" Target="../slideMasters/slideMaster2.xml"/><Relationship Id="rId4" Type="http://schemas.openxmlformats.org/officeDocument/2006/relationships/image" Target="../media/image3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529662652"/>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5" name="Text Placeholder 2">
            <a:extLst>
              <a:ext uri="{FF2B5EF4-FFF2-40B4-BE49-F238E27FC236}">
                <a16:creationId xmlns:a16="http://schemas.microsoft.com/office/drawing/2014/main" id="{503A14FE-D075-C54D-A7E3-E22DBF933384}"/>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759301388"/>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167298" y="2921079"/>
            <a:ext cx="2124159" cy="2749952"/>
          </a:xfrm>
        </p:spPr>
        <p:txBody>
          <a:bodyPr/>
          <a:lstStyle>
            <a:lvl1pPr marL="0" indent="0">
              <a:lnSpc>
                <a:spcPct val="100000"/>
              </a:lnSpc>
              <a:buFont typeface="Arial" panose="020B0604020202020204" pitchFamily="34" charset="0"/>
              <a:buNone/>
              <a:defRPr sz="1800" b="0"/>
            </a:lvl1pPr>
            <a:lvl2pPr marL="0" indent="0">
              <a:buFont typeface="Arial" panose="020B0604020202020204" pitchFamily="34" charset="0"/>
              <a:buNone/>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4" name="Text Placeholder 4"/>
          <p:cNvSpPr>
            <a:spLocks noGrp="1"/>
          </p:cNvSpPr>
          <p:nvPr>
            <p:ph type="body" sz="quarter" idx="16" hasCustomPrompt="1"/>
          </p:nvPr>
        </p:nvSpPr>
        <p:spPr>
          <a:xfrm>
            <a:off x="3747517" y="2921079"/>
            <a:ext cx="2068065"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6" name="Text Placeholder 4"/>
          <p:cNvSpPr>
            <a:spLocks noGrp="1"/>
          </p:cNvSpPr>
          <p:nvPr>
            <p:ph type="body" sz="quarter" idx="17" hasCustomPrompt="1"/>
          </p:nvPr>
        </p:nvSpPr>
        <p:spPr>
          <a:xfrm>
            <a:off x="6257866" y="2921079"/>
            <a:ext cx="2130523"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7" name="Picture Placeholder 21"/>
          <p:cNvSpPr>
            <a:spLocks noGrp="1"/>
          </p:cNvSpPr>
          <p:nvPr>
            <p:ph type="pic" sz="quarter" idx="18" hasCustomPrompt="1"/>
          </p:nvPr>
        </p:nvSpPr>
        <p:spPr>
          <a:xfrm>
            <a:off x="1167299" y="1240564"/>
            <a:ext cx="1437932" cy="1437931"/>
          </a:xfrm>
        </p:spPr>
        <p:txBody>
          <a:bodyPr/>
          <a:lstStyle>
            <a:lvl1pPr marL="0" indent="0">
              <a:buNone/>
              <a:defRPr/>
            </a:lvl1pPr>
          </a:lstStyle>
          <a:p>
            <a:r>
              <a:rPr lang="en-GB"/>
              <a:t>icon</a:t>
            </a:r>
          </a:p>
        </p:txBody>
      </p:sp>
      <p:sp>
        <p:nvSpPr>
          <p:cNvPr id="8" name="Picture Placeholder 21"/>
          <p:cNvSpPr>
            <a:spLocks noGrp="1"/>
          </p:cNvSpPr>
          <p:nvPr>
            <p:ph type="pic" sz="quarter" idx="19" hasCustomPrompt="1"/>
          </p:nvPr>
        </p:nvSpPr>
        <p:spPr>
          <a:xfrm>
            <a:off x="3747517" y="1233488"/>
            <a:ext cx="1437932" cy="1437931"/>
          </a:xfrm>
        </p:spPr>
        <p:txBody>
          <a:bodyPr/>
          <a:lstStyle>
            <a:lvl1pPr marL="0" indent="0">
              <a:buNone/>
              <a:defRPr/>
            </a:lvl1pPr>
          </a:lstStyle>
          <a:p>
            <a:r>
              <a:rPr lang="en-GB"/>
              <a:t>icon</a:t>
            </a:r>
          </a:p>
        </p:txBody>
      </p:sp>
      <p:sp>
        <p:nvSpPr>
          <p:cNvPr id="9" name="Picture Placeholder 21"/>
          <p:cNvSpPr>
            <a:spLocks noGrp="1"/>
          </p:cNvSpPr>
          <p:nvPr>
            <p:ph type="pic" sz="quarter" idx="20" hasCustomPrompt="1"/>
          </p:nvPr>
        </p:nvSpPr>
        <p:spPr>
          <a:xfrm>
            <a:off x="6257867" y="1240564"/>
            <a:ext cx="1437932" cy="1437931"/>
          </a:xfrm>
        </p:spPr>
        <p:txBody>
          <a:bodyPr/>
          <a:lstStyle>
            <a:lvl1pPr marL="0" indent="0">
              <a:buNone/>
              <a:defRPr/>
            </a:lvl1pPr>
          </a:lstStyle>
          <a:p>
            <a:r>
              <a:rPr lang="en-GB"/>
              <a:t>icon</a:t>
            </a:r>
          </a:p>
        </p:txBody>
      </p:sp>
      <p:sp>
        <p:nvSpPr>
          <p:cNvPr id="10" name="Text Placeholder 4"/>
          <p:cNvSpPr>
            <a:spLocks noGrp="1"/>
          </p:cNvSpPr>
          <p:nvPr>
            <p:ph type="body" sz="quarter" idx="21" hasCustomPrompt="1"/>
          </p:nvPr>
        </p:nvSpPr>
        <p:spPr>
          <a:xfrm>
            <a:off x="8744941" y="2936069"/>
            <a:ext cx="2183449"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11" name="Picture Placeholder 21"/>
          <p:cNvSpPr>
            <a:spLocks noGrp="1"/>
          </p:cNvSpPr>
          <p:nvPr>
            <p:ph type="pic" sz="quarter" idx="22" hasCustomPrompt="1"/>
          </p:nvPr>
        </p:nvSpPr>
        <p:spPr>
          <a:xfrm>
            <a:off x="8744942" y="1255555"/>
            <a:ext cx="1437932" cy="1437931"/>
          </a:xfrm>
        </p:spPr>
        <p:txBody>
          <a:bodyPr/>
          <a:lstStyle>
            <a:lvl1pPr marL="0" indent="0">
              <a:buNone/>
              <a:defRPr/>
            </a:lvl1pPr>
          </a:lstStyle>
          <a:p>
            <a:r>
              <a:rPr lang="en-GB"/>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2">
            <a:extLst>
              <a:ext uri="{FF2B5EF4-FFF2-40B4-BE49-F238E27FC236}">
                <a16:creationId xmlns:a16="http://schemas.microsoft.com/office/drawing/2014/main" id="{92C408C0-1A1B-4D4D-B79A-2D37D6F3CB19}"/>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29773864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167876"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613794"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Text Placeholder 7"/>
          <p:cNvSpPr>
            <a:spLocks noGrp="1"/>
          </p:cNvSpPr>
          <p:nvPr>
            <p:ph type="body" sz="quarter" idx="14" hasCustomPrompt="1"/>
          </p:nvPr>
        </p:nvSpPr>
        <p:spPr>
          <a:xfrm>
            <a:off x="6059713" y="1246664"/>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Text Placeholder 7"/>
          <p:cNvSpPr>
            <a:spLocks noGrp="1"/>
          </p:cNvSpPr>
          <p:nvPr>
            <p:ph type="body" sz="quarter" idx="15" hasCustomPrompt="1"/>
          </p:nvPr>
        </p:nvSpPr>
        <p:spPr>
          <a:xfrm>
            <a:off x="8505633" y="1246663"/>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DC41670F-D9DB-3140-AAEA-4430FBF2D30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42437395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6186490" y="1246663"/>
            <a:ext cx="5612791"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82589" y="1246661"/>
            <a:ext cx="5621337"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E1C86EE-79CD-A844-BC58-36532ABD5C56}"/>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6674877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and Tex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91181" y="1240839"/>
            <a:ext cx="5612745" cy="5237749"/>
          </a:xfrm>
          <a:prstGeom prst="rect">
            <a:avLst/>
          </a:prstGeom>
        </p:spPr>
        <p:txBody>
          <a:bodyPr/>
          <a:lstStyle>
            <a:lvl1pPr marL="0" indent="0">
              <a:buNone/>
              <a:defRPr/>
            </a:lvl1pPr>
          </a:lstStyle>
          <a:p>
            <a:r>
              <a:rPr lang="en-US"/>
              <a:t>Click icon to add picture</a:t>
            </a:r>
          </a:p>
        </p:txBody>
      </p:sp>
      <p:sp>
        <p:nvSpPr>
          <p:cNvPr id="10" name="Text Placeholder 7"/>
          <p:cNvSpPr>
            <a:spLocks noGrp="1"/>
          </p:cNvSpPr>
          <p:nvPr>
            <p:ph type="body" sz="quarter" idx="11" hasCustomPrompt="1"/>
          </p:nvPr>
        </p:nvSpPr>
        <p:spPr>
          <a:xfrm>
            <a:off x="6186489" y="1239313"/>
            <a:ext cx="5621337" cy="5239275"/>
          </a:xfrm>
        </p:spPr>
        <p:txBody>
          <a:bodyPr/>
          <a:lstStyle>
            <a:lvl1pPr marL="0" indent="0">
              <a:lnSpc>
                <a:spcPct val="100000"/>
              </a:lnSpc>
              <a:buFont typeface="Arial" panose="020B0604020202020204" pitchFamily="34" charset="0"/>
              <a:buNone/>
              <a:defRPr sz="1800" b="0"/>
            </a:lvl1pPr>
            <a:lvl2pPr marL="171446" marR="0" indent="-171446" algn="l" defTabSz="914377" rtl="0" eaLnBrk="1" fontAlgn="auto" latinLnBrk="0" hangingPunct="1">
              <a:lnSpc>
                <a:spcPct val="100000"/>
              </a:lnSpc>
              <a:spcBef>
                <a:spcPts val="0"/>
              </a:spcBef>
              <a:spcAft>
                <a:spcPts val="651"/>
              </a:spcAft>
              <a:buClrTx/>
              <a:buSzPct val="125000"/>
              <a:buFont typeface="Arial" panose="020B0604020202020204" pitchFamily="34" charset="0"/>
              <a:buChar char="•"/>
              <a:tabLst/>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BC6158FE-928A-7845-B66A-66F0FE0F7F9C}"/>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3864364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82062" y="1239312"/>
            <a:ext cx="5621863" cy="5239275"/>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199185" y="1246663"/>
            <a:ext cx="5608641" cy="5231924"/>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3FBF726-3A82-7143-ACCB-5046CC509D9D}"/>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86077348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376238" y="3968576"/>
            <a:ext cx="5627687" cy="2520000"/>
          </a:xfrm>
        </p:spPr>
        <p:txBody>
          <a:bodyPr/>
          <a:lstStyle>
            <a:lvl1pPr marL="0" indent="0">
              <a:lnSpc>
                <a:spcPct val="100000"/>
              </a:lnSpc>
              <a:buFont typeface="Arial" panose="020B0604020202020204" pitchFamily="34" charset="0"/>
              <a:buNone/>
              <a:defRPr sz="1800" b="0"/>
            </a:lvl1pPr>
            <a:lvl2pPr marL="171446" indent="-171446">
              <a:buFont typeface="Arial" panose="020B0604020202020204" pitchFamily="34" charset="0"/>
              <a:buChar char="•"/>
              <a:defRPr sz="1800"/>
            </a:lvl2pPr>
            <a:lvl3pPr marL="0" indent="0">
              <a:buNone/>
              <a:defRPr sz="1800"/>
            </a:lvl3pPr>
            <a:lvl4pPr>
              <a:defRPr sz="1800"/>
            </a:lvl4pPr>
            <a:lvl5pPr>
              <a:defRPr sz="1800"/>
            </a:lvl5pPr>
          </a:lstStyle>
          <a:p>
            <a:pPr lvl="0"/>
            <a:r>
              <a:rPr lang="en-US"/>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76249" y="1233490"/>
            <a:ext cx="5627676" cy="2576511"/>
          </a:xfrm>
          <a:prstGeom prst="rect">
            <a:avLst/>
          </a:prstGeom>
        </p:spPr>
        <p:txBody>
          <a:bodyPr/>
          <a:lstStyle>
            <a:lvl1pPr marL="0" indent="0">
              <a:buNone/>
              <a:defRPr baseline="0"/>
            </a:lvl1pPr>
          </a:lstStyle>
          <a:p>
            <a:r>
              <a:rPr lang="en-US"/>
              <a:t>Click icon to add picture</a:t>
            </a:r>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6180195" y="1233489"/>
            <a:ext cx="5627631" cy="2576511"/>
          </a:xfrm>
          <a:prstGeom prst="rect">
            <a:avLst/>
          </a:prstGeom>
        </p:spPr>
        <p:txBody>
          <a:bodyPr/>
          <a:lstStyle>
            <a:lvl1pPr marL="0" indent="0">
              <a:buNone/>
              <a:defRPr baseline="0"/>
            </a:lvl1pPr>
          </a:lstStyle>
          <a:p>
            <a:r>
              <a:rPr lang="en-US"/>
              <a:t>Click icon to add picture</a:t>
            </a:r>
          </a:p>
        </p:txBody>
      </p:sp>
      <p:sp>
        <p:nvSpPr>
          <p:cNvPr id="8" name="Text Placeholder 7"/>
          <p:cNvSpPr>
            <a:spLocks noGrp="1"/>
          </p:cNvSpPr>
          <p:nvPr>
            <p:ph type="body" sz="quarter" idx="11" hasCustomPrompt="1"/>
          </p:nvPr>
        </p:nvSpPr>
        <p:spPr>
          <a:xfrm>
            <a:off x="6180195" y="3968576"/>
            <a:ext cx="5627631" cy="2520000"/>
          </a:xfrm>
        </p:spPr>
        <p:txBody>
          <a:bodyPr/>
          <a:lstStyle>
            <a:lvl1pPr marL="0" indent="0">
              <a:lnSpc>
                <a:spcPct val="100000"/>
              </a:lnSpc>
              <a:buFont typeface="Arial" panose="020B0604020202020204" pitchFamily="34" charset="0"/>
              <a:buNone/>
              <a:defRPr b="0"/>
            </a:lvl1pPr>
            <a:lvl2pPr marL="171446" indent="-171446">
              <a:buFont typeface="Arial" panose="020B0604020202020204" pitchFamily="34" charset="0"/>
              <a:buChar char="•"/>
              <a:defRPr/>
            </a:lvl2pPr>
          </a:lstStyle>
          <a:p>
            <a:pPr lvl="0"/>
            <a:r>
              <a:rPr lang="en-US"/>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0270B6DD-EFD0-B148-AC2D-17D9B4352A1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3428348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406779689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713633685"/>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293767897"/>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527802455"/>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992959833"/>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Header - Red">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9" y="493"/>
            <a:ext cx="12192649" cy="6857507"/>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1952" y="377825"/>
            <a:ext cx="2133602" cy="1365505"/>
          </a:xfrm>
          <a:prstGeom prst="rect">
            <a:avLst/>
          </a:prstGeom>
        </p:spPr>
      </p:pic>
      <p:sp>
        <p:nvSpPr>
          <p:cNvPr id="10" name="Title 1">
            <a:extLst>
              <a:ext uri="{FF2B5EF4-FFF2-40B4-BE49-F238E27FC236}">
                <a16:creationId xmlns:a16="http://schemas.microsoft.com/office/drawing/2014/main" id="{2B541408-9F20-4E79-B69D-8A8151C2DD05}"/>
              </a:ext>
            </a:extLst>
          </p:cNvPr>
          <p:cNvSpPr>
            <a:spLocks noGrp="1"/>
          </p:cNvSpPr>
          <p:nvPr>
            <p:ph type="ctrTitle"/>
          </p:nvPr>
        </p:nvSpPr>
        <p:spPr>
          <a:xfrm>
            <a:off x="548369" y="2265730"/>
            <a:ext cx="5627171" cy="2211677"/>
          </a:xfrm>
        </p:spPr>
        <p:txBody>
          <a:bodyPr anchor="t" anchorCtr="0">
            <a:noAutofit/>
          </a:bodyPr>
          <a:lstStyle>
            <a:lvl1pPr algn="l">
              <a:lnSpc>
                <a:spcPct val="80000"/>
              </a:lnSpc>
              <a:defRPr sz="5600" cap="all" baseline="0">
                <a:solidFill>
                  <a:schemeClr val="bg1"/>
                </a:solidFill>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687693120"/>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Content - 1ARROW">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r="9709"/>
          <a:stretch/>
        </p:blipFill>
        <p:spPr>
          <a:xfrm>
            <a:off x="6590289" y="11113"/>
            <a:ext cx="5601711" cy="6860864"/>
          </a:xfrm>
          <a:prstGeom prst="rect">
            <a:avLst/>
          </a:prstGeom>
        </p:spPr>
      </p:pic>
      <p:sp>
        <p:nvSpPr>
          <p:cNvPr id="5" name="Text Placeholder 2"/>
          <p:cNvSpPr>
            <a:spLocks noGrp="1"/>
          </p:cNvSpPr>
          <p:nvPr>
            <p:ph type="body" sz="quarter" idx="12" hasCustomPrompt="1"/>
          </p:nvPr>
        </p:nvSpPr>
        <p:spPr>
          <a:xfrm>
            <a:off x="1357921" y="1240172"/>
            <a:ext cx="9483118" cy="520262"/>
          </a:xfrm>
        </p:spPr>
        <p:txBody>
          <a:bodyPr/>
          <a:lstStyle>
            <a:lvl1pPr marL="0" indent="0">
              <a:lnSpc>
                <a:spcPct val="90000"/>
              </a:lnSpc>
              <a:spcAft>
                <a:spcPts val="0"/>
              </a:spcAft>
              <a:buFont typeface="Arial" panose="020B0604020202020204" pitchFamily="34" charset="0"/>
              <a:buNone/>
              <a:defRPr sz="40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Page title to sit here</a:t>
            </a:r>
          </a:p>
        </p:txBody>
      </p:sp>
      <p:sp>
        <p:nvSpPr>
          <p:cNvPr id="6" name="Text Placeholder 7"/>
          <p:cNvSpPr>
            <a:spLocks noGrp="1"/>
          </p:cNvSpPr>
          <p:nvPr>
            <p:ph type="body" sz="quarter" idx="11"/>
          </p:nvPr>
        </p:nvSpPr>
        <p:spPr>
          <a:xfrm>
            <a:off x="1357921" y="2102264"/>
            <a:ext cx="9483117" cy="4376323"/>
          </a:xfr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9" name="Slide Number Placeholder 5">
            <a:extLst>
              <a:ext uri="{FF2B5EF4-FFF2-40B4-BE49-F238E27FC236}">
                <a16:creationId xmlns:a16="http://schemas.microsoft.com/office/drawing/2014/main" id="{8A975D01-89DD-456F-80CA-73FF7FB9E1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963914212"/>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01 Section Divider">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1" name="Title 1">
            <a:extLst>
              <a:ext uri="{FF2B5EF4-FFF2-40B4-BE49-F238E27FC236}">
                <a16:creationId xmlns:a16="http://schemas.microsoft.com/office/drawing/2014/main" id="{EBBB6D40-B4C9-8B4A-B2A6-126F64906376}"/>
              </a:ext>
            </a:extLst>
          </p:cNvPr>
          <p:cNvSpPr>
            <a:spLocks noGrp="1"/>
          </p:cNvSpPr>
          <p:nvPr>
            <p:ph type="ctrTitle"/>
          </p:nvPr>
        </p:nvSpPr>
        <p:spPr>
          <a:xfrm>
            <a:off x="384784" y="3089654"/>
            <a:ext cx="707527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1869177906"/>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4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59613" y="1556247"/>
            <a:ext cx="6814270" cy="2277604"/>
          </a:xfrm>
        </p:spPr>
        <p:txBody>
          <a:bodyPr anchor="b" anchorCtr="0">
            <a:noAutofit/>
          </a:bodyPr>
          <a:lstStyle>
            <a:lvl1pPr algn="l">
              <a:lnSpc>
                <a:spcPct val="90000"/>
              </a:lnSpc>
              <a:defRPr sz="54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7" name="Graphic 31">
            <a:extLst>
              <a:ext uri="{FF2B5EF4-FFF2-40B4-BE49-F238E27FC236}">
                <a16:creationId xmlns:a16="http://schemas.microsoft.com/office/drawing/2014/main" id="{5548F746-665E-408B-B0D4-EA7E82C51CF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1054688061"/>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02 Section Divider">
    <p:bg>
      <p:bgPr>
        <a:solidFill>
          <a:schemeClr val="accent6"/>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3" name="Title 1">
            <a:extLst>
              <a:ext uri="{FF2B5EF4-FFF2-40B4-BE49-F238E27FC236}">
                <a16:creationId xmlns:a16="http://schemas.microsoft.com/office/drawing/2014/main" id="{EBBB6D40-B4C9-8B4A-B2A6-126F64906376}"/>
              </a:ext>
            </a:extLst>
          </p:cNvPr>
          <p:cNvSpPr>
            <a:spLocks noGrp="1"/>
          </p:cNvSpPr>
          <p:nvPr>
            <p:ph type="ctrTitle"/>
          </p:nvPr>
        </p:nvSpPr>
        <p:spPr>
          <a:xfrm>
            <a:off x="376238" y="1897166"/>
            <a:ext cx="7011390"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 y="1897166"/>
            <a:ext cx="11479292" cy="4960834"/>
          </a:xfrm>
          <a:prstGeom prst="rect">
            <a:avLst/>
          </a:prstGeom>
        </p:spPr>
      </p:pic>
    </p:spTree>
    <p:extLst>
      <p:ext uri="{BB962C8B-B14F-4D97-AF65-F5344CB8AC3E}">
        <p14:creationId xmlns:p14="http://schemas.microsoft.com/office/powerpoint/2010/main" val="2692721116"/>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03 Section Divider">
    <p:bg>
      <p:bgPr>
        <a:solidFill>
          <a:schemeClr val="accent3"/>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42453"/>
          <a:stretch/>
        </p:blipFill>
        <p:spPr>
          <a:xfrm>
            <a:off x="-1" y="2138695"/>
            <a:ext cx="11137643" cy="4973375"/>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6783308"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652608997"/>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04 Section Divider">
    <p:bg>
      <p:bgPr>
        <a:solidFill>
          <a:schemeClr val="accent4"/>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700059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7" name="Picture 6"/>
          <p:cNvPicPr>
            <a:picLocks noChangeAspect="1"/>
          </p:cNvPicPr>
          <p:nvPr/>
        </p:nvPicPr>
        <p:blipFill rotWithShape="1">
          <a:blip r:embed="rId3">
            <a:biLevel thresh="25000"/>
            <a:extLst>
              <a:ext uri="{28A0092B-C50C-407E-A947-70E740481C1C}">
                <a14:useLocalDpi xmlns:a14="http://schemas.microsoft.com/office/drawing/2010/main" val="0"/>
              </a:ext>
            </a:extLst>
          </a:blip>
          <a:srcRect l="2277"/>
          <a:stretch/>
        </p:blipFill>
        <p:spPr>
          <a:xfrm>
            <a:off x="0" y="2294314"/>
            <a:ext cx="9545652" cy="4066446"/>
          </a:xfrm>
          <a:prstGeom prst="rect">
            <a:avLst/>
          </a:prstGeom>
        </p:spPr>
      </p:pic>
    </p:spTree>
    <p:extLst>
      <p:ext uri="{BB962C8B-B14F-4D97-AF65-F5344CB8AC3E}">
        <p14:creationId xmlns:p14="http://schemas.microsoft.com/office/powerpoint/2010/main" val="258616351"/>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3_02 Section Divider">
    <p:bg>
      <p:bgPr>
        <a:solidFill>
          <a:srgbClr val="004050"/>
        </a:solidFill>
        <a:effectLst/>
      </p:bgPr>
    </p:bg>
    <p:spTree>
      <p:nvGrpSpPr>
        <p:cNvPr id="1" name=""/>
        <p:cNvGrpSpPr/>
        <p:nvPr/>
      </p:nvGrpSpPr>
      <p:grpSpPr>
        <a:xfrm>
          <a:off x="0" y="0"/>
          <a:ext cx="0" cy="0"/>
          <a:chOff x="0" y="0"/>
          <a:chExt cx="0" cy="0"/>
        </a:xfrm>
      </p:grpSpPr>
      <p:sp>
        <p:nvSpPr>
          <p:cNvPr id="3" name="Rectangle 2"/>
          <p:cNvSpPr/>
          <p:nvPr/>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Freeform 4">
            <a:extLst>
              <a:ext uri="{FF2B5EF4-FFF2-40B4-BE49-F238E27FC236}">
                <a16:creationId xmlns:a16="http://schemas.microsoft.com/office/drawing/2014/main" id="{A0DD6AED-2202-DD48-A2D6-60CCC5F07320}"/>
              </a:ext>
            </a:extLst>
          </p:cNvPr>
          <p:cNvSpPr/>
          <p:nvPr/>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endParaRPr lang="en-GB" dirty="0"/>
          </a:p>
        </p:txBody>
      </p:sp>
      <p:sp>
        <p:nvSpPr>
          <p:cNvPr id="4" name="Rectangle 3"/>
          <p:cNvSpPr/>
          <p:nvPr/>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7071966" cy="2353439"/>
          </a:xfrm>
        </p:spPr>
        <p:txBody>
          <a:bodyPr anchor="b" anchorCtr="0">
            <a:noAutofit/>
          </a:bodyPr>
          <a:lstStyle>
            <a:lvl1pPr algn="l">
              <a:lnSpc>
                <a:spcPts val="6000"/>
              </a:lnSpc>
              <a:defRPr sz="5400" spc="60" baseline="0">
                <a:solidFill>
                  <a:srgbClr val="004050"/>
                </a:solidFill>
              </a:defRPr>
            </a:lvl1pPr>
          </a:lstStyle>
          <a:p>
            <a:r>
              <a:rPr lang="en-US" noProof="0" dirty="0"/>
              <a:t>Click to edit master title style</a:t>
            </a:r>
            <a:endParaRPr lang="en-GB" noProof="0" dirty="0"/>
          </a:p>
        </p:txBody>
      </p:sp>
      <p:pic>
        <p:nvPicPr>
          <p:cNvPr id="6" name="Graphic 31">
            <a:extLst>
              <a:ext uri="{FF2B5EF4-FFF2-40B4-BE49-F238E27FC236}">
                <a16:creationId xmlns:a16="http://schemas.microsoft.com/office/drawing/2014/main" id="{B724B3C1-1C9A-478C-8A84-BF65A52018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1410747309"/>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Activity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653548AA-2EF5-4301-B743-9688BED3B31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735966270"/>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1_Activity 1">
    <p:bg>
      <p:bgPr>
        <a:solidFill>
          <a:srgbClr val="F3622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1412F92A-2AA3-4AE7-9685-27769A9522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488585016"/>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2_Activity 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5" name="Slide Number Placeholder 5">
            <a:extLst>
              <a:ext uri="{FF2B5EF4-FFF2-40B4-BE49-F238E27FC236}">
                <a16:creationId xmlns:a16="http://schemas.microsoft.com/office/drawing/2014/main" id="{F0ACF9E5-B24F-48AB-A388-369B61722E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71331926"/>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3_Activity 1">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EF226655-D805-4B87-813B-F781D2DAFE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514285353"/>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4_Activity 1">
    <p:bg>
      <p:bgPr>
        <a:solidFill>
          <a:srgbClr val="20D3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tx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tx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6" name="Slide Number Placeholder 5">
            <a:extLst>
              <a:ext uri="{FF2B5EF4-FFF2-40B4-BE49-F238E27FC236}">
                <a16:creationId xmlns:a16="http://schemas.microsoft.com/office/drawing/2014/main" id="{5A6219D4-D160-4AED-AB5B-A5ED5A7543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354120371"/>
      </p:ext>
    </p:extLst>
  </p:cSld>
  <p:clrMapOvr>
    <a:masterClrMapping/>
  </p:clrMapOvr>
  <p:hf hd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6162C174-BF5A-4194-BC6C-B1D4B56734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6">
            <a:extLst>
              <a:ext uri="{FF2B5EF4-FFF2-40B4-BE49-F238E27FC236}">
                <a16:creationId xmlns:a16="http://schemas.microsoft.com/office/drawing/2014/main" id="{70AB5B51-72D8-4473-94F4-AF1E267C458B}"/>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pic>
        <p:nvPicPr>
          <p:cNvPr id="9" name="Graphic 31">
            <a:extLst>
              <a:ext uri="{FF2B5EF4-FFF2-40B4-BE49-F238E27FC236}">
                <a16:creationId xmlns:a16="http://schemas.microsoft.com/office/drawing/2014/main" id="{F600ED5D-8A06-4F2F-8535-D0899CFC89BE}"/>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12" name="Freeform 9">
            <a:extLst>
              <a:ext uri="{FF2B5EF4-FFF2-40B4-BE49-F238E27FC236}">
                <a16:creationId xmlns:a16="http://schemas.microsoft.com/office/drawing/2014/main" id="{8CC8D770-364B-4F53-9533-6160DBF6C362}"/>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1409204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p:nvSpPr>
        <p:spPr>
          <a:xfrm>
            <a:off x="0" y="5878576"/>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B3A2A039-D599-4D76-8124-504B5075C5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BB3A548B-2F5E-4EDE-B435-EFC29196AFD2}"/>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pic>
        <p:nvPicPr>
          <p:cNvPr id="12" name="Graphic 31">
            <a:extLst>
              <a:ext uri="{FF2B5EF4-FFF2-40B4-BE49-F238E27FC236}">
                <a16:creationId xmlns:a16="http://schemas.microsoft.com/office/drawing/2014/main" id="{260D1076-F86F-4F23-90DB-833137A6048C}"/>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13" name="Freeform 9">
            <a:extLst>
              <a:ext uri="{FF2B5EF4-FFF2-40B4-BE49-F238E27FC236}">
                <a16:creationId xmlns:a16="http://schemas.microsoft.com/office/drawing/2014/main" id="{0C4175F4-173F-4BC0-BE8F-3B0FAEC0D202}"/>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4" name="Rectangle 13">
            <a:extLst>
              <a:ext uri="{FF2B5EF4-FFF2-40B4-BE49-F238E27FC236}">
                <a16:creationId xmlns:a16="http://schemas.microsoft.com/office/drawing/2014/main" id="{7C36D67B-8BF5-4381-A561-D42431FE2E66}"/>
              </a:ext>
            </a:extLst>
          </p:cNvPr>
          <p:cNvSpPr/>
          <p:nvPr userDrawn="1"/>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6410645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EE319D53-01A0-4E2F-9BD9-B400728892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9C0A6909-69F0-4B1F-BE18-928EC76D3979}"/>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pic>
        <p:nvPicPr>
          <p:cNvPr id="10" name="Graphic 31">
            <a:extLst>
              <a:ext uri="{FF2B5EF4-FFF2-40B4-BE49-F238E27FC236}">
                <a16:creationId xmlns:a16="http://schemas.microsoft.com/office/drawing/2014/main" id="{ED25D92A-828C-4D70-8E10-6F0C73B1C05A}"/>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12" name="Freeform 10">
            <a:extLst>
              <a:ext uri="{FF2B5EF4-FFF2-40B4-BE49-F238E27FC236}">
                <a16:creationId xmlns:a16="http://schemas.microsoft.com/office/drawing/2014/main" id="{4A960EE4-9498-4503-AEEC-7916C1A201E3}"/>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33028910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B3622C14-6CAE-4F48-B751-E9E621B2C95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7" name="Text Placeholder 6">
            <a:extLst>
              <a:ext uri="{FF2B5EF4-FFF2-40B4-BE49-F238E27FC236}">
                <a16:creationId xmlns:a16="http://schemas.microsoft.com/office/drawing/2014/main" id="{2A62CD8E-3A81-48BD-84FE-755B7D078895}"/>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pic>
        <p:nvPicPr>
          <p:cNvPr id="8" name="Graphic 31">
            <a:extLst>
              <a:ext uri="{FF2B5EF4-FFF2-40B4-BE49-F238E27FC236}">
                <a16:creationId xmlns:a16="http://schemas.microsoft.com/office/drawing/2014/main" id="{8801D7ED-BB65-4984-9B23-71C0EAB63C90}"/>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9" name="Freeform 14">
            <a:extLst>
              <a:ext uri="{FF2B5EF4-FFF2-40B4-BE49-F238E27FC236}">
                <a16:creationId xmlns:a16="http://schemas.microsoft.com/office/drawing/2014/main" id="{2403F1DA-F350-4966-ABE1-37E69E856EA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86643822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9B411762-86B8-4A94-AA95-CCF2281698A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9987461D-5441-4AD2-8665-A7A3D3A4D9CB}"/>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pic>
        <p:nvPicPr>
          <p:cNvPr id="10" name="Graphic 31">
            <a:extLst>
              <a:ext uri="{FF2B5EF4-FFF2-40B4-BE49-F238E27FC236}">
                <a16:creationId xmlns:a16="http://schemas.microsoft.com/office/drawing/2014/main" id="{58E96365-4B89-4FDF-BA32-1C95CCB226E6}"/>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
        <p:nvSpPr>
          <p:cNvPr id="11" name="Freeform 11">
            <a:extLst>
              <a:ext uri="{FF2B5EF4-FFF2-40B4-BE49-F238E27FC236}">
                <a16:creationId xmlns:a16="http://schemas.microsoft.com/office/drawing/2014/main" id="{EFAA038F-FA0F-4578-B4E7-87D4F09684C8}"/>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94087158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grpSp>
        <p:nvGrpSpPr>
          <p:cNvPr id="19" name="Group 18"/>
          <p:cNvGrpSpPr/>
          <p:nvPr/>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87D866A2-1500-436A-A186-3C20EE4D5C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E2A433F1-ACA3-4D3D-8AFF-6E3BE26B065E}"/>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grpSp>
        <p:nvGrpSpPr>
          <p:cNvPr id="12" name="Group 11">
            <a:extLst>
              <a:ext uri="{FF2B5EF4-FFF2-40B4-BE49-F238E27FC236}">
                <a16:creationId xmlns:a16="http://schemas.microsoft.com/office/drawing/2014/main" id="{14145A16-B3D5-4C06-B1EB-C0935405DA0D}"/>
              </a:ext>
            </a:extLst>
          </p:cNvPr>
          <p:cNvGrpSpPr/>
          <p:nvPr userDrawn="1"/>
        </p:nvGrpSpPr>
        <p:grpSpPr>
          <a:xfrm>
            <a:off x="-754639" y="4113557"/>
            <a:ext cx="5797612" cy="2365031"/>
            <a:chOff x="-2229" y="2361812"/>
            <a:chExt cx="11067619" cy="4514835"/>
          </a:xfrm>
          <a:solidFill>
            <a:schemeClr val="accent6"/>
          </a:solidFill>
        </p:grpSpPr>
        <p:sp>
          <p:nvSpPr>
            <p:cNvPr id="14" name="Freeform 19">
              <a:extLst>
                <a:ext uri="{FF2B5EF4-FFF2-40B4-BE49-F238E27FC236}">
                  <a16:creationId xmlns:a16="http://schemas.microsoft.com/office/drawing/2014/main" id="{690AFD53-BB62-492D-8362-E82260E95C91}"/>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5" name="Freeform 20">
              <a:extLst>
                <a:ext uri="{FF2B5EF4-FFF2-40B4-BE49-F238E27FC236}">
                  <a16:creationId xmlns:a16="http://schemas.microsoft.com/office/drawing/2014/main" id="{D73BCAAE-3698-4E99-9B2C-8715F7AF2CBE}"/>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21">
              <a:extLst>
                <a:ext uri="{FF2B5EF4-FFF2-40B4-BE49-F238E27FC236}">
                  <a16:creationId xmlns:a16="http://schemas.microsoft.com/office/drawing/2014/main" id="{79F17EC2-9F6A-4564-AB9E-CD0936E76491}"/>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7" name="Graphic 31">
            <a:extLst>
              <a:ext uri="{FF2B5EF4-FFF2-40B4-BE49-F238E27FC236}">
                <a16:creationId xmlns:a16="http://schemas.microsoft.com/office/drawing/2014/main" id="{1B0E7CAB-78B0-4ADF-A213-B67EF80B519D}"/>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8818297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EAE9C79-14B5-44C7-8FA5-E4D6103A0E3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C2C66C0C-8E65-4B91-9008-87E53A07C0A9}"/>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
        <p:nvSpPr>
          <p:cNvPr id="10" name="Freeform 12">
            <a:extLst>
              <a:ext uri="{FF2B5EF4-FFF2-40B4-BE49-F238E27FC236}">
                <a16:creationId xmlns:a16="http://schemas.microsoft.com/office/drawing/2014/main" id="{B30F53C9-7687-4F2C-9274-D02D910448D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11" name="Graphic 31">
            <a:extLst>
              <a:ext uri="{FF2B5EF4-FFF2-40B4-BE49-F238E27FC236}">
                <a16:creationId xmlns:a16="http://schemas.microsoft.com/office/drawing/2014/main" id="{E4E5C139-BF64-48B0-B017-F836CDEF9228}"/>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50626726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04D412BD-43D3-4A43-9346-908171D3BC7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0" name="Text Placeholder 2">
            <a:extLst>
              <a:ext uri="{FF2B5EF4-FFF2-40B4-BE49-F238E27FC236}">
                <a16:creationId xmlns:a16="http://schemas.microsoft.com/office/drawing/2014/main" id="{3C23A046-21AC-4DAE-8154-4FE4D01B9A9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2F600B5F-7713-43B9-8473-50A216B6C640}"/>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969990526"/>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A302942E-CE85-4C6C-9028-B98821F8F2D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0" name="Text Placeholder 2">
            <a:extLst>
              <a:ext uri="{FF2B5EF4-FFF2-40B4-BE49-F238E27FC236}">
                <a16:creationId xmlns:a16="http://schemas.microsoft.com/office/drawing/2014/main" id="{AFDE34FD-D516-4C25-82B2-09E27AA0E72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D5CAFD6D-3AC9-43A7-88AB-26FD7F8FC6C9}"/>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011722028"/>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17EBA526-60BF-4958-81B9-EA46732F17C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771054D9-60B5-41F3-984B-AF6E5FE5F84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3E84D21-72B4-491E-ACF0-23B74A3E3FE6}"/>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189610441"/>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0" name="Slide Number Placeholder 5">
            <a:extLst>
              <a:ext uri="{FF2B5EF4-FFF2-40B4-BE49-F238E27FC236}">
                <a16:creationId xmlns:a16="http://schemas.microsoft.com/office/drawing/2014/main" id="{79DCD36C-45A5-4076-B40F-7B2A5A6FCFD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73CD4607-1DFA-4DA2-A302-14AA7E741AA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69C9A809-5A3F-46CE-93A1-B61856B8EA0D}"/>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53185603"/>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2464811-C3A4-4C43-85CA-DDE34ABA64F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5" name="Text Placeholder 2">
            <a:extLst>
              <a:ext uri="{FF2B5EF4-FFF2-40B4-BE49-F238E27FC236}">
                <a16:creationId xmlns:a16="http://schemas.microsoft.com/office/drawing/2014/main" id="{D077554B-9AB3-4001-A116-3414FBC11D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55FEE24A-E749-4DC2-B881-5A1436F05D5C}"/>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863117721"/>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FD99CE6E-A64E-4704-AF9F-FFB00E94D7A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A589C6D-0204-47CC-87FF-FB0EB802152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2EC17026-9507-409A-81BC-59EFD639EE11}"/>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096654865"/>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2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26E6605E-98CF-4395-9DE0-09CC469435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533EE44F-4E4B-4653-9358-84B9BA39102E}"/>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578110919"/>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2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5">
            <a:extLst>
              <a:ext uri="{FF2B5EF4-FFF2-40B4-BE49-F238E27FC236}">
                <a16:creationId xmlns:a16="http://schemas.microsoft.com/office/drawing/2014/main" id="{CB0CA267-7521-4244-9705-1A256E86313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FA6E7854-1462-4248-9497-C8C510D5E904}"/>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994698531"/>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2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7" name="Slide Number Placeholder 5">
            <a:extLst>
              <a:ext uri="{FF2B5EF4-FFF2-40B4-BE49-F238E27FC236}">
                <a16:creationId xmlns:a16="http://schemas.microsoft.com/office/drawing/2014/main" id="{ED95F8AE-8762-4F39-B239-68E1547B153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3BA6F235-3973-48D8-B2CC-D1C3A5A7FF3B}"/>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941327382"/>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2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77089E4-D435-4929-8AC4-34D75682B0E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E6223DB9-3B28-4A1C-AF77-040989A89C20}"/>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C89BF57C-9A63-4BD2-BE5E-6C985D4ACD47}"/>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961326539"/>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F4B9FA5E-F6D9-41E1-AB1A-0DF3518A321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D5D3749E-0BC5-465D-A75B-AEC2DF19C16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9F7A3913-1B98-4C5D-8011-58DA120BBE67}"/>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222536327"/>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2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C4304140-66DF-4600-A913-2FE16EE8D7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5" name="Text Placeholder 2">
            <a:extLst>
              <a:ext uri="{FF2B5EF4-FFF2-40B4-BE49-F238E27FC236}">
                <a16:creationId xmlns:a16="http://schemas.microsoft.com/office/drawing/2014/main" id="{94BDB016-508C-4776-BAF5-402A02267F01}"/>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B909995E-F976-4C7D-8CFA-5515B97460E3}"/>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015788288"/>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p:nvSpPr>
        <p:spPr>
          <a:xfrm>
            <a:off x="0" y="5523689"/>
            <a:ext cx="4114800" cy="1334310"/>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Slide Number Placeholder 5">
            <a:extLst>
              <a:ext uri="{FF2B5EF4-FFF2-40B4-BE49-F238E27FC236}">
                <a16:creationId xmlns:a16="http://schemas.microsoft.com/office/drawing/2014/main" id="{59589677-251F-470E-9AA6-4D13BF7FABA0}"/>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918F955-2B32-48D1-8D99-B25B656F3CDA}"/>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5F2BCBA9-38AC-4EB6-A0FA-5CD919F5E664}"/>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731192922"/>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2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6" name="Slide Number Placeholder 5">
            <a:extLst>
              <a:ext uri="{FF2B5EF4-FFF2-40B4-BE49-F238E27FC236}">
                <a16:creationId xmlns:a16="http://schemas.microsoft.com/office/drawing/2014/main" id="{62D0FD9B-3A7B-4AD3-AF69-81B1DB3B7DCC}"/>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2B9FE1B0-D8B0-4E06-93F5-0A82852A8743}"/>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866635150"/>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2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F9D7AB20-841B-473D-A32A-6F69250CA67F}"/>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76C196FA-3B7D-4C82-8883-8F2013A27657}"/>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637286932"/>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2_Arrow Left 06">
    <p:spTree>
      <p:nvGrpSpPr>
        <p:cNvPr id="1" name=""/>
        <p:cNvGrpSpPr/>
        <p:nvPr/>
      </p:nvGrpSpPr>
      <p:grpSpPr>
        <a:xfrm>
          <a:off x="0" y="0"/>
          <a:ext cx="0" cy="0"/>
          <a:chOff x="0" y="0"/>
          <a:chExt cx="0" cy="0"/>
        </a:xfrm>
      </p:grpSpPr>
      <p:grpSp>
        <p:nvGrpSpPr>
          <p:cNvPr id="19" name="Group 18"/>
          <p:cNvGrpSpPr/>
          <p:nvPr/>
        </p:nvGrpSpPr>
        <p:grpSpPr>
          <a:xfrm>
            <a:off x="-754639" y="4413951"/>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E8E8E948-8BC8-4DC2-8EA6-D6D12C7B44AC}"/>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E2206BDD-4CAD-4240-8289-65D6D1D0A6C6}"/>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168425380"/>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2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CC2B73AC-F2E0-442D-B9C4-65D5AD1A0967}"/>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CFC6B97-40BB-4EAB-A33D-8398BEE6A916}"/>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581941083"/>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08137084-0666-4AB6-A15C-58BA10ECC343}"/>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B8430456-322C-496E-9439-7335E15B26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7DE75644-A55F-4F09-A532-80ED1D4604EA}"/>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680326251"/>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3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Slide Number Placeholder 5">
            <a:extLst>
              <a:ext uri="{FF2B5EF4-FFF2-40B4-BE49-F238E27FC236}">
                <a16:creationId xmlns:a16="http://schemas.microsoft.com/office/drawing/2014/main" id="{0DE094E3-CE25-440F-B8A8-1CA329D5AAFA}"/>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249157EC-B9A8-478B-B1F3-B2A9D86D24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7F4CD14E-E0F2-49B7-93CC-478A61004304}"/>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871641674"/>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2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07D33088-E4C8-4FF8-824B-9F688A8163CB}"/>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A0F24479-1F81-40E3-89A1-F1875ADD43C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5935BB6-5CCF-4418-A1AD-7CC46A8A5E1D}"/>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634612995"/>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1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92260E9D-886F-4C37-909F-86CB02C602F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9488AF78-499E-480C-9653-A23A983DC2F8}"/>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423848158"/>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1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2">
            <a:extLst>
              <a:ext uri="{FF2B5EF4-FFF2-40B4-BE49-F238E27FC236}">
                <a16:creationId xmlns:a16="http://schemas.microsoft.com/office/drawing/2014/main" id="{902BC675-0ACA-4C98-904F-78AFF641EBEC}"/>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0EF663F-3A21-46DD-B058-26447AC846E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6">
            <a:extLst>
              <a:ext uri="{FF2B5EF4-FFF2-40B4-BE49-F238E27FC236}">
                <a16:creationId xmlns:a16="http://schemas.microsoft.com/office/drawing/2014/main" id="{E97A60B7-7703-48EE-BEE3-573BFBF67421}"/>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643883005"/>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1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7" name="Text Placeholder 2">
            <a:extLst>
              <a:ext uri="{FF2B5EF4-FFF2-40B4-BE49-F238E27FC236}">
                <a16:creationId xmlns:a16="http://schemas.microsoft.com/office/drawing/2014/main" id="{7B0EE3B6-2A99-4A4A-9595-73B01F290B83}"/>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36000C67-7602-4BCB-9279-C3575014D3DC}"/>
              </a:ext>
            </a:extLst>
          </p:cNvPr>
          <p:cNvSpPr txBox="1">
            <a:spLocks/>
          </p:cNvSpPr>
          <p:nvPr/>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83341C2A-73FF-4BE5-8452-230916D7E6AA}"/>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971439184"/>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Text Slide A">
    <p:spTree>
      <p:nvGrpSpPr>
        <p:cNvPr id="1" name=""/>
        <p:cNvGrpSpPr/>
        <p:nvPr/>
      </p:nvGrpSpPr>
      <p:grpSpPr>
        <a:xfrm>
          <a:off x="0" y="0"/>
          <a:ext cx="0" cy="0"/>
          <a:chOff x="0" y="0"/>
          <a:chExt cx="0" cy="0"/>
        </a:xfrm>
      </p:grpSpPr>
      <p:pic>
        <p:nvPicPr>
          <p:cNvPr id="40" name="Picture 39"/>
          <p:cNvPicPr>
            <a:picLocks noChangeAspect="1"/>
          </p:cNvPicPr>
          <p:nvPr/>
        </p:nvPicPr>
        <p:blipFill rotWithShape="1">
          <a:blip r:embed="rId2">
            <a:extLst>
              <a:ext uri="{28A0092B-C50C-407E-A947-70E740481C1C}">
                <a14:useLocalDpi xmlns:a14="http://schemas.microsoft.com/office/drawing/2010/main" val="0"/>
              </a:ext>
            </a:extLst>
          </a:blip>
          <a:srcRect l="42453"/>
          <a:stretch/>
        </p:blipFill>
        <p:spPr>
          <a:xfrm>
            <a:off x="0" y="3432381"/>
            <a:ext cx="5788325" cy="2584704"/>
          </a:xfrm>
          <a:prstGeom prst="rect">
            <a:avLst/>
          </a:prstGeom>
        </p:spPr>
      </p:pic>
      <p:sp>
        <p:nvSpPr>
          <p:cNvPr id="3" name="Text Placeholder 2"/>
          <p:cNvSpPr>
            <a:spLocks noGrp="1"/>
          </p:cNvSpPr>
          <p:nvPr>
            <p:ph type="body" sz="quarter" idx="10" hasCustomPrompt="1"/>
          </p:nvPr>
        </p:nvSpPr>
        <p:spPr>
          <a:xfrm>
            <a:off x="384784" y="1242034"/>
            <a:ext cx="3694112" cy="1962150"/>
          </a:xfrm>
        </p:spPr>
        <p:txBody>
          <a:bodyPr/>
          <a:lstStyle>
            <a:lvl1pPr marL="0" indent="0">
              <a:lnSpc>
                <a:spcPct val="90000"/>
              </a:lnSpc>
              <a:spcAft>
                <a:spcPts val="0"/>
              </a:spcAft>
              <a:buFont typeface="Arial" panose="020B0604020202020204" pitchFamily="34" charset="0"/>
              <a:buNone/>
              <a:defRPr sz="40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a:t>
            </a:r>
            <a:br>
              <a:rPr lang="en-US" dirty="0"/>
            </a:br>
            <a:r>
              <a:rPr lang="en-US" dirty="0"/>
              <a:t>to sit here</a:t>
            </a:r>
          </a:p>
        </p:txBody>
      </p:sp>
      <p:pic>
        <p:nvPicPr>
          <p:cNvPr id="6" name="Graphic 31">
            <a:extLst>
              <a:ext uri="{FF2B5EF4-FFF2-40B4-BE49-F238E27FC236}">
                <a16:creationId xmlns:a16="http://schemas.microsoft.com/office/drawing/2014/main" id="{1AABA4C8-3AF1-D94B-A8D4-5A6363015C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408B1376-9C9D-45E5-9BBE-71B21FC9A52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7" name="Text Placeholder 6">
            <a:extLst>
              <a:ext uri="{FF2B5EF4-FFF2-40B4-BE49-F238E27FC236}">
                <a16:creationId xmlns:a16="http://schemas.microsoft.com/office/drawing/2014/main" id="{1E50EA61-94E4-4825-90F9-9FB7F4E8F34D}"/>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816240480"/>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373063" y="4996683"/>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5F3B2DBE-6810-4AC0-B237-4C05D67F11BA}"/>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9" name="Slide Number Placeholder 5">
            <a:extLst>
              <a:ext uri="{FF2B5EF4-FFF2-40B4-BE49-F238E27FC236}">
                <a16:creationId xmlns:a16="http://schemas.microsoft.com/office/drawing/2014/main" id="{D9AE5860-C0B6-4F89-AE77-B2F4760B59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7">
            <a:extLst>
              <a:ext uri="{FF2B5EF4-FFF2-40B4-BE49-F238E27FC236}">
                <a16:creationId xmlns:a16="http://schemas.microsoft.com/office/drawing/2014/main" id="{4759352F-E67E-4FE9-8363-4452B1CC29C4}"/>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643128937"/>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9F4F082C-21A3-4795-85E7-493095ABBEF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6EBB4AF7-2E97-4705-8E23-69D0121E65FA}"/>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FFC37F7E-8509-4F7C-9153-35620AE50A4A}"/>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375065278"/>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63C0A894-CE35-4D5D-8748-553B91B4F5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8" name="Text Placeholder 2">
            <a:extLst>
              <a:ext uri="{FF2B5EF4-FFF2-40B4-BE49-F238E27FC236}">
                <a16:creationId xmlns:a16="http://schemas.microsoft.com/office/drawing/2014/main" id="{0F2D5D8A-AFE9-4D9A-B04C-8A0BB5E629A9}"/>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9" name="Text Placeholder 7">
            <a:extLst>
              <a:ext uri="{FF2B5EF4-FFF2-40B4-BE49-F238E27FC236}">
                <a16:creationId xmlns:a16="http://schemas.microsoft.com/office/drawing/2014/main" id="{6D2A3021-76D5-4427-B3CB-789B0FA1F2FE}"/>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82985301"/>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2">
            <a:extLst>
              <a:ext uri="{FF2B5EF4-FFF2-40B4-BE49-F238E27FC236}">
                <a16:creationId xmlns:a16="http://schemas.microsoft.com/office/drawing/2014/main" id="{568CBE16-9243-46B2-AB09-95C8191428C5}"/>
              </a:ext>
            </a:extLst>
          </p:cNvPr>
          <p:cNvSpPr>
            <a:spLocks noGrp="1"/>
          </p:cNvSpPr>
          <p:nvPr>
            <p:ph type="body" sz="quarter" idx="12"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Slide Number Placeholder 5">
            <a:extLst>
              <a:ext uri="{FF2B5EF4-FFF2-40B4-BE49-F238E27FC236}">
                <a16:creationId xmlns:a16="http://schemas.microsoft.com/office/drawing/2014/main" id="{3373DA12-ED5E-4FF3-9F6C-A932CC1C5AB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7">
            <a:extLst>
              <a:ext uri="{FF2B5EF4-FFF2-40B4-BE49-F238E27FC236}">
                <a16:creationId xmlns:a16="http://schemas.microsoft.com/office/drawing/2014/main" id="{798DD8AB-C99D-45F0-B8BC-AE12BB8090F3}"/>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4115020"/>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1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8" name="Text Placeholder 2">
            <a:extLst>
              <a:ext uri="{FF2B5EF4-FFF2-40B4-BE49-F238E27FC236}">
                <a16:creationId xmlns:a16="http://schemas.microsoft.com/office/drawing/2014/main" id="{401CBE07-42E3-4B39-BDDF-60F502220A9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6" name="Slide Number Placeholder 5">
            <a:extLst>
              <a:ext uri="{FF2B5EF4-FFF2-40B4-BE49-F238E27FC236}">
                <a16:creationId xmlns:a16="http://schemas.microsoft.com/office/drawing/2014/main" id="{B2E02014-5771-41F0-9083-A94B1449F27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7" name="Text Placeholder 6">
            <a:extLst>
              <a:ext uri="{FF2B5EF4-FFF2-40B4-BE49-F238E27FC236}">
                <a16:creationId xmlns:a16="http://schemas.microsoft.com/office/drawing/2014/main" id="{EC879EDE-DC9B-4B44-9F37-A58CA524CA70}"/>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186828555"/>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1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2">
            <a:extLst>
              <a:ext uri="{FF2B5EF4-FFF2-40B4-BE49-F238E27FC236}">
                <a16:creationId xmlns:a16="http://schemas.microsoft.com/office/drawing/2014/main" id="{3225252A-8CEF-43E2-9274-7BF4B9F00480}"/>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0BD3CBC6-0348-4ED0-BA6D-3BF82E7D10E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679F881A-B30C-494F-9A57-517FCF4905C8}"/>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942604801"/>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1_Arrow Left 06">
    <p:spTree>
      <p:nvGrpSpPr>
        <p:cNvPr id="1" name=""/>
        <p:cNvGrpSpPr/>
        <p:nvPr/>
      </p:nvGrpSpPr>
      <p:grpSpPr>
        <a:xfrm>
          <a:off x="0" y="0"/>
          <a:ext cx="0" cy="0"/>
          <a:chOff x="0" y="0"/>
          <a:chExt cx="0" cy="0"/>
        </a:xfrm>
      </p:grpSpPr>
      <p:grpSp>
        <p:nvGrpSpPr>
          <p:cNvPr id="19" name="Group 18"/>
          <p:cNvGrpSpPr/>
          <p:nvPr/>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Text Placeholder 2">
            <a:extLst>
              <a:ext uri="{FF2B5EF4-FFF2-40B4-BE49-F238E27FC236}">
                <a16:creationId xmlns:a16="http://schemas.microsoft.com/office/drawing/2014/main" id="{0511BD1D-4FB3-47E5-90D7-0CCF84C8CAFD}"/>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292F7B73-6958-4A1B-B8CA-0F5A9E902A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51B248D0-3729-477D-A45B-4AC82FDBBD78}"/>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389776928"/>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1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2">
            <a:extLst>
              <a:ext uri="{FF2B5EF4-FFF2-40B4-BE49-F238E27FC236}">
                <a16:creationId xmlns:a16="http://schemas.microsoft.com/office/drawing/2014/main" id="{F49E4ACF-1E9A-40C0-8732-68C6F8A2CD5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A120D91C-D1E9-43DD-9588-6136E19DC5B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B721D982-41CB-4649-9208-82A8115B6F01}"/>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751257384"/>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lide Number Placeholder 5">
            <a:extLst>
              <a:ext uri="{FF2B5EF4-FFF2-40B4-BE49-F238E27FC236}">
                <a16:creationId xmlns:a16="http://schemas.microsoft.com/office/drawing/2014/main" id="{3CEE3D7F-91EC-47CB-86E2-77D5DE1A207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DA12DBF6-DDF6-4705-B10E-4742D0F2A73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13F4F259-26B2-4677-AE17-D14181EB82F5}"/>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791957395"/>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9B2D9328-9CFC-4681-96FF-77C4AB52BC7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0F8BB63-A7D0-443F-A4D9-CBEDEBA89F97}"/>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0B92FB0B-A9D4-4957-A766-FEAFF10CA747}"/>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418275521"/>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C562CB5-885C-4340-835C-442D717FB94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7FBA81F6-8E89-4DB2-BA0B-73E3237A970B}"/>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94E6F44B-181A-448F-A307-E82F96114CE0}"/>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743069934"/>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Contents or agenda">
    <p:spTree>
      <p:nvGrpSpPr>
        <p:cNvPr id="1" name=""/>
        <p:cNvGrpSpPr/>
        <p:nvPr/>
      </p:nvGrpSpPr>
      <p:grpSpPr>
        <a:xfrm>
          <a:off x="0" y="0"/>
          <a:ext cx="0" cy="0"/>
          <a:chOff x="0" y="0"/>
          <a:chExt cx="0" cy="0"/>
        </a:xfrm>
      </p:grpSpPr>
      <p:cxnSp>
        <p:nvCxnSpPr>
          <p:cNvPr id="13" name="Straight Connector 12"/>
          <p:cNvCxnSpPr/>
          <p:nvPr/>
        </p:nvCxnSpPr>
        <p:spPr>
          <a:xfrm>
            <a:off x="3101975" y="192576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101975" y="258706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3101975" y="3248353"/>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101975" y="3909646"/>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3101975" y="4570939"/>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3101975" y="523223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25640" y="3666044"/>
            <a:ext cx="2923326" cy="2198740"/>
          </a:xfrm>
          <a:prstGeom prst="rect">
            <a:avLst/>
          </a:prstGeom>
        </p:spPr>
      </p:pic>
      <p:sp>
        <p:nvSpPr>
          <p:cNvPr id="30" name="Text Placeholder 2"/>
          <p:cNvSpPr>
            <a:spLocks noGrp="1"/>
          </p:cNvSpPr>
          <p:nvPr>
            <p:ph type="body" sz="quarter" idx="10" hasCustomPrompt="1"/>
          </p:nvPr>
        </p:nvSpPr>
        <p:spPr>
          <a:xfrm>
            <a:off x="384784" y="1925767"/>
            <a:ext cx="2521449" cy="1962150"/>
          </a:xfrm>
        </p:spPr>
        <p:txBody>
          <a:bodyPr/>
          <a:lstStyle>
            <a:lvl1pPr marL="0" indent="0">
              <a:lnSpc>
                <a:spcPct val="90000"/>
              </a:lnSpc>
              <a:spcAft>
                <a:spcPts val="0"/>
              </a:spcAft>
              <a:buFont typeface="Arial" panose="020B0604020202020204" pitchFamily="34" charset="0"/>
              <a:buNone/>
              <a:defRPr sz="3200" cap="all"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2060614"/>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2107781"/>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72190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76907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3380601"/>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3427768"/>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4035597"/>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4082764"/>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70058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74775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5378225"/>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542539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3" name="Graphic 31">
            <a:extLst>
              <a:ext uri="{FF2B5EF4-FFF2-40B4-BE49-F238E27FC236}">
                <a16:creationId xmlns:a16="http://schemas.microsoft.com/office/drawing/2014/main" id="{1AABA4C8-3AF1-D94B-A8D4-5A6363015C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25" name="Slide Number Placeholder 5">
            <a:extLst>
              <a:ext uri="{FF2B5EF4-FFF2-40B4-BE49-F238E27FC236}">
                <a16:creationId xmlns:a16="http://schemas.microsoft.com/office/drawing/2014/main" id="{317F0D96-BC58-434E-BE95-7E87509486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59528304"/>
      </p:ext>
    </p:extLst>
  </p:cSld>
  <p:clrMapOvr>
    <a:masterClrMapping/>
  </p:clrMapOvr>
  <p:hf hdr="0" dt="0"/>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3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F3D00C54-118E-47F2-BEED-8C2514ED82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3C66BE5F-2E76-4496-9234-6453A8DFEDDA}"/>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024196471"/>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3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p:nvSpPr>
        <p:spPr>
          <a:xfrm>
            <a:off x="0" y="5878576"/>
            <a:ext cx="738525" cy="330925"/>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FBE6C43-DD0D-4FAF-9BD2-84E953FD64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95FD2FD3-6973-40C0-8977-F91621F33F95}"/>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703619682"/>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3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378E8CD2-9C88-4163-A7EE-AB91D262A4EE}"/>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F0CE4796-16B1-4035-9A0B-84250F40DDFF}"/>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07226549"/>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3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9F8E269A-2068-4C33-BD8C-91BB8F416E0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7" name="Text Placeholder 6">
            <a:extLst>
              <a:ext uri="{FF2B5EF4-FFF2-40B4-BE49-F238E27FC236}">
                <a16:creationId xmlns:a16="http://schemas.microsoft.com/office/drawing/2014/main" id="{F8829AE8-ABF3-4C23-AFA7-F835134F767B}"/>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600459302"/>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3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80C592A-34A2-4FBE-BBD0-1231F3D2AFE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DCFD92C0-4B59-40C7-8AFA-24EAB9A12F08}"/>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982566404"/>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3_Arrow Left 06">
    <p:spTree>
      <p:nvGrpSpPr>
        <p:cNvPr id="1" name=""/>
        <p:cNvGrpSpPr/>
        <p:nvPr/>
      </p:nvGrpSpPr>
      <p:grpSpPr>
        <a:xfrm>
          <a:off x="0" y="0"/>
          <a:ext cx="0" cy="0"/>
          <a:chOff x="0" y="0"/>
          <a:chExt cx="0" cy="0"/>
        </a:xfrm>
      </p:grpSpPr>
      <p:grpSp>
        <p:nvGrpSpPr>
          <p:cNvPr id="19" name="Group 18"/>
          <p:cNvGrpSpPr/>
          <p:nvPr/>
        </p:nvGrpSpPr>
        <p:grpSpPr>
          <a:xfrm>
            <a:off x="-754639" y="4113557"/>
            <a:ext cx="5797612" cy="2365031"/>
            <a:chOff x="-2229" y="2361812"/>
            <a:chExt cx="11067619" cy="4514835"/>
          </a:xfrm>
          <a:solidFill>
            <a:srgbClr val="20D3FF"/>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765166C1-B518-4008-A325-E242BC5976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4B83FEDD-C988-42F4-B20C-F32B64B81077}"/>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1153938907"/>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3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F4D408FB-534C-495E-A01B-3A5252745D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6">
            <a:extLst>
              <a:ext uri="{FF2B5EF4-FFF2-40B4-BE49-F238E27FC236}">
                <a16:creationId xmlns:a16="http://schemas.microsoft.com/office/drawing/2014/main" id="{5815EACF-801C-42B6-9E09-8A49AFA339F7}"/>
              </a:ext>
            </a:extLst>
          </p:cNvPr>
          <p:cNvSpPr>
            <a:spLocks noGrp="1"/>
          </p:cNvSpPr>
          <p:nvPr>
            <p:ph type="body" sz="quarter" idx="11"/>
          </p:nvPr>
        </p:nvSpPr>
        <p:spPr>
          <a:xfrm>
            <a:off x="5473700" y="1261533"/>
            <a:ext cx="6342671" cy="5217055"/>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630369724"/>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3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FC36E4D3-6B85-4E7A-A517-650651AC575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EA4284CA-721A-46FE-91ED-BB203CE244E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87A4347C-EAF5-41E3-99B2-9B958C0543B7}"/>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706331380"/>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3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8312FD13-97A1-4EBA-A95C-75C0B1FD9C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779E27B8-6E6D-4D7C-8511-4788542671BC}"/>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5E2F94A-6BD1-4809-8195-0CB493D728A0}"/>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294774925"/>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3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47A2DC30-C4F7-4157-9660-F0E750F90AC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C48DBD0B-5C62-430B-A5E1-22B98F78BB7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FADBB4D-8AC1-40DF-B56E-CE3D9F96A5D9}"/>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215303977"/>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3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6F111D75-7F37-4729-97BD-3A53778CD2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E7CC3E60-4992-48EA-A47D-023E5007E7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2" name="Text Placeholder 7">
            <a:extLst>
              <a:ext uri="{FF2B5EF4-FFF2-40B4-BE49-F238E27FC236}">
                <a16:creationId xmlns:a16="http://schemas.microsoft.com/office/drawing/2014/main" id="{143CA721-4441-4AC8-B4DE-721B4B5F0C32}"/>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022975166"/>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3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rgbClr val="20D3FF"/>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04D90AE-C358-4B2C-A9CF-5507DB72915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5" name="Text Placeholder 2">
            <a:extLst>
              <a:ext uri="{FF2B5EF4-FFF2-40B4-BE49-F238E27FC236}">
                <a16:creationId xmlns:a16="http://schemas.microsoft.com/office/drawing/2014/main" id="{E9284DC7-FDFA-4A70-82F3-A997EB41B738}"/>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D73A8DAF-2058-4022-B937-44F0E6A95899}"/>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3046644694"/>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3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16E965C2-93DD-4C7A-8A12-F6B8FB6BF5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C6D61C67-0401-4818-B951-6E0A37D6C1C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A0C0EFF0-5546-4493-A222-73F375FB5B7E}"/>
              </a:ext>
            </a:extLst>
          </p:cNvPr>
          <p:cNvSpPr>
            <a:spLocks noGrp="1"/>
          </p:cNvSpPr>
          <p:nvPr>
            <p:ph type="body" sz="quarter" idx="11"/>
          </p:nvPr>
        </p:nvSpPr>
        <p:spPr>
          <a:xfrm>
            <a:off x="373063" y="1892636"/>
            <a:ext cx="6143484" cy="2742864"/>
          </a:xfrm>
        </p:spPr>
        <p:txBody>
          <a:bodyPr/>
          <a:lstStyle>
            <a:lvl1pPr marL="0" indent="0">
              <a:buNone/>
              <a:defRPr b="0"/>
            </a:lvl1pPr>
          </a:lstStyle>
          <a:p>
            <a:pPr lvl="0"/>
            <a:r>
              <a:rPr lang="en-US"/>
              <a:t>Click to edit Master text styles</a:t>
            </a:r>
          </a:p>
        </p:txBody>
      </p:sp>
    </p:spTree>
    <p:extLst>
      <p:ext uri="{BB962C8B-B14F-4D97-AF65-F5344CB8AC3E}">
        <p14:creationId xmlns:p14="http://schemas.microsoft.com/office/powerpoint/2010/main" val="228929149"/>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700893CE-9599-46E1-8C4B-E49F55C460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0" name="Text Placeholder 2">
            <a:extLst>
              <a:ext uri="{FF2B5EF4-FFF2-40B4-BE49-F238E27FC236}">
                <a16:creationId xmlns:a16="http://schemas.microsoft.com/office/drawing/2014/main" id="{FD6CBE0F-9A3C-4223-BCB1-72E6DB41D09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2" name="Rectangle 11">
            <a:extLst>
              <a:ext uri="{FF2B5EF4-FFF2-40B4-BE49-F238E27FC236}">
                <a16:creationId xmlns:a16="http://schemas.microsoft.com/office/drawing/2014/main" id="{42F0A4EF-7AD7-47B1-994C-558E5B9E75C9}"/>
              </a:ext>
            </a:extLst>
          </p:cNvPr>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3" name="Freeform 8">
            <a:extLst>
              <a:ext uri="{FF2B5EF4-FFF2-40B4-BE49-F238E27FC236}">
                <a16:creationId xmlns:a16="http://schemas.microsoft.com/office/drawing/2014/main" id="{B0AE4F89-6A80-4B18-AC5B-91584EB61F69}"/>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pic>
        <p:nvPicPr>
          <p:cNvPr id="14" name="Graphic 31">
            <a:extLst>
              <a:ext uri="{FF2B5EF4-FFF2-40B4-BE49-F238E27FC236}">
                <a16:creationId xmlns:a16="http://schemas.microsoft.com/office/drawing/2014/main" id="{F360AAA2-CAD7-4434-8274-CB4C16CBD60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1861197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0E2147E7-0E00-4857-9387-8C98DB82E1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25545F83-4383-41AF-855D-23D197ADAF1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0" name="Rectangle 9">
            <a:extLst>
              <a:ext uri="{FF2B5EF4-FFF2-40B4-BE49-F238E27FC236}">
                <a16:creationId xmlns:a16="http://schemas.microsoft.com/office/drawing/2014/main" id="{644216B9-CB7B-4CB6-9D33-35642D92DC71}"/>
              </a:ext>
            </a:extLst>
          </p:cNvPr>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2" name="Freeform 12">
            <a:extLst>
              <a:ext uri="{FF2B5EF4-FFF2-40B4-BE49-F238E27FC236}">
                <a16:creationId xmlns:a16="http://schemas.microsoft.com/office/drawing/2014/main" id="{89549F49-5100-4A5E-BB19-2C1FE14D9249}"/>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pic>
        <p:nvPicPr>
          <p:cNvPr id="14" name="Graphic 31">
            <a:extLst>
              <a:ext uri="{FF2B5EF4-FFF2-40B4-BE49-F238E27FC236}">
                <a16:creationId xmlns:a16="http://schemas.microsoft.com/office/drawing/2014/main" id="{3A3F01E2-9DF0-48EF-95FB-F14DADB9382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14059573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0" name="Slide Number Placeholder 5">
            <a:extLst>
              <a:ext uri="{FF2B5EF4-FFF2-40B4-BE49-F238E27FC236}">
                <a16:creationId xmlns:a16="http://schemas.microsoft.com/office/drawing/2014/main" id="{6FCB4367-DFEB-41EE-BB5F-1DE76BE845E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A7D55C08-C6A4-4310-AEEF-59D10B31AC0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3" name="Rectangle 12">
            <a:extLst>
              <a:ext uri="{FF2B5EF4-FFF2-40B4-BE49-F238E27FC236}">
                <a16:creationId xmlns:a16="http://schemas.microsoft.com/office/drawing/2014/main" id="{56450122-5225-4118-8907-FF015226FDDB}"/>
              </a:ext>
            </a:extLst>
          </p:cNvPr>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oup 13">
            <a:extLst>
              <a:ext uri="{FF2B5EF4-FFF2-40B4-BE49-F238E27FC236}">
                <a16:creationId xmlns:a16="http://schemas.microsoft.com/office/drawing/2014/main" id="{6D8780BF-8C63-41C9-9205-E212C1D362DC}"/>
              </a:ext>
            </a:extLst>
          </p:cNvPr>
          <p:cNvGrpSpPr/>
          <p:nvPr userDrawn="1"/>
        </p:nvGrpSpPr>
        <p:grpSpPr>
          <a:xfrm>
            <a:off x="-562704" y="4391077"/>
            <a:ext cx="5338709" cy="2177830"/>
            <a:chOff x="-2229" y="2361812"/>
            <a:chExt cx="11067619" cy="4514835"/>
          </a:xfrm>
          <a:solidFill>
            <a:schemeClr val="accent5"/>
          </a:solidFill>
        </p:grpSpPr>
        <p:sp>
          <p:nvSpPr>
            <p:cNvPr id="15" name="Freeform 18">
              <a:extLst>
                <a:ext uri="{FF2B5EF4-FFF2-40B4-BE49-F238E27FC236}">
                  <a16:creationId xmlns:a16="http://schemas.microsoft.com/office/drawing/2014/main" id="{57086291-6A43-4A81-B7CC-635E888239E2}"/>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6" name="Freeform 19">
              <a:extLst>
                <a:ext uri="{FF2B5EF4-FFF2-40B4-BE49-F238E27FC236}">
                  <a16:creationId xmlns:a16="http://schemas.microsoft.com/office/drawing/2014/main" id="{D082FDA3-34B7-4067-AF95-DF06D4417CD9}"/>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0">
              <a:extLst>
                <a:ext uri="{FF2B5EF4-FFF2-40B4-BE49-F238E27FC236}">
                  <a16:creationId xmlns:a16="http://schemas.microsoft.com/office/drawing/2014/main" id="{62F70024-B718-454D-A00C-F698B8649AA8}"/>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23" name="Graphic 31">
            <a:extLst>
              <a:ext uri="{FF2B5EF4-FFF2-40B4-BE49-F238E27FC236}">
                <a16:creationId xmlns:a16="http://schemas.microsoft.com/office/drawing/2014/main" id="{43AE8F5C-2FDB-4CE3-9F90-11588FC33B1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39478860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27896B65-6406-4653-B1DC-F69E4603314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B4F529A1-8E27-48C0-8395-0D2C24C23CA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0" name="Rectangle 9">
            <a:extLst>
              <a:ext uri="{FF2B5EF4-FFF2-40B4-BE49-F238E27FC236}">
                <a16:creationId xmlns:a16="http://schemas.microsoft.com/office/drawing/2014/main" id="{23F2542D-FACF-4FBC-9993-0A85A222730F}"/>
              </a:ext>
            </a:extLst>
          </p:cNvPr>
          <p:cNvSpPr/>
          <p:nvPr userDrawn="1"/>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10">
            <a:extLst>
              <a:ext uri="{FF2B5EF4-FFF2-40B4-BE49-F238E27FC236}">
                <a16:creationId xmlns:a16="http://schemas.microsoft.com/office/drawing/2014/main" id="{B38C2113-E679-4880-9724-09CA0CAA9BA9}"/>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pic>
        <p:nvPicPr>
          <p:cNvPr id="14" name="Graphic 31">
            <a:extLst>
              <a:ext uri="{FF2B5EF4-FFF2-40B4-BE49-F238E27FC236}">
                <a16:creationId xmlns:a16="http://schemas.microsoft.com/office/drawing/2014/main" id="{09116991-6DE6-4395-B194-865B5FA6C67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39132512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1" name="Rectangle 10"/>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7D686AB6-FF0C-4123-9325-1B0D3DE23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0" name="Text Placeholder 2">
            <a:extLst>
              <a:ext uri="{FF2B5EF4-FFF2-40B4-BE49-F238E27FC236}">
                <a16:creationId xmlns:a16="http://schemas.microsoft.com/office/drawing/2014/main" id="{B2226ADB-845F-4C5C-A8EE-88BE65AB800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3" name="Rectangle 12">
            <a:extLst>
              <a:ext uri="{FF2B5EF4-FFF2-40B4-BE49-F238E27FC236}">
                <a16:creationId xmlns:a16="http://schemas.microsoft.com/office/drawing/2014/main" id="{D1F8DF3C-0B4F-4D4F-8596-A73510D200FD}"/>
              </a:ext>
            </a:extLst>
          </p:cNvPr>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Freeform 20">
            <a:extLst>
              <a:ext uri="{FF2B5EF4-FFF2-40B4-BE49-F238E27FC236}">
                <a16:creationId xmlns:a16="http://schemas.microsoft.com/office/drawing/2014/main" id="{0C673198-ACF5-4AB7-A65C-0741EF5A1697}"/>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5" name="Graphic 31">
            <a:extLst>
              <a:ext uri="{FF2B5EF4-FFF2-40B4-BE49-F238E27FC236}">
                <a16:creationId xmlns:a16="http://schemas.microsoft.com/office/drawing/2014/main" id="{A5FF85FA-4F8B-4EBD-BEDE-EC54ED929A1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54674838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339AB15F-03B0-4706-83CA-17272774B4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B23A4B77-1686-450D-9C67-51B65F1B87B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3" name="Rectangle 12">
            <a:extLst>
              <a:ext uri="{FF2B5EF4-FFF2-40B4-BE49-F238E27FC236}">
                <a16:creationId xmlns:a16="http://schemas.microsoft.com/office/drawing/2014/main" id="{FC680581-3D87-415C-BCE0-1063383F798C}"/>
              </a:ext>
            </a:extLst>
          </p:cNvPr>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A444A4D2-A388-4542-BCEC-1225C3FFAB8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9739" y="377825"/>
            <a:ext cx="738525" cy="522000"/>
          </a:xfrm>
          <a:prstGeom prst="rect">
            <a:avLst/>
          </a:prstGeom>
        </p:spPr>
      </p:pic>
      <p:sp>
        <p:nvSpPr>
          <p:cNvPr id="16" name="Freeform 9">
            <a:extLst>
              <a:ext uri="{FF2B5EF4-FFF2-40B4-BE49-F238E27FC236}">
                <a16:creationId xmlns:a16="http://schemas.microsoft.com/office/drawing/2014/main" id="{CFE39F73-FDE5-4516-B7C5-B866547E9524}"/>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7" name="Rectangle 16">
            <a:extLst>
              <a:ext uri="{FF2B5EF4-FFF2-40B4-BE49-F238E27FC236}">
                <a16:creationId xmlns:a16="http://schemas.microsoft.com/office/drawing/2014/main" id="{03B79642-7DA3-4711-9DE9-EA6E795CBE9C}"/>
              </a:ext>
            </a:extLst>
          </p:cNvPr>
          <p:cNvSpPr/>
          <p:nvPr userDrawn="1"/>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0338506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00988D2-82A2-458F-83C4-DDF528994F0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CC859107-FD19-4226-A608-E9BE8671A66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
        <p:nvSpPr>
          <p:cNvPr id="10" name="Rectangle 9">
            <a:extLst>
              <a:ext uri="{FF2B5EF4-FFF2-40B4-BE49-F238E27FC236}">
                <a16:creationId xmlns:a16="http://schemas.microsoft.com/office/drawing/2014/main" id="{BBE0907C-69BE-4536-885A-2FA310CDBED4}"/>
              </a:ext>
            </a:extLst>
          </p:cNvPr>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10">
            <a:extLst>
              <a:ext uri="{FF2B5EF4-FFF2-40B4-BE49-F238E27FC236}">
                <a16:creationId xmlns:a16="http://schemas.microsoft.com/office/drawing/2014/main" id="{F08A3FAC-8AE7-4F16-8407-85D0F948D164}"/>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pic>
        <p:nvPicPr>
          <p:cNvPr id="14" name="Graphic 31">
            <a:extLst>
              <a:ext uri="{FF2B5EF4-FFF2-40B4-BE49-F238E27FC236}">
                <a16:creationId xmlns:a16="http://schemas.microsoft.com/office/drawing/2014/main" id="{5DE26148-3B3B-4677-A77D-63EA29D4555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8997725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2_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E841C89-9FC5-43A4-844D-AB62CBC2EB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D4877454-100C-4E10-9A9E-F6AD2F2F9F84}"/>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881346853"/>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2_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1AB162E7-8FD8-4304-8A81-63BF4C370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81FC4075-679E-4D60-938A-748CADDD962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1028194599"/>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2_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9E10B59E-1833-44B5-8681-D09E60BD3A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6A44FD2F-A8A0-4406-A893-2B023C1FBA5F}"/>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2622919204"/>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2_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3695FF9-7CF7-4B5D-B88A-16EAD663D0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92B3D6DA-C005-419A-9A80-9FA360F7CB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732461538"/>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2_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75D9748-2DD0-4FFA-A4DB-0870D106D5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FD08F0E-3E27-4620-A708-86D5F01A0B4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4082700369"/>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2_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5E0FDA98-D83C-4F8D-8C06-E1EC33D323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B8C97BD8-4E1D-420B-BED8-058F92E1D6D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3462831398"/>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2_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88F1BEC4-B7C8-40F3-80A4-023EE62D7FE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DCCDF01D-4284-4B49-922B-CC5473380BB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1853023272"/>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1_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C0D79F22-9145-4FB6-A417-23EAEBAE0E8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03F35AFB-525B-4610-8ABA-620C36499EE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2769075983"/>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1_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D08D196-F460-485B-9B5F-F9309E615A4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CE46A15D-5D47-4F9D-AE82-7850CDF907EC}"/>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1665194921"/>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1_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AD2262-AEBC-4DD5-8680-6A6F55F047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9FD150A3-A188-4177-AC97-4337644B63B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78024702"/>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1_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0A1DF176-8FAA-466E-A7A3-4168C09538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0" name="Text Placeholder 2">
            <a:extLst>
              <a:ext uri="{FF2B5EF4-FFF2-40B4-BE49-F238E27FC236}">
                <a16:creationId xmlns:a16="http://schemas.microsoft.com/office/drawing/2014/main" id="{EC65070B-DD11-4B89-A8A8-6D8C6468C29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3170658347"/>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1_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8AB7AED6-4DFA-4DBB-B3DC-591078FB0DD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69E3DC87-BE48-4B96-B86C-00DB8A66CF4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2800947408"/>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1_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68F9D1C8-5795-4F0C-8DB2-F087692944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D5393A2A-51FC-43E8-88C3-4A77760C4527}"/>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3684348148"/>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_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7A4F5004-F0DD-4BC5-9E39-C91C6C0C954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BE24FC32-9812-4DB8-8622-1007B7A817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3285178735"/>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Text Slide - With side bar B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277"/>
          <a:stretch/>
        </p:blipFill>
        <p:spPr>
          <a:xfrm>
            <a:off x="0" y="4485899"/>
            <a:ext cx="4401082" cy="1874860"/>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7"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9" name="Slide Number Placeholder 5">
            <a:extLst>
              <a:ext uri="{FF2B5EF4-FFF2-40B4-BE49-F238E27FC236}">
                <a16:creationId xmlns:a16="http://schemas.microsoft.com/office/drawing/2014/main" id="{23D6ABAC-98C2-4A0D-8B8C-8A597A57D62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0" name="Text Placeholder 2">
            <a:extLst>
              <a:ext uri="{FF2B5EF4-FFF2-40B4-BE49-F238E27FC236}">
                <a16:creationId xmlns:a16="http://schemas.microsoft.com/office/drawing/2014/main" id="{FFD0FE0C-257E-4211-9CAC-9BA769FC94D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3380514600"/>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1_Text Slide - With side bar B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531" y="4614727"/>
            <a:ext cx="4244154" cy="1944001"/>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7" name="Slide Number Placeholder 5">
            <a:extLst>
              <a:ext uri="{FF2B5EF4-FFF2-40B4-BE49-F238E27FC236}">
                <a16:creationId xmlns:a16="http://schemas.microsoft.com/office/drawing/2014/main" id="{ADB9D501-C2FE-4F4E-B0F6-FE58A17AB6F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FA961E50-B6CC-47F7-8DF6-C0AE1ADFAB7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2501252617"/>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3_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3F427447-CE66-4582-B744-A32983AD3D9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AF92F08D-E18C-48DE-85CF-0EEBD344D78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4017278159"/>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3_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A6C8B8C-BDD5-43B9-8C27-354C810E1C4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325162733"/>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3_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1F0A2D-AF77-453A-A628-E5249AE85BC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022B908-BA31-4E35-AAA8-AA6869D9D896}"/>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2389044428"/>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3_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DAB8CF2-F221-497D-8A4A-9E369C2BEE1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0" name="Text Placeholder 2">
            <a:extLst>
              <a:ext uri="{FF2B5EF4-FFF2-40B4-BE49-F238E27FC236}">
                <a16:creationId xmlns:a16="http://schemas.microsoft.com/office/drawing/2014/main" id="{7E3635FE-6F90-4286-8EBE-FEE651E560F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2775097581"/>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p:cSld name="3_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ED3A38F4-26AB-473F-A76C-F9BCE73BE57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C4EF76EF-23E8-4453-97F1-6B565EFFD6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451070842"/>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p:cSld name="3_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rgbClr val="004050"/>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53D750DE-56D0-4BC9-AA2A-42BE390D295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5680B404-A54E-4E7E-8BBE-C0FAF5A135C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3286213269"/>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3_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C313C4C-13AF-45F6-A71B-8AA193623E6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
        <p:nvSpPr>
          <p:cNvPr id="9" name="Text Placeholder 2">
            <a:extLst>
              <a:ext uri="{FF2B5EF4-FFF2-40B4-BE49-F238E27FC236}">
                <a16:creationId xmlns:a16="http://schemas.microsoft.com/office/drawing/2014/main" id="{7FD30B99-C964-41A2-983E-292CAEE023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pPr lvl="0"/>
            <a:r>
              <a:rPr lang="en-US"/>
              <a:t>Click to edit Master text styles</a:t>
            </a:r>
          </a:p>
        </p:txBody>
      </p:sp>
    </p:spTree>
    <p:extLst>
      <p:ext uri="{BB962C8B-B14F-4D97-AF65-F5344CB8AC3E}">
        <p14:creationId xmlns:p14="http://schemas.microsoft.com/office/powerpoint/2010/main" val="4017849156"/>
      </p:ext>
    </p:extLst>
  </p:cSld>
  <p:clrMapOvr>
    <a:masterClrMapping/>
  </p:clrMapOvr>
  <p:hf hd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pic>
        <p:nvPicPr>
          <p:cNvPr id="3" name="Graphic 31">
            <a:extLst>
              <a:ext uri="{FF2B5EF4-FFF2-40B4-BE49-F238E27FC236}">
                <a16:creationId xmlns:a16="http://schemas.microsoft.com/office/drawing/2014/main" id="{BF07CB53-EE82-464E-99DB-433208E1C2C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375012406"/>
      </p:ext>
    </p:extLst>
  </p:cSld>
  <p:clrMapOvr>
    <a:masterClrMapping/>
  </p:clrMapOvr>
  <p:hf hd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userDrawn="1">
  <p:cSld name="Title slide 4">
    <p:bg>
      <p:bgPr>
        <a:solidFill>
          <a:srgbClr val="ED612C"/>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1183" y="0"/>
            <a:ext cx="1097280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2" y="302478"/>
            <a:ext cx="2643023" cy="1610367"/>
          </a:xfrm>
          <a:prstGeom prst="rect">
            <a:avLst/>
          </a:prstGeom>
        </p:spPr>
      </p:pic>
      <p:sp>
        <p:nvSpPr>
          <p:cNvPr id="15" name="Text Placeholder 6">
            <a:extLst>
              <a:ext uri="{FF2B5EF4-FFF2-40B4-BE49-F238E27FC236}">
                <a16:creationId xmlns:a16="http://schemas.microsoft.com/office/drawing/2014/main" id="{1A795E37-8730-554E-933B-DB83671976DC}"/>
              </a:ext>
            </a:extLst>
          </p:cNvPr>
          <p:cNvSpPr>
            <a:spLocks noGrp="1"/>
          </p:cNvSpPr>
          <p:nvPr>
            <p:ph type="body" sz="quarter" idx="12" hasCustomPrompt="1"/>
          </p:nvPr>
        </p:nvSpPr>
        <p:spPr>
          <a:xfrm>
            <a:off x="385300" y="5306004"/>
            <a:ext cx="3919999"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
        <p:nvSpPr>
          <p:cNvPr id="16" name="Title 1">
            <a:extLst>
              <a:ext uri="{FF2B5EF4-FFF2-40B4-BE49-F238E27FC236}">
                <a16:creationId xmlns:a16="http://schemas.microsoft.com/office/drawing/2014/main" id="{1B8C6829-5776-E74B-ADE7-378B8F669AFB}"/>
              </a:ext>
            </a:extLst>
          </p:cNvPr>
          <p:cNvSpPr>
            <a:spLocks noGrp="1"/>
          </p:cNvSpPr>
          <p:nvPr>
            <p:ph type="ctrTitle" hasCustomPrompt="1"/>
          </p:nvPr>
        </p:nvSpPr>
        <p:spPr>
          <a:xfrm>
            <a:off x="385300" y="1914129"/>
            <a:ext cx="3919999" cy="2277604"/>
          </a:xfrm>
        </p:spPr>
        <p:txBody>
          <a:bodyPr anchor="b" anchorCtr="0">
            <a:noAutofit/>
          </a:bodyPr>
          <a:lstStyle>
            <a:lvl1pPr algn="l">
              <a:lnSpc>
                <a:spcPct val="100000"/>
              </a:lnSpc>
              <a:defRPr sz="3600" cap="all" baseline="0"/>
            </a:lvl1pPr>
          </a:lstStyle>
          <a:p>
            <a:r>
              <a:rPr lang="en-US" noProof="0"/>
              <a:t>CLICK TO EDIT TITLE</a:t>
            </a:r>
            <a:endParaRPr lang="en-GB" noProof="0"/>
          </a:p>
        </p:txBody>
      </p:sp>
      <p:grpSp>
        <p:nvGrpSpPr>
          <p:cNvPr id="17" name="Group 16">
            <a:extLst>
              <a:ext uri="{FF2B5EF4-FFF2-40B4-BE49-F238E27FC236}">
                <a16:creationId xmlns:a16="http://schemas.microsoft.com/office/drawing/2014/main" id="{E5A44845-D04A-D64E-80F5-1E6EC6EF984B}"/>
              </a:ext>
            </a:extLst>
          </p:cNvPr>
          <p:cNvGrpSpPr/>
          <p:nvPr userDrawn="1"/>
        </p:nvGrpSpPr>
        <p:grpSpPr>
          <a:xfrm>
            <a:off x="509568" y="3503895"/>
            <a:ext cx="6359624" cy="2437013"/>
            <a:chOff x="-1420" y="3503895"/>
            <a:chExt cx="6359624" cy="2437013"/>
          </a:xfrm>
          <a:solidFill>
            <a:srgbClr val="004050"/>
          </a:solidFill>
        </p:grpSpPr>
        <p:sp>
          <p:nvSpPr>
            <p:cNvPr id="18" name="Freeform 17">
              <a:extLst>
                <a:ext uri="{FF2B5EF4-FFF2-40B4-BE49-F238E27FC236}">
                  <a16:creationId xmlns:a16="http://schemas.microsoft.com/office/drawing/2014/main" id="{48BE5716-4C67-7F49-9AB4-96E2726363AE}"/>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6C88AC0D-F7D7-8841-9EEC-3CF787C22458}"/>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D8F806E4-B1B9-ED4F-B299-F02A4A4AB15C}"/>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
        <p:nvSpPr>
          <p:cNvPr id="21" name="Rectangle 20">
            <a:extLst>
              <a:ext uri="{FF2B5EF4-FFF2-40B4-BE49-F238E27FC236}">
                <a16:creationId xmlns:a16="http://schemas.microsoft.com/office/drawing/2014/main" id="{5F9772C6-2882-F44C-BB68-B9C55932026B}"/>
              </a:ext>
            </a:extLst>
          </p:cNvPr>
          <p:cNvSpPr/>
          <p:nvPr userDrawn="1"/>
        </p:nvSpPr>
        <p:spPr>
          <a:xfrm>
            <a:off x="0" y="4310243"/>
            <a:ext cx="4407461" cy="227469"/>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2" name="Rectangle 21">
            <a:extLst>
              <a:ext uri="{FF2B5EF4-FFF2-40B4-BE49-F238E27FC236}">
                <a16:creationId xmlns:a16="http://schemas.microsoft.com/office/drawing/2014/main" id="{3D844E97-E982-B54D-9ED8-47C261639D4D}"/>
              </a:ext>
            </a:extLst>
          </p:cNvPr>
          <p:cNvSpPr/>
          <p:nvPr userDrawn="1"/>
        </p:nvSpPr>
        <p:spPr>
          <a:xfrm>
            <a:off x="0" y="4903556"/>
            <a:ext cx="4407461" cy="227469"/>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Tree>
    <p:extLst>
      <p:ext uri="{BB962C8B-B14F-4D97-AF65-F5344CB8AC3E}">
        <p14:creationId xmlns:p14="http://schemas.microsoft.com/office/powerpoint/2010/main" val="2728014719"/>
      </p:ext>
    </p:extLst>
  </p:cSld>
  <p:clrMapOvr>
    <a:masterClrMapping/>
  </p:clrMapOvr>
  <p:extLst>
    <p:ext uri="{DCECCB84-F9BA-43D5-87BE-67443E8EF086}">
      <p15:sldGuideLst xmlns:p15="http://schemas.microsoft.com/office/powerpoint/2012/main">
        <p15:guide id="1" orient="horz" pos="363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5.xml"/><Relationship Id="rId21" Type="http://schemas.openxmlformats.org/officeDocument/2006/relationships/slideLayout" Target="../slideLayouts/slideLayout30.xml"/><Relationship Id="rId42" Type="http://schemas.openxmlformats.org/officeDocument/2006/relationships/slideLayout" Target="../slideLayouts/slideLayout51.xml"/><Relationship Id="rId47" Type="http://schemas.openxmlformats.org/officeDocument/2006/relationships/slideLayout" Target="../slideLayouts/slideLayout56.xml"/><Relationship Id="rId63" Type="http://schemas.openxmlformats.org/officeDocument/2006/relationships/slideLayout" Target="../slideLayouts/slideLayout72.xml"/><Relationship Id="rId68" Type="http://schemas.openxmlformats.org/officeDocument/2006/relationships/slideLayout" Target="../slideLayouts/slideLayout77.xml"/><Relationship Id="rId84" Type="http://schemas.openxmlformats.org/officeDocument/2006/relationships/slideLayout" Target="../slideLayouts/slideLayout93.xml"/><Relationship Id="rId89" Type="http://schemas.openxmlformats.org/officeDocument/2006/relationships/slideLayout" Target="../slideLayouts/slideLayout98.xml"/><Relationship Id="rId16" Type="http://schemas.openxmlformats.org/officeDocument/2006/relationships/slideLayout" Target="../slideLayouts/slideLayout25.xml"/><Relationship Id="rId107" Type="http://schemas.openxmlformats.org/officeDocument/2006/relationships/image" Target="../media/image1.png"/><Relationship Id="rId11" Type="http://schemas.openxmlformats.org/officeDocument/2006/relationships/slideLayout" Target="../slideLayouts/slideLayout20.xml"/><Relationship Id="rId32" Type="http://schemas.openxmlformats.org/officeDocument/2006/relationships/slideLayout" Target="../slideLayouts/slideLayout41.xml"/><Relationship Id="rId37" Type="http://schemas.openxmlformats.org/officeDocument/2006/relationships/slideLayout" Target="../slideLayouts/slideLayout46.xml"/><Relationship Id="rId53" Type="http://schemas.openxmlformats.org/officeDocument/2006/relationships/slideLayout" Target="../slideLayouts/slideLayout62.xml"/><Relationship Id="rId58" Type="http://schemas.openxmlformats.org/officeDocument/2006/relationships/slideLayout" Target="../slideLayouts/slideLayout67.xml"/><Relationship Id="rId74" Type="http://schemas.openxmlformats.org/officeDocument/2006/relationships/slideLayout" Target="../slideLayouts/slideLayout83.xml"/><Relationship Id="rId79" Type="http://schemas.openxmlformats.org/officeDocument/2006/relationships/slideLayout" Target="../slideLayouts/slideLayout88.xml"/><Relationship Id="rId102" Type="http://schemas.openxmlformats.org/officeDocument/2006/relationships/slideLayout" Target="../slideLayouts/slideLayout111.xml"/><Relationship Id="rId5" Type="http://schemas.openxmlformats.org/officeDocument/2006/relationships/slideLayout" Target="../slideLayouts/slideLayout14.xml"/><Relationship Id="rId90" Type="http://schemas.openxmlformats.org/officeDocument/2006/relationships/slideLayout" Target="../slideLayouts/slideLayout99.xml"/><Relationship Id="rId95" Type="http://schemas.openxmlformats.org/officeDocument/2006/relationships/slideLayout" Target="../slideLayouts/slideLayout104.xml"/><Relationship Id="rId22" Type="http://schemas.openxmlformats.org/officeDocument/2006/relationships/slideLayout" Target="../slideLayouts/slideLayout31.xml"/><Relationship Id="rId27" Type="http://schemas.openxmlformats.org/officeDocument/2006/relationships/slideLayout" Target="../slideLayouts/slideLayout36.xml"/><Relationship Id="rId43" Type="http://schemas.openxmlformats.org/officeDocument/2006/relationships/slideLayout" Target="../slideLayouts/slideLayout52.xml"/><Relationship Id="rId48" Type="http://schemas.openxmlformats.org/officeDocument/2006/relationships/slideLayout" Target="../slideLayouts/slideLayout57.xml"/><Relationship Id="rId64" Type="http://schemas.openxmlformats.org/officeDocument/2006/relationships/slideLayout" Target="../slideLayouts/slideLayout73.xml"/><Relationship Id="rId69" Type="http://schemas.openxmlformats.org/officeDocument/2006/relationships/slideLayout" Target="../slideLayouts/slideLayout78.xml"/><Relationship Id="rId80" Type="http://schemas.openxmlformats.org/officeDocument/2006/relationships/slideLayout" Target="../slideLayouts/slideLayout89.xml"/><Relationship Id="rId85" Type="http://schemas.openxmlformats.org/officeDocument/2006/relationships/slideLayout" Target="../slideLayouts/slideLayout94.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33" Type="http://schemas.openxmlformats.org/officeDocument/2006/relationships/slideLayout" Target="../slideLayouts/slideLayout42.xml"/><Relationship Id="rId38" Type="http://schemas.openxmlformats.org/officeDocument/2006/relationships/slideLayout" Target="../slideLayouts/slideLayout47.xml"/><Relationship Id="rId59" Type="http://schemas.openxmlformats.org/officeDocument/2006/relationships/slideLayout" Target="../slideLayouts/slideLayout68.xml"/><Relationship Id="rId103" Type="http://schemas.openxmlformats.org/officeDocument/2006/relationships/slideLayout" Target="../slideLayouts/slideLayout112.xml"/><Relationship Id="rId108" Type="http://schemas.openxmlformats.org/officeDocument/2006/relationships/image" Target="../media/image4.svg"/><Relationship Id="rId54" Type="http://schemas.openxmlformats.org/officeDocument/2006/relationships/slideLayout" Target="../slideLayouts/slideLayout63.xml"/><Relationship Id="rId70" Type="http://schemas.openxmlformats.org/officeDocument/2006/relationships/slideLayout" Target="../slideLayouts/slideLayout79.xml"/><Relationship Id="rId75" Type="http://schemas.openxmlformats.org/officeDocument/2006/relationships/slideLayout" Target="../slideLayouts/slideLayout84.xml"/><Relationship Id="rId91" Type="http://schemas.openxmlformats.org/officeDocument/2006/relationships/slideLayout" Target="../slideLayouts/slideLayout100.xml"/><Relationship Id="rId96" Type="http://schemas.openxmlformats.org/officeDocument/2006/relationships/slideLayout" Target="../slideLayouts/slideLayout105.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5" Type="http://schemas.openxmlformats.org/officeDocument/2006/relationships/slideLayout" Target="../slideLayouts/slideLayout24.xml"/><Relationship Id="rId23" Type="http://schemas.openxmlformats.org/officeDocument/2006/relationships/slideLayout" Target="../slideLayouts/slideLayout32.xml"/><Relationship Id="rId28" Type="http://schemas.openxmlformats.org/officeDocument/2006/relationships/slideLayout" Target="../slideLayouts/slideLayout37.xml"/><Relationship Id="rId36" Type="http://schemas.openxmlformats.org/officeDocument/2006/relationships/slideLayout" Target="../slideLayouts/slideLayout45.xml"/><Relationship Id="rId49" Type="http://schemas.openxmlformats.org/officeDocument/2006/relationships/slideLayout" Target="../slideLayouts/slideLayout58.xml"/><Relationship Id="rId57" Type="http://schemas.openxmlformats.org/officeDocument/2006/relationships/slideLayout" Target="../slideLayouts/slideLayout66.xml"/><Relationship Id="rId106" Type="http://schemas.openxmlformats.org/officeDocument/2006/relationships/theme" Target="../theme/theme2.xml"/><Relationship Id="rId10" Type="http://schemas.openxmlformats.org/officeDocument/2006/relationships/slideLayout" Target="../slideLayouts/slideLayout19.xml"/><Relationship Id="rId31" Type="http://schemas.openxmlformats.org/officeDocument/2006/relationships/slideLayout" Target="../slideLayouts/slideLayout40.xml"/><Relationship Id="rId44" Type="http://schemas.openxmlformats.org/officeDocument/2006/relationships/slideLayout" Target="../slideLayouts/slideLayout53.xml"/><Relationship Id="rId52" Type="http://schemas.openxmlformats.org/officeDocument/2006/relationships/slideLayout" Target="../slideLayouts/slideLayout61.xml"/><Relationship Id="rId60" Type="http://schemas.openxmlformats.org/officeDocument/2006/relationships/slideLayout" Target="../slideLayouts/slideLayout69.xml"/><Relationship Id="rId65" Type="http://schemas.openxmlformats.org/officeDocument/2006/relationships/slideLayout" Target="../slideLayouts/slideLayout74.xml"/><Relationship Id="rId73" Type="http://schemas.openxmlformats.org/officeDocument/2006/relationships/slideLayout" Target="../slideLayouts/slideLayout82.xml"/><Relationship Id="rId78" Type="http://schemas.openxmlformats.org/officeDocument/2006/relationships/slideLayout" Target="../slideLayouts/slideLayout87.xml"/><Relationship Id="rId81" Type="http://schemas.openxmlformats.org/officeDocument/2006/relationships/slideLayout" Target="../slideLayouts/slideLayout90.xml"/><Relationship Id="rId86" Type="http://schemas.openxmlformats.org/officeDocument/2006/relationships/slideLayout" Target="../slideLayouts/slideLayout95.xml"/><Relationship Id="rId94" Type="http://schemas.openxmlformats.org/officeDocument/2006/relationships/slideLayout" Target="../slideLayouts/slideLayout103.xml"/><Relationship Id="rId99" Type="http://schemas.openxmlformats.org/officeDocument/2006/relationships/slideLayout" Target="../slideLayouts/slideLayout108.xml"/><Relationship Id="rId101" Type="http://schemas.openxmlformats.org/officeDocument/2006/relationships/slideLayout" Target="../slideLayouts/slideLayout110.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9" Type="http://schemas.openxmlformats.org/officeDocument/2006/relationships/slideLayout" Target="../slideLayouts/slideLayout48.xml"/><Relationship Id="rId109" Type="http://schemas.openxmlformats.org/officeDocument/2006/relationships/image" Target="../media/image3.png"/><Relationship Id="rId34" Type="http://schemas.openxmlformats.org/officeDocument/2006/relationships/slideLayout" Target="../slideLayouts/slideLayout43.xml"/><Relationship Id="rId50" Type="http://schemas.openxmlformats.org/officeDocument/2006/relationships/slideLayout" Target="../slideLayouts/slideLayout59.xml"/><Relationship Id="rId55" Type="http://schemas.openxmlformats.org/officeDocument/2006/relationships/slideLayout" Target="../slideLayouts/slideLayout64.xml"/><Relationship Id="rId76" Type="http://schemas.openxmlformats.org/officeDocument/2006/relationships/slideLayout" Target="../slideLayouts/slideLayout85.xml"/><Relationship Id="rId97" Type="http://schemas.openxmlformats.org/officeDocument/2006/relationships/slideLayout" Target="../slideLayouts/slideLayout106.xml"/><Relationship Id="rId104" Type="http://schemas.openxmlformats.org/officeDocument/2006/relationships/slideLayout" Target="../slideLayouts/slideLayout113.xml"/><Relationship Id="rId7" Type="http://schemas.openxmlformats.org/officeDocument/2006/relationships/slideLayout" Target="../slideLayouts/slideLayout16.xml"/><Relationship Id="rId71" Type="http://schemas.openxmlformats.org/officeDocument/2006/relationships/slideLayout" Target="../slideLayouts/slideLayout80.xml"/><Relationship Id="rId92" Type="http://schemas.openxmlformats.org/officeDocument/2006/relationships/slideLayout" Target="../slideLayouts/slideLayout101.xml"/><Relationship Id="rId2" Type="http://schemas.openxmlformats.org/officeDocument/2006/relationships/slideLayout" Target="../slideLayouts/slideLayout11.xml"/><Relationship Id="rId29" Type="http://schemas.openxmlformats.org/officeDocument/2006/relationships/slideLayout" Target="../slideLayouts/slideLayout38.xml"/><Relationship Id="rId24" Type="http://schemas.openxmlformats.org/officeDocument/2006/relationships/slideLayout" Target="../slideLayouts/slideLayout33.xml"/><Relationship Id="rId40" Type="http://schemas.openxmlformats.org/officeDocument/2006/relationships/slideLayout" Target="../slideLayouts/slideLayout49.xml"/><Relationship Id="rId45" Type="http://schemas.openxmlformats.org/officeDocument/2006/relationships/slideLayout" Target="../slideLayouts/slideLayout54.xml"/><Relationship Id="rId66" Type="http://schemas.openxmlformats.org/officeDocument/2006/relationships/slideLayout" Target="../slideLayouts/slideLayout75.xml"/><Relationship Id="rId87" Type="http://schemas.openxmlformats.org/officeDocument/2006/relationships/slideLayout" Target="../slideLayouts/slideLayout96.xml"/><Relationship Id="rId61" Type="http://schemas.openxmlformats.org/officeDocument/2006/relationships/slideLayout" Target="../slideLayouts/slideLayout70.xml"/><Relationship Id="rId82" Type="http://schemas.openxmlformats.org/officeDocument/2006/relationships/slideLayout" Target="../slideLayouts/slideLayout91.xml"/><Relationship Id="rId19" Type="http://schemas.openxmlformats.org/officeDocument/2006/relationships/slideLayout" Target="../slideLayouts/slideLayout28.xml"/><Relationship Id="rId14" Type="http://schemas.openxmlformats.org/officeDocument/2006/relationships/slideLayout" Target="../slideLayouts/slideLayout23.xml"/><Relationship Id="rId30" Type="http://schemas.openxmlformats.org/officeDocument/2006/relationships/slideLayout" Target="../slideLayouts/slideLayout39.xml"/><Relationship Id="rId35" Type="http://schemas.openxmlformats.org/officeDocument/2006/relationships/slideLayout" Target="../slideLayouts/slideLayout44.xml"/><Relationship Id="rId56" Type="http://schemas.openxmlformats.org/officeDocument/2006/relationships/slideLayout" Target="../slideLayouts/slideLayout65.xml"/><Relationship Id="rId77" Type="http://schemas.openxmlformats.org/officeDocument/2006/relationships/slideLayout" Target="../slideLayouts/slideLayout86.xml"/><Relationship Id="rId100" Type="http://schemas.openxmlformats.org/officeDocument/2006/relationships/slideLayout" Target="../slideLayouts/slideLayout109.xml"/><Relationship Id="rId105" Type="http://schemas.openxmlformats.org/officeDocument/2006/relationships/slideLayout" Target="../slideLayouts/slideLayout114.xml"/><Relationship Id="rId8" Type="http://schemas.openxmlformats.org/officeDocument/2006/relationships/slideLayout" Target="../slideLayouts/slideLayout17.xml"/><Relationship Id="rId51" Type="http://schemas.openxmlformats.org/officeDocument/2006/relationships/slideLayout" Target="../slideLayouts/slideLayout60.xml"/><Relationship Id="rId72" Type="http://schemas.openxmlformats.org/officeDocument/2006/relationships/slideLayout" Target="../slideLayouts/slideLayout81.xml"/><Relationship Id="rId93" Type="http://schemas.openxmlformats.org/officeDocument/2006/relationships/slideLayout" Target="../slideLayouts/slideLayout102.xml"/><Relationship Id="rId98" Type="http://schemas.openxmlformats.org/officeDocument/2006/relationships/slideLayout" Target="../slideLayouts/slideLayout107.xml"/><Relationship Id="rId3" Type="http://schemas.openxmlformats.org/officeDocument/2006/relationships/slideLayout" Target="../slideLayouts/slideLayout12.xml"/><Relationship Id="rId25" Type="http://schemas.openxmlformats.org/officeDocument/2006/relationships/slideLayout" Target="../slideLayouts/slideLayout34.xml"/><Relationship Id="rId46" Type="http://schemas.openxmlformats.org/officeDocument/2006/relationships/slideLayout" Target="../slideLayouts/slideLayout55.xml"/><Relationship Id="rId67" Type="http://schemas.openxmlformats.org/officeDocument/2006/relationships/slideLayout" Target="../slideLayouts/slideLayout76.xml"/><Relationship Id="rId20" Type="http://schemas.openxmlformats.org/officeDocument/2006/relationships/slideLayout" Target="../slideLayouts/slideLayout29.xml"/><Relationship Id="rId41" Type="http://schemas.openxmlformats.org/officeDocument/2006/relationships/slideLayout" Target="../slideLayouts/slideLayout50.xml"/><Relationship Id="rId62" Type="http://schemas.openxmlformats.org/officeDocument/2006/relationships/slideLayout" Target="../slideLayouts/slideLayout71.xml"/><Relationship Id="rId83" Type="http://schemas.openxmlformats.org/officeDocument/2006/relationships/slideLayout" Target="../slideLayouts/slideLayout92.xml"/><Relationship Id="rId88" Type="http://schemas.openxmlformats.org/officeDocument/2006/relationships/slideLayout" Target="../slideLayouts/slideLayout9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57744936"/>
      </p:ext>
    </p:extLst>
  </p:cSld>
  <p:clrMap bg1="lt1" tx1="dk1" bg2="lt2" tx2="dk2" accent1="accent1" accent2="accent2" accent3="accent3" accent4="accent4" accent5="accent5" accent6="accent6" hlink="hlink" folHlink="folHlink"/>
  <p:sldLayoutIdLst>
    <p:sldLayoutId id="2147484204" r:id="rId1"/>
    <p:sldLayoutId id="2147484205" r:id="rId2"/>
    <p:sldLayoutId id="2147484206" r:id="rId3"/>
    <p:sldLayoutId id="2147484207" r:id="rId4"/>
    <p:sldLayoutId id="2147484208" r:id="rId5"/>
    <p:sldLayoutId id="2147484209" r:id="rId6"/>
    <p:sldLayoutId id="2147484210" r:id="rId7"/>
    <p:sldLayoutId id="2147484216" r:id="rId8"/>
    <p:sldLayoutId id="2147484217" r:id="rId9"/>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349374" y="1138012"/>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1350676" y="1944209"/>
            <a:ext cx="9490362" cy="423275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Graphic 31">
            <a:extLst>
              <a:ext uri="{FF2B5EF4-FFF2-40B4-BE49-F238E27FC236}">
                <a16:creationId xmlns:a16="http://schemas.microsoft.com/office/drawing/2014/main" id="{E04B9394-820E-45B1-AED1-10AA3CC584A2}"/>
              </a:ext>
            </a:extLst>
          </p:cNvPr>
          <p:cNvPicPr>
            <a:picLocks noChangeAspect="1"/>
          </p:cNvPicPr>
          <p:nvPr/>
        </p:nvPicPr>
        <p:blipFill>
          <a:blip r:embed="rId107">
            <a:extLst>
              <a:ext uri="{96DAC541-7B7A-43D3-8B79-37D633B846F1}">
                <asvg:svgBlip xmlns:asvg="http://schemas.microsoft.com/office/drawing/2016/SVG/main" r:embed="rId108"/>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F25BFF78-5EE7-4B04-B46B-A0F8EF1FD0A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074068021"/>
      </p:ext>
    </p:extLst>
  </p:cSld>
  <p:clrMap bg1="lt1" tx1="dk1" bg2="lt2" tx2="dk2" accent1="accent1" accent2="accent2" accent3="accent3" accent4="accent4" accent5="accent5" accent6="accent6" hlink="hlink" folHlink="folHlink"/>
  <p:sldLayoutIdLst>
    <p:sldLayoutId id="2147484448" r:id="rId1"/>
    <p:sldLayoutId id="2147484449" r:id="rId2"/>
    <p:sldLayoutId id="2147484450" r:id="rId3"/>
    <p:sldLayoutId id="2147484451" r:id="rId4"/>
    <p:sldLayoutId id="2147484452" r:id="rId5"/>
    <p:sldLayoutId id="2147484453" r:id="rId6"/>
    <p:sldLayoutId id="2147484454" r:id="rId7"/>
    <p:sldLayoutId id="2147484455" r:id="rId8"/>
    <p:sldLayoutId id="2147484456" r:id="rId9"/>
    <p:sldLayoutId id="2147484457" r:id="rId10"/>
    <p:sldLayoutId id="2147484458" r:id="rId11"/>
    <p:sldLayoutId id="2147484459" r:id="rId12"/>
    <p:sldLayoutId id="2147484460" r:id="rId13"/>
    <p:sldLayoutId id="2147484461" r:id="rId14"/>
    <p:sldLayoutId id="2147484462" r:id="rId15"/>
    <p:sldLayoutId id="2147484463" r:id="rId16"/>
    <p:sldLayoutId id="2147484464" r:id="rId17"/>
    <p:sldLayoutId id="2147484465" r:id="rId18"/>
    <p:sldLayoutId id="2147484466" r:id="rId19"/>
    <p:sldLayoutId id="2147484467" r:id="rId20"/>
    <p:sldLayoutId id="2147484468" r:id="rId21"/>
    <p:sldLayoutId id="2147484469" r:id="rId22"/>
    <p:sldLayoutId id="2147484470" r:id="rId23"/>
    <p:sldLayoutId id="2147484471" r:id="rId24"/>
    <p:sldLayoutId id="2147484472" r:id="rId25"/>
    <p:sldLayoutId id="2147484473" r:id="rId26"/>
    <p:sldLayoutId id="2147484474" r:id="rId27"/>
    <p:sldLayoutId id="2147484475" r:id="rId28"/>
    <p:sldLayoutId id="2147484476" r:id="rId29"/>
    <p:sldLayoutId id="2147484477" r:id="rId30"/>
    <p:sldLayoutId id="2147484478" r:id="rId31"/>
    <p:sldLayoutId id="2147484479" r:id="rId32"/>
    <p:sldLayoutId id="2147484480" r:id="rId33"/>
    <p:sldLayoutId id="2147484481" r:id="rId34"/>
    <p:sldLayoutId id="2147484482" r:id="rId35"/>
    <p:sldLayoutId id="2147484483" r:id="rId36"/>
    <p:sldLayoutId id="2147484484" r:id="rId37"/>
    <p:sldLayoutId id="2147484485" r:id="rId38"/>
    <p:sldLayoutId id="2147484486" r:id="rId39"/>
    <p:sldLayoutId id="2147484487" r:id="rId40"/>
    <p:sldLayoutId id="2147484488" r:id="rId41"/>
    <p:sldLayoutId id="2147484489" r:id="rId42"/>
    <p:sldLayoutId id="2147484490" r:id="rId43"/>
    <p:sldLayoutId id="2147484491" r:id="rId44"/>
    <p:sldLayoutId id="2147484492" r:id="rId45"/>
    <p:sldLayoutId id="2147484493" r:id="rId46"/>
    <p:sldLayoutId id="2147484494" r:id="rId47"/>
    <p:sldLayoutId id="2147484495" r:id="rId48"/>
    <p:sldLayoutId id="2147484496" r:id="rId49"/>
    <p:sldLayoutId id="2147484497" r:id="rId50"/>
    <p:sldLayoutId id="2147484498" r:id="rId51"/>
    <p:sldLayoutId id="2147484499" r:id="rId52"/>
    <p:sldLayoutId id="2147484500" r:id="rId53"/>
    <p:sldLayoutId id="2147484501" r:id="rId54"/>
    <p:sldLayoutId id="2147484502" r:id="rId55"/>
    <p:sldLayoutId id="2147484503" r:id="rId56"/>
    <p:sldLayoutId id="2147484504" r:id="rId57"/>
    <p:sldLayoutId id="2147484505" r:id="rId58"/>
    <p:sldLayoutId id="2147484506" r:id="rId59"/>
    <p:sldLayoutId id="2147484507" r:id="rId60"/>
    <p:sldLayoutId id="2147484508" r:id="rId61"/>
    <p:sldLayoutId id="2147484509" r:id="rId62"/>
    <p:sldLayoutId id="2147484510" r:id="rId63"/>
    <p:sldLayoutId id="2147484511" r:id="rId64"/>
    <p:sldLayoutId id="2147484512" r:id="rId65"/>
    <p:sldLayoutId id="2147484513" r:id="rId66"/>
    <p:sldLayoutId id="2147484514" r:id="rId67"/>
    <p:sldLayoutId id="2147484515" r:id="rId68"/>
    <p:sldLayoutId id="2147484516" r:id="rId69"/>
    <p:sldLayoutId id="2147484517" r:id="rId70"/>
    <p:sldLayoutId id="2147484518" r:id="rId71"/>
    <p:sldLayoutId id="2147484519" r:id="rId72"/>
    <p:sldLayoutId id="2147484520" r:id="rId73"/>
    <p:sldLayoutId id="2147484521" r:id="rId74"/>
    <p:sldLayoutId id="2147484522" r:id="rId75"/>
    <p:sldLayoutId id="2147484523" r:id="rId76"/>
    <p:sldLayoutId id="2147484524" r:id="rId77"/>
    <p:sldLayoutId id="2147484525" r:id="rId78"/>
    <p:sldLayoutId id="2147484526" r:id="rId79"/>
    <p:sldLayoutId id="2147484527" r:id="rId80"/>
    <p:sldLayoutId id="2147484528" r:id="rId81"/>
    <p:sldLayoutId id="2147484529" r:id="rId82"/>
    <p:sldLayoutId id="2147484530" r:id="rId83"/>
    <p:sldLayoutId id="2147484531" r:id="rId84"/>
    <p:sldLayoutId id="2147484532" r:id="rId85"/>
    <p:sldLayoutId id="2147484533" r:id="rId86"/>
    <p:sldLayoutId id="2147484534" r:id="rId87"/>
    <p:sldLayoutId id="2147484535" r:id="rId88"/>
    <p:sldLayoutId id="2147484536" r:id="rId89"/>
    <p:sldLayoutId id="2147484537" r:id="rId90"/>
    <p:sldLayoutId id="2147484538" r:id="rId91"/>
    <p:sldLayoutId id="2147484539" r:id="rId92"/>
    <p:sldLayoutId id="2147484540" r:id="rId93"/>
    <p:sldLayoutId id="2147484541" r:id="rId94"/>
    <p:sldLayoutId id="2147484542" r:id="rId95"/>
    <p:sldLayoutId id="2147484543" r:id="rId96"/>
    <p:sldLayoutId id="2147484544" r:id="rId97"/>
    <p:sldLayoutId id="2147484545" r:id="rId98"/>
    <p:sldLayoutId id="2147484546" r:id="rId99"/>
    <p:sldLayoutId id="2147484547" r:id="rId100"/>
    <p:sldLayoutId id="2147484548" r:id="rId101"/>
    <p:sldLayoutId id="2147484549" r:id="rId102"/>
    <p:sldLayoutId id="2147484550" r:id="rId103"/>
    <p:sldLayoutId id="2147484551" r:id="rId104"/>
    <p:sldLayoutId id="2147484552" r:id="rId105"/>
  </p:sldLayoutIdLst>
  <p:hf hd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109"/>
        </a:buBlip>
        <a:defRPr sz="1800" b="1" i="0" kern="1200">
          <a:solidFill>
            <a:schemeClr val="tx1"/>
          </a:solidFill>
          <a:latin typeface="Montserrat" pitchFamily="2" charset="77"/>
          <a:ea typeface="+mn-ea"/>
          <a:cs typeface="+mn-cs"/>
        </a:defRPr>
      </a:lvl1pPr>
      <a:lvl2pPr marL="360000" indent="-180000" algn="l" defTabSz="914400" rtl="0" eaLnBrk="1" latinLnBrk="0" hangingPunct="1">
        <a:lnSpc>
          <a:spcPts val="1400"/>
        </a:lnSpc>
        <a:spcBef>
          <a:spcPts val="0"/>
        </a:spcBef>
        <a:spcAft>
          <a:spcPts val="650"/>
        </a:spcAft>
        <a:buSzPct val="125000"/>
        <a:buFontTx/>
        <a:buBlip>
          <a:blip r:embed="rId109"/>
        </a:buBlip>
        <a:tabLst/>
        <a:defRPr sz="1200" kern="1200">
          <a:solidFill>
            <a:schemeClr val="tx1"/>
          </a:solidFill>
          <a:latin typeface="Montserrat" pitchFamily="2" charset="77"/>
          <a:ea typeface="+mn-ea"/>
          <a:cs typeface="+mn-cs"/>
        </a:defRPr>
      </a:lvl2pPr>
      <a:lvl3pPr marL="540000" indent="-180000" algn="l" defTabSz="914400" rtl="0" eaLnBrk="1" latinLnBrk="0" hangingPunct="1">
        <a:lnSpc>
          <a:spcPts val="1400"/>
        </a:lnSpc>
        <a:spcBef>
          <a:spcPts val="0"/>
        </a:spcBef>
        <a:spcAft>
          <a:spcPts val="650"/>
        </a:spcAft>
        <a:buSzPct val="120000"/>
        <a:buFontTx/>
        <a:buBlip>
          <a:blip r:embed="rId109"/>
        </a:buBlip>
        <a:tabLst/>
        <a:defRPr sz="1000" b="1" i="0" kern="1200">
          <a:solidFill>
            <a:schemeClr val="tx1"/>
          </a:solidFill>
          <a:latin typeface="Montserrat" pitchFamily="2" charset="77"/>
          <a:ea typeface="+mn-ea"/>
          <a:cs typeface="+mn-cs"/>
        </a:defRPr>
      </a:lvl3pPr>
      <a:lvl4pPr marL="720000" indent="-180000" algn="l" defTabSz="914400" rtl="0" eaLnBrk="1" latinLnBrk="0" hangingPunct="1">
        <a:lnSpc>
          <a:spcPts val="1200"/>
        </a:lnSpc>
        <a:spcBef>
          <a:spcPts val="0"/>
        </a:spcBef>
        <a:spcAft>
          <a:spcPts val="650"/>
        </a:spcAft>
        <a:buSzPct val="120000"/>
        <a:buFontTx/>
        <a:buBlip>
          <a:blip r:embed="rId109"/>
        </a:buBlip>
        <a:tabLst/>
        <a:defRPr sz="1000" kern="1200">
          <a:solidFill>
            <a:schemeClr val="tx1"/>
          </a:solidFill>
          <a:latin typeface="Montserrat" pitchFamily="2" charset="77"/>
          <a:ea typeface="+mn-ea"/>
          <a:cs typeface="+mn-cs"/>
        </a:defRPr>
      </a:lvl4pPr>
      <a:lvl5pPr marL="900000" indent="-180000" algn="l" defTabSz="914400" rtl="0" eaLnBrk="1" latinLnBrk="0" hangingPunct="1">
        <a:lnSpc>
          <a:spcPts val="1000"/>
        </a:lnSpc>
        <a:spcBef>
          <a:spcPts val="0"/>
        </a:spcBef>
        <a:spcAft>
          <a:spcPts val="650"/>
        </a:spcAft>
        <a:buSzPct val="125000"/>
        <a:buFontTx/>
        <a:buBlip>
          <a:blip r:embed="rId109"/>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2" orient="horz" pos="4081">
          <p15:clr>
            <a:srgbClr val="F26B43"/>
          </p15:clr>
        </p15:guide>
        <p15:guide id="3" pos="237">
          <p15:clr>
            <a:srgbClr val="F26B43"/>
          </p15:clr>
        </p15:guide>
        <p15:guide id="4" pos="732">
          <p15:clr>
            <a:srgbClr val="F26B43"/>
          </p15:clr>
        </p15:guide>
        <p15:guide id="5" pos="850">
          <p15:clr>
            <a:srgbClr val="F26B43"/>
          </p15:clr>
        </p15:guide>
        <p15:guide id="6" pos="1345">
          <p15:clr>
            <a:srgbClr val="F26B43"/>
          </p15:clr>
        </p15:guide>
        <p15:guide id="7" pos="1460">
          <p15:clr>
            <a:srgbClr val="F26B43"/>
          </p15:clr>
        </p15:guide>
        <p15:guide id="8" pos="1954">
          <p15:clr>
            <a:srgbClr val="F26B43"/>
          </p15:clr>
        </p15:guide>
        <p15:guide id="9" pos="2069">
          <p15:clr>
            <a:srgbClr val="F26B43"/>
          </p15:clr>
        </p15:guide>
        <p15:guide id="10" pos="2564">
          <p15:clr>
            <a:srgbClr val="F26B43"/>
          </p15:clr>
        </p15:guide>
        <p15:guide id="11" pos="2678">
          <p15:clr>
            <a:srgbClr val="F26B43"/>
          </p15:clr>
        </p15:guide>
        <p15:guide id="12" pos="3173">
          <p15:clr>
            <a:srgbClr val="F26B43"/>
          </p15:clr>
        </p15:guide>
        <p15:guide id="13" pos="3288">
          <p15:clr>
            <a:srgbClr val="F26B43"/>
          </p15:clr>
        </p15:guide>
        <p15:guide id="14" pos="3782">
          <p15:clr>
            <a:srgbClr val="F26B43"/>
          </p15:clr>
        </p15:guide>
        <p15:guide id="15" pos="3897">
          <p15:clr>
            <a:srgbClr val="F26B43"/>
          </p15:clr>
        </p15:guide>
        <p15:guide id="16" pos="4392">
          <p15:clr>
            <a:srgbClr val="F26B43"/>
          </p15:clr>
        </p15:guide>
        <p15:guide id="17" pos="4506">
          <p15:clr>
            <a:srgbClr val="F26B43"/>
          </p15:clr>
        </p15:guide>
        <p15:guide id="18" pos="5001">
          <p15:clr>
            <a:srgbClr val="F26B43"/>
          </p15:clr>
        </p15:guide>
        <p15:guide id="19" pos="5115">
          <p15:clr>
            <a:srgbClr val="F26B43"/>
          </p15:clr>
        </p15:guide>
        <p15:guide id="20" pos="5610">
          <p15:clr>
            <a:srgbClr val="F26B43"/>
          </p15:clr>
        </p15:guide>
        <p15:guide id="21" pos="5725">
          <p15:clr>
            <a:srgbClr val="F26B43"/>
          </p15:clr>
        </p15:guide>
        <p15:guide id="22" pos="6220">
          <p15:clr>
            <a:srgbClr val="F26B43"/>
          </p15:clr>
        </p15:guide>
        <p15:guide id="23" pos="6334">
          <p15:clr>
            <a:srgbClr val="F26B43"/>
          </p15:clr>
        </p15:guide>
        <p15:guide id="24" pos="6829">
          <p15:clr>
            <a:srgbClr val="F26B43"/>
          </p15:clr>
        </p15:guide>
        <p15:guide id="25" pos="6943">
          <p15:clr>
            <a:srgbClr val="F26B43"/>
          </p15:clr>
        </p15:guide>
        <p15:guide id="26" pos="7438">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a:xfrm>
            <a:off x="376237" y="2690861"/>
            <a:ext cx="6596062" cy="2431485"/>
          </a:xfrm>
        </p:spPr>
        <p:txBody>
          <a:bodyPr/>
          <a:lstStyle/>
          <a:p>
            <a:r>
              <a:rPr lang="en-GB" sz="5400" dirty="0"/>
              <a:t>Module 4:</a:t>
            </a:r>
            <a:br>
              <a:rPr lang="en-GB" sz="5400" dirty="0"/>
            </a:br>
            <a:r>
              <a:rPr lang="en-GB" sz="5400" dirty="0"/>
              <a:t>Advanced Grouping</a:t>
            </a:r>
            <a:endParaRPr lang="en-US" sz="5400" dirty="0"/>
          </a:p>
        </p:txBody>
      </p:sp>
      <p:sp>
        <p:nvSpPr>
          <p:cNvPr id="2" name="TextBox 2">
            <a:extLst>
              <a:ext uri="{FF2B5EF4-FFF2-40B4-BE49-F238E27FC236}">
                <a16:creationId xmlns:a16="http://schemas.microsoft.com/office/drawing/2014/main" id="{F33CB094-6F10-BBB3-4ECD-CAD64FD083DC}"/>
              </a:ext>
            </a:extLst>
          </p:cNvPr>
          <p:cNvSpPr txBox="1"/>
          <p:nvPr/>
        </p:nvSpPr>
        <p:spPr>
          <a:xfrm>
            <a:off x="10574710" y="6303284"/>
            <a:ext cx="1471684" cy="330958"/>
          </a:xfrm>
          <a:prstGeom prst="rect">
            <a:avLst/>
          </a:prstGeom>
        </p:spPr>
        <p:txBody>
          <a:bodyPr vert="horz" wrap="none" lIns="0" tIns="0" rIns="0" bIns="0" rtlCol="0" anchor="t" anchorCtr="0">
            <a:norm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l"/>
            <a:r>
              <a:rPr lang="en-GB"/>
              <a:t>Version 1.6</a:t>
            </a:r>
            <a:endParaRPr lang="en-GB" dirty="0"/>
          </a:p>
        </p:txBody>
      </p:sp>
    </p:spTree>
    <p:extLst>
      <p:ext uri="{BB962C8B-B14F-4D97-AF65-F5344CB8AC3E}">
        <p14:creationId xmlns:p14="http://schemas.microsoft.com/office/powerpoint/2010/main" val="3128033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78AD6EF-A3D5-9F48-92E7-E530CE07511C}"/>
              </a:ext>
            </a:extLst>
          </p:cNvPr>
          <p:cNvSpPr>
            <a:spLocks noGrp="1"/>
          </p:cNvSpPr>
          <p:nvPr>
            <p:ph type="body" sz="quarter" idx="10"/>
          </p:nvPr>
        </p:nvSpPr>
        <p:spPr/>
        <p:txBody>
          <a:bodyPr/>
          <a:lstStyle/>
          <a:p>
            <a:r>
              <a:rPr lang="en-GB" sz="3200" dirty="0"/>
              <a:t>Objectives</a:t>
            </a:r>
            <a:endParaRPr lang="en-US" sz="3200" dirty="0"/>
          </a:p>
        </p:txBody>
      </p:sp>
      <p:sp>
        <p:nvSpPr>
          <p:cNvPr id="3" name="Text Placeholder 2">
            <a:extLst>
              <a:ext uri="{FF2B5EF4-FFF2-40B4-BE49-F238E27FC236}">
                <a16:creationId xmlns:a16="http://schemas.microsoft.com/office/drawing/2014/main" id="{B5AD1B94-2C18-D247-99D7-31C7C2DA48F7}"/>
              </a:ext>
            </a:extLst>
          </p:cNvPr>
          <p:cNvSpPr>
            <a:spLocks noGrp="1"/>
          </p:cNvSpPr>
          <p:nvPr>
            <p:ph type="body" sz="quarter" idx="11"/>
          </p:nvPr>
        </p:nvSpPr>
        <p:spPr/>
        <p:txBody>
          <a:bodyPr/>
          <a:lstStyle/>
          <a:p>
            <a:pPr marL="285750" indent="-285750">
              <a:lnSpc>
                <a:spcPct val="100000"/>
              </a:lnSpc>
              <a:buFont typeface="Arial" panose="020B0604020202020204" pitchFamily="34" charset="0"/>
              <a:buChar char="•"/>
            </a:pPr>
            <a:r>
              <a:rPr lang="en-GB" dirty="0"/>
              <a:t>Adding summary rows</a:t>
            </a:r>
          </a:p>
          <a:p>
            <a:pPr marL="465746" lvl="1" indent="-285750">
              <a:lnSpc>
                <a:spcPct val="100000"/>
              </a:lnSpc>
              <a:buFont typeface="Arial" panose="020B0604020202020204" pitchFamily="34" charset="0"/>
              <a:buChar char="•"/>
            </a:pPr>
            <a:r>
              <a:rPr lang="en-GB" sz="1800" dirty="0"/>
              <a:t>ROLLUP</a:t>
            </a:r>
          </a:p>
          <a:p>
            <a:pPr marL="465746" lvl="1" indent="-285750">
              <a:lnSpc>
                <a:spcPct val="100000"/>
              </a:lnSpc>
              <a:buFont typeface="Arial" panose="020B0604020202020204" pitchFamily="34" charset="0"/>
              <a:buChar char="•"/>
            </a:pPr>
            <a:r>
              <a:rPr lang="en-GB" sz="1800" dirty="0"/>
              <a:t>CUBE</a:t>
            </a:r>
          </a:p>
          <a:p>
            <a:endParaRPr lang="en-US" sz="2000" dirty="0"/>
          </a:p>
        </p:txBody>
      </p:sp>
      <p:sp>
        <p:nvSpPr>
          <p:cNvPr id="2" name="Slide Number Placeholder 1">
            <a:extLst>
              <a:ext uri="{FF2B5EF4-FFF2-40B4-BE49-F238E27FC236}">
                <a16:creationId xmlns:a16="http://schemas.microsoft.com/office/drawing/2014/main" id="{78DEE20C-9DA6-7546-89C7-722CAE06F242}"/>
              </a:ext>
            </a:extLst>
          </p:cNvPr>
          <p:cNvSpPr>
            <a:spLocks noGrp="1"/>
          </p:cNvSpPr>
          <p:nvPr>
            <p:ph type="sldNum" sz="quarter" idx="4294967295"/>
          </p:nvPr>
        </p:nvSpPr>
        <p:spPr>
          <a:xfrm>
            <a:off x="11407775" y="6511925"/>
            <a:ext cx="784225" cy="179388"/>
          </a:xfrm>
        </p:spPr>
        <p:txBody>
          <a:bodyPr/>
          <a:lstStyle/>
          <a:p>
            <a:fld id="{EF892D59-8F09-EF4B-AD6D-DA609442F868}" type="slidenum">
              <a:rPr lang="en-GB" smtClean="0"/>
              <a:pPr/>
              <a:t>2</a:t>
            </a:fld>
            <a:endParaRPr lang="en-GB"/>
          </a:p>
        </p:txBody>
      </p:sp>
    </p:spTree>
    <p:extLst>
      <p:ext uri="{BB962C8B-B14F-4D97-AF65-F5344CB8AC3E}">
        <p14:creationId xmlns:p14="http://schemas.microsoft.com/office/powerpoint/2010/main" val="3867270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8E84655-3A94-224E-9239-FB43362CC481}"/>
              </a:ext>
            </a:extLst>
          </p:cNvPr>
          <p:cNvSpPr>
            <a:spLocks noGrp="1"/>
          </p:cNvSpPr>
          <p:nvPr>
            <p:ph type="body" sz="quarter" idx="10"/>
          </p:nvPr>
        </p:nvSpPr>
        <p:spPr/>
        <p:txBody>
          <a:bodyPr/>
          <a:lstStyle/>
          <a:p>
            <a:r>
              <a:rPr lang="en-GB" dirty="0"/>
              <a:t>ROLLUP</a:t>
            </a:r>
            <a:endParaRPr lang="en-US" dirty="0"/>
          </a:p>
        </p:txBody>
      </p:sp>
      <p:sp>
        <p:nvSpPr>
          <p:cNvPr id="6" name="Text Placeholder 5">
            <a:extLst>
              <a:ext uri="{FF2B5EF4-FFF2-40B4-BE49-F238E27FC236}">
                <a16:creationId xmlns:a16="http://schemas.microsoft.com/office/drawing/2014/main" id="{838DC8DB-E7E0-B944-81DA-263B28615BB2}"/>
              </a:ext>
            </a:extLst>
          </p:cNvPr>
          <p:cNvSpPr>
            <a:spLocks noGrp="1"/>
          </p:cNvSpPr>
          <p:nvPr>
            <p:ph type="body" sz="quarter" idx="11"/>
          </p:nvPr>
        </p:nvSpPr>
        <p:spPr/>
        <p:txBody>
          <a:bodyPr/>
          <a:lstStyle/>
          <a:p>
            <a:pPr marL="285750" indent="-285750">
              <a:spcBef>
                <a:spcPts val="400"/>
              </a:spcBef>
              <a:buFont typeface="Arial" panose="020B0604020202020204" pitchFamily="34" charset="0"/>
              <a:buChar char="•"/>
            </a:pPr>
            <a:r>
              <a:rPr lang="en-GB" dirty="0"/>
              <a:t>Adds additional grouped rows progressively for each level named in GROUP BY clause.</a:t>
            </a:r>
          </a:p>
          <a:p>
            <a:pPr marL="285750" indent="-285750">
              <a:spcBef>
                <a:spcPts val="400"/>
              </a:spcBef>
              <a:buFont typeface="Arial" panose="020B0604020202020204" pitchFamily="34" charset="0"/>
              <a:buChar char="•"/>
            </a:pPr>
            <a:r>
              <a:rPr lang="en-GB" dirty="0"/>
              <a:t>Lower levels are summarised and shown as NULL.</a:t>
            </a:r>
          </a:p>
          <a:p>
            <a:pPr marL="285750" indent="-285750">
              <a:spcBef>
                <a:spcPts val="400"/>
              </a:spcBef>
              <a:buFont typeface="Arial" panose="020B0604020202020204" pitchFamily="34" charset="0"/>
              <a:buChar char="•"/>
            </a:pPr>
            <a:endParaRPr lang="en-GB" dirty="0"/>
          </a:p>
          <a:p>
            <a:pPr marL="285750" indent="-285750">
              <a:spcBef>
                <a:spcPts val="400"/>
              </a:spcBef>
              <a:buFont typeface="Arial" panose="020B0604020202020204" pitchFamily="34" charset="0"/>
              <a:buChar char="•"/>
            </a:pPr>
            <a:endParaRPr lang="en-GB" dirty="0"/>
          </a:p>
          <a:p>
            <a:endParaRPr lang="en-US" dirty="0"/>
          </a:p>
        </p:txBody>
      </p:sp>
      <p:sp>
        <p:nvSpPr>
          <p:cNvPr id="2" name="Slide Number Placeholder 1">
            <a:extLst>
              <a:ext uri="{FF2B5EF4-FFF2-40B4-BE49-F238E27FC236}">
                <a16:creationId xmlns:a16="http://schemas.microsoft.com/office/drawing/2014/main" id="{15F0E9C2-E485-2C49-9228-C95AD8176351}"/>
              </a:ext>
            </a:extLst>
          </p:cNvPr>
          <p:cNvSpPr>
            <a:spLocks noGrp="1"/>
          </p:cNvSpPr>
          <p:nvPr>
            <p:ph type="sldNum" sz="quarter" idx="4294967295"/>
          </p:nvPr>
        </p:nvSpPr>
        <p:spPr>
          <a:xfrm>
            <a:off x="11407775" y="6511925"/>
            <a:ext cx="784225" cy="179388"/>
          </a:xfrm>
        </p:spPr>
        <p:txBody>
          <a:bodyPr/>
          <a:lstStyle/>
          <a:p>
            <a:fld id="{EF892D59-8F09-EF4B-AD6D-DA609442F868}" type="slidenum">
              <a:rPr lang="en-GB" smtClean="0"/>
              <a:pPr/>
              <a:t>3</a:t>
            </a:fld>
            <a:endParaRPr lang="en-GB"/>
          </a:p>
        </p:txBody>
      </p:sp>
      <p:sp>
        <p:nvSpPr>
          <p:cNvPr id="7" name="TextBox 6">
            <a:extLst>
              <a:ext uri="{FF2B5EF4-FFF2-40B4-BE49-F238E27FC236}">
                <a16:creationId xmlns:a16="http://schemas.microsoft.com/office/drawing/2014/main" id="{7DD89D3E-0130-1C44-A3DD-BB4B6C66FA81}"/>
              </a:ext>
            </a:extLst>
          </p:cNvPr>
          <p:cNvSpPr txBox="1"/>
          <p:nvPr/>
        </p:nvSpPr>
        <p:spPr>
          <a:xfrm>
            <a:off x="702129" y="604157"/>
            <a:ext cx="0" cy="0"/>
          </a:xfrm>
          <a:prstGeom prst="rect">
            <a:avLst/>
          </a:prstGeom>
        </p:spPr>
        <p:txBody>
          <a:bodyPr vert="horz" wrap="none" lIns="0" tIns="0" rIns="0" bIns="0" rtlCol="0" anchor="t" anchorCtr="0">
            <a:normAutofit fontScale="25000" lnSpcReduction="20000"/>
          </a:bodyPr>
          <a:lstStyle/>
          <a:p>
            <a:pPr algn="l"/>
            <a:endParaRPr lang="en-US" dirty="0"/>
          </a:p>
        </p:txBody>
      </p:sp>
    </p:spTree>
    <p:extLst>
      <p:ext uri="{BB962C8B-B14F-4D97-AF65-F5344CB8AC3E}">
        <p14:creationId xmlns:p14="http://schemas.microsoft.com/office/powerpoint/2010/main" val="1330735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56E36B2-30BC-8C4A-A49F-41406BE0A979}"/>
              </a:ext>
            </a:extLst>
          </p:cNvPr>
          <p:cNvSpPr>
            <a:spLocks noGrp="1"/>
          </p:cNvSpPr>
          <p:nvPr>
            <p:ph type="body" sz="quarter" idx="12"/>
          </p:nvPr>
        </p:nvSpPr>
        <p:spPr/>
        <p:txBody>
          <a:bodyPr/>
          <a:lstStyle/>
          <a:p>
            <a:r>
              <a:rPr lang="en-US" dirty="0"/>
              <a:t>ROLLUP</a:t>
            </a:r>
          </a:p>
        </p:txBody>
      </p:sp>
      <p:sp>
        <p:nvSpPr>
          <p:cNvPr id="2" name="Slide Number Placeholder 1">
            <a:extLst>
              <a:ext uri="{FF2B5EF4-FFF2-40B4-BE49-F238E27FC236}">
                <a16:creationId xmlns:a16="http://schemas.microsoft.com/office/drawing/2014/main" id="{B7FA2385-D1A2-FE4D-B4D1-02C25D0D63B4}"/>
              </a:ext>
            </a:extLst>
          </p:cNvPr>
          <p:cNvSpPr>
            <a:spLocks noGrp="1"/>
          </p:cNvSpPr>
          <p:nvPr>
            <p:ph type="sldNum" sz="quarter" idx="4"/>
          </p:nvPr>
        </p:nvSpPr>
        <p:spPr/>
        <p:txBody>
          <a:bodyPr/>
          <a:lstStyle/>
          <a:p>
            <a:fld id="{EF892D59-8F09-EF4B-AD6D-DA609442F868}" type="slidenum">
              <a:rPr lang="en-GB" smtClean="0"/>
              <a:pPr/>
              <a:t>4</a:t>
            </a:fld>
            <a:endParaRPr lang="en-GB"/>
          </a:p>
        </p:txBody>
      </p:sp>
      <p:grpSp>
        <p:nvGrpSpPr>
          <p:cNvPr id="10" name="Group 9">
            <a:extLst>
              <a:ext uri="{FF2B5EF4-FFF2-40B4-BE49-F238E27FC236}">
                <a16:creationId xmlns:a16="http://schemas.microsoft.com/office/drawing/2014/main" id="{CAEFA67F-3F72-3D45-85D3-D52B0FA30C25}"/>
              </a:ext>
            </a:extLst>
          </p:cNvPr>
          <p:cNvGrpSpPr/>
          <p:nvPr/>
        </p:nvGrpSpPr>
        <p:grpSpPr>
          <a:xfrm>
            <a:off x="1847322" y="3354952"/>
            <a:ext cx="8497356" cy="3109492"/>
            <a:chOff x="1658683" y="2489533"/>
            <a:chExt cx="8497356" cy="3109492"/>
          </a:xfrm>
        </p:grpSpPr>
        <p:sp>
          <p:nvSpPr>
            <p:cNvPr id="7" name="Right Arrow 6">
              <a:extLst>
                <a:ext uri="{FF2B5EF4-FFF2-40B4-BE49-F238E27FC236}">
                  <a16:creationId xmlns:a16="http://schemas.microsoft.com/office/drawing/2014/main" id="{FFA5A74C-5BFB-2A41-ACC0-7049649C8CBF}"/>
                </a:ext>
              </a:extLst>
            </p:cNvPr>
            <p:cNvSpPr/>
            <p:nvPr/>
          </p:nvSpPr>
          <p:spPr bwMode="auto">
            <a:xfrm>
              <a:off x="5961184" y="3805760"/>
              <a:ext cx="861134" cy="489109"/>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400" eaLnBrk="0" fontAlgn="base" hangingPunct="0">
                <a:spcBef>
                  <a:spcPct val="50000"/>
                </a:spcBef>
                <a:spcAft>
                  <a:spcPct val="0"/>
                </a:spcAft>
              </a:pPr>
              <a:endParaRPr lang="en-GB" sz="1000" dirty="0">
                <a:latin typeface="Arial" charset="0"/>
              </a:endParaRPr>
            </a:p>
          </p:txBody>
        </p:sp>
        <p:pic>
          <p:nvPicPr>
            <p:cNvPr id="8" name="Picture 7">
              <a:extLst>
                <a:ext uri="{FF2B5EF4-FFF2-40B4-BE49-F238E27FC236}">
                  <a16:creationId xmlns:a16="http://schemas.microsoft.com/office/drawing/2014/main" id="{DD629281-8466-4E4C-ACA4-F5E119E0B4FD}"/>
                </a:ext>
              </a:extLst>
            </p:cNvPr>
            <p:cNvPicPr>
              <a:picLocks noChangeAspect="1"/>
            </p:cNvPicPr>
            <p:nvPr/>
          </p:nvPicPr>
          <p:blipFill>
            <a:blip r:embed="rId3"/>
            <a:stretch>
              <a:fillRect/>
            </a:stretch>
          </p:blipFill>
          <p:spPr>
            <a:xfrm>
              <a:off x="6966126" y="2597607"/>
              <a:ext cx="3189913" cy="2725926"/>
            </a:xfrm>
            <a:prstGeom prst="rect">
              <a:avLst/>
            </a:prstGeom>
          </p:spPr>
        </p:pic>
        <p:pic>
          <p:nvPicPr>
            <p:cNvPr id="9" name="Picture 8">
              <a:extLst>
                <a:ext uri="{FF2B5EF4-FFF2-40B4-BE49-F238E27FC236}">
                  <a16:creationId xmlns:a16="http://schemas.microsoft.com/office/drawing/2014/main" id="{79A07D93-0C9A-4640-97A4-1682F51BB0E1}"/>
                </a:ext>
              </a:extLst>
            </p:cNvPr>
            <p:cNvPicPr>
              <a:picLocks noChangeAspect="1"/>
            </p:cNvPicPr>
            <p:nvPr/>
          </p:nvPicPr>
          <p:blipFill>
            <a:blip r:embed="rId4"/>
            <a:stretch>
              <a:fillRect/>
            </a:stretch>
          </p:blipFill>
          <p:spPr>
            <a:xfrm>
              <a:off x="1658683" y="2489533"/>
              <a:ext cx="4194766" cy="3109492"/>
            </a:xfrm>
            <a:prstGeom prst="rect">
              <a:avLst/>
            </a:prstGeom>
          </p:spPr>
        </p:pic>
      </p:grpSp>
      <p:sp>
        <p:nvSpPr>
          <p:cNvPr id="12" name="Rectangle 11">
            <a:extLst>
              <a:ext uri="{FF2B5EF4-FFF2-40B4-BE49-F238E27FC236}">
                <a16:creationId xmlns:a16="http://schemas.microsoft.com/office/drawing/2014/main" id="{7BB16489-B0FC-4FBB-824F-38A8453FA634}"/>
              </a:ext>
            </a:extLst>
          </p:cNvPr>
          <p:cNvSpPr/>
          <p:nvPr/>
        </p:nvSpPr>
        <p:spPr bwMode="auto">
          <a:xfrm>
            <a:off x="2137028" y="1568211"/>
            <a:ext cx="7910004" cy="1077218"/>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Aft>
                <a:spcPct val="0"/>
              </a:spcAft>
              <a:buClrTx/>
              <a:buSzTx/>
              <a:buFontTx/>
              <a:buNone/>
              <a:tabLst>
                <a:tab pos="355600" algn="l"/>
                <a:tab pos="719138" algn="l"/>
                <a:tab pos="1074738" algn="l"/>
              </a:tabLst>
            </a:pPr>
            <a:r>
              <a:rPr lang="en-GB" sz="1600" dirty="0">
                <a:latin typeface="Arial" charset="0"/>
              </a:rPr>
              <a:t>SELECT Category, Quarter, SUM(Sales) AS TotalSales</a:t>
            </a:r>
          </a:p>
          <a:p>
            <a:pPr marL="0" marR="0" indent="0" algn="l" defTabSz="914400" rtl="0" eaLnBrk="0" fontAlgn="base" latinLnBrk="0" hangingPunct="0">
              <a:lnSpc>
                <a:spcPct val="100000"/>
              </a:lnSpc>
              <a:spcAft>
                <a:spcPct val="0"/>
              </a:spcAft>
              <a:buClrTx/>
              <a:buSzTx/>
              <a:buFontTx/>
              <a:buNone/>
              <a:tabLst>
                <a:tab pos="355600" algn="l"/>
                <a:tab pos="719138" algn="l"/>
                <a:tab pos="1074738" algn="l"/>
              </a:tabLst>
            </a:pPr>
            <a:r>
              <a:rPr lang="en-GB" sz="1600" dirty="0">
                <a:latin typeface="Arial" charset="0"/>
              </a:rPr>
              <a:t>	FROM SalesSource</a:t>
            </a:r>
          </a:p>
          <a:p>
            <a:pPr marL="0" marR="0" indent="0" algn="l" defTabSz="914400" rtl="0" eaLnBrk="0" fontAlgn="base" latinLnBrk="0" hangingPunct="0">
              <a:lnSpc>
                <a:spcPct val="100000"/>
              </a:lnSpc>
              <a:spcAft>
                <a:spcPct val="0"/>
              </a:spcAft>
              <a:buClrTx/>
              <a:buSzTx/>
              <a:buFontTx/>
              <a:buNone/>
              <a:tabLst>
                <a:tab pos="355600" algn="l"/>
                <a:tab pos="719138" algn="l"/>
                <a:tab pos="1074738" algn="l"/>
              </a:tabLst>
            </a:pPr>
            <a:r>
              <a:rPr lang="en-GB" sz="1600" dirty="0">
                <a:latin typeface="Arial" charset="0"/>
              </a:rPr>
              <a:t>	GROUP BY Category, Quarter</a:t>
            </a:r>
          </a:p>
          <a:p>
            <a:pPr marL="0" marR="0" indent="0" algn="l" defTabSz="914400" rtl="0" eaLnBrk="0" fontAlgn="base" latinLnBrk="0" hangingPunct="0">
              <a:lnSpc>
                <a:spcPct val="100000"/>
              </a:lnSpc>
              <a:spcAft>
                <a:spcPct val="0"/>
              </a:spcAft>
              <a:buClrTx/>
              <a:buSzTx/>
              <a:buFontTx/>
              <a:buNone/>
              <a:tabLst>
                <a:tab pos="355600" algn="l"/>
                <a:tab pos="719138" algn="l"/>
                <a:tab pos="1074738" algn="l"/>
              </a:tabLst>
            </a:pPr>
            <a:r>
              <a:rPr lang="en-GB" sz="1600" dirty="0">
                <a:latin typeface="Arial" charset="0"/>
              </a:rPr>
              <a:t>		</a:t>
            </a:r>
            <a:r>
              <a:rPr lang="en-GB" sz="1600" b="1" dirty="0">
                <a:latin typeface="Arial" charset="0"/>
              </a:rPr>
              <a:t>WITH ROLLUP </a:t>
            </a:r>
          </a:p>
        </p:txBody>
      </p:sp>
    </p:spTree>
    <p:extLst>
      <p:ext uri="{BB962C8B-B14F-4D97-AF65-F5344CB8AC3E}">
        <p14:creationId xmlns:p14="http://schemas.microsoft.com/office/powerpoint/2010/main" val="1461765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8E84655-3A94-224E-9239-FB43362CC481}"/>
              </a:ext>
            </a:extLst>
          </p:cNvPr>
          <p:cNvSpPr>
            <a:spLocks noGrp="1"/>
          </p:cNvSpPr>
          <p:nvPr>
            <p:ph type="body" sz="quarter" idx="10"/>
          </p:nvPr>
        </p:nvSpPr>
        <p:spPr/>
        <p:txBody>
          <a:bodyPr/>
          <a:lstStyle/>
          <a:p>
            <a:r>
              <a:rPr lang="en-GB" dirty="0"/>
              <a:t>CUBE</a:t>
            </a:r>
            <a:endParaRPr lang="en-US" dirty="0"/>
          </a:p>
        </p:txBody>
      </p:sp>
      <p:sp>
        <p:nvSpPr>
          <p:cNvPr id="6" name="Text Placeholder 5">
            <a:extLst>
              <a:ext uri="{FF2B5EF4-FFF2-40B4-BE49-F238E27FC236}">
                <a16:creationId xmlns:a16="http://schemas.microsoft.com/office/drawing/2014/main" id="{838DC8DB-E7E0-B944-81DA-263B28615BB2}"/>
              </a:ext>
            </a:extLst>
          </p:cNvPr>
          <p:cNvSpPr>
            <a:spLocks noGrp="1"/>
          </p:cNvSpPr>
          <p:nvPr>
            <p:ph type="body" sz="quarter" idx="11"/>
          </p:nvPr>
        </p:nvSpPr>
        <p:spPr/>
        <p:txBody>
          <a:bodyPr/>
          <a:lstStyle/>
          <a:p>
            <a:pPr marL="285750" indent="-285750">
              <a:spcBef>
                <a:spcPts val="400"/>
              </a:spcBef>
              <a:buFont typeface="Arial" panose="020B0604020202020204" pitchFamily="34" charset="0"/>
              <a:buChar char="•"/>
            </a:pPr>
            <a:r>
              <a:rPr lang="en-GB" dirty="0"/>
              <a:t>Adds additional grouped rows for combinations of levels named in GROUP BY clause.</a:t>
            </a:r>
          </a:p>
          <a:p>
            <a:pPr marL="285750" indent="-285750">
              <a:spcBef>
                <a:spcPts val="400"/>
              </a:spcBef>
              <a:buFont typeface="Arial" panose="020B0604020202020204" pitchFamily="34" charset="0"/>
              <a:buChar char="•"/>
            </a:pPr>
            <a:r>
              <a:rPr lang="en-GB" dirty="0"/>
              <a:t>Grouped levels are shown as NULL.</a:t>
            </a:r>
          </a:p>
          <a:p>
            <a:pPr marL="285750" indent="-285750">
              <a:spcBef>
                <a:spcPts val="400"/>
              </a:spcBef>
              <a:buFont typeface="Arial" panose="020B0604020202020204" pitchFamily="34" charset="0"/>
              <a:buChar char="•"/>
            </a:pPr>
            <a:endParaRPr lang="en-GB" dirty="0"/>
          </a:p>
          <a:p>
            <a:pPr marL="285750" indent="-285750">
              <a:spcBef>
                <a:spcPts val="400"/>
              </a:spcBef>
              <a:buFont typeface="Arial" panose="020B0604020202020204" pitchFamily="34" charset="0"/>
              <a:buChar char="•"/>
            </a:pPr>
            <a:endParaRPr lang="en-GB" dirty="0"/>
          </a:p>
          <a:p>
            <a:pPr marL="285750" indent="-285750">
              <a:spcBef>
                <a:spcPts val="400"/>
              </a:spcBef>
              <a:buFont typeface="Arial" panose="020B0604020202020204" pitchFamily="34" charset="0"/>
              <a:buChar char="•"/>
            </a:pPr>
            <a:endParaRPr lang="en-GB" dirty="0"/>
          </a:p>
          <a:p>
            <a:endParaRPr lang="en-US" dirty="0"/>
          </a:p>
        </p:txBody>
      </p:sp>
      <p:sp>
        <p:nvSpPr>
          <p:cNvPr id="2" name="Slide Number Placeholder 1">
            <a:extLst>
              <a:ext uri="{FF2B5EF4-FFF2-40B4-BE49-F238E27FC236}">
                <a16:creationId xmlns:a16="http://schemas.microsoft.com/office/drawing/2014/main" id="{15F0E9C2-E485-2C49-9228-C95AD8176351}"/>
              </a:ext>
            </a:extLst>
          </p:cNvPr>
          <p:cNvSpPr>
            <a:spLocks noGrp="1"/>
          </p:cNvSpPr>
          <p:nvPr>
            <p:ph type="sldNum" sz="quarter" idx="4294967295"/>
          </p:nvPr>
        </p:nvSpPr>
        <p:spPr>
          <a:xfrm>
            <a:off x="11407775" y="6511925"/>
            <a:ext cx="784225" cy="179388"/>
          </a:xfrm>
        </p:spPr>
        <p:txBody>
          <a:bodyPr/>
          <a:lstStyle/>
          <a:p>
            <a:fld id="{EF892D59-8F09-EF4B-AD6D-DA609442F868}" type="slidenum">
              <a:rPr lang="en-GB" smtClean="0"/>
              <a:pPr/>
              <a:t>5</a:t>
            </a:fld>
            <a:endParaRPr lang="en-GB"/>
          </a:p>
        </p:txBody>
      </p:sp>
      <p:sp>
        <p:nvSpPr>
          <p:cNvPr id="7" name="TextBox 6">
            <a:extLst>
              <a:ext uri="{FF2B5EF4-FFF2-40B4-BE49-F238E27FC236}">
                <a16:creationId xmlns:a16="http://schemas.microsoft.com/office/drawing/2014/main" id="{7DD89D3E-0130-1C44-A3DD-BB4B6C66FA81}"/>
              </a:ext>
            </a:extLst>
          </p:cNvPr>
          <p:cNvSpPr txBox="1"/>
          <p:nvPr/>
        </p:nvSpPr>
        <p:spPr>
          <a:xfrm>
            <a:off x="702129" y="604157"/>
            <a:ext cx="0" cy="0"/>
          </a:xfrm>
          <a:prstGeom prst="rect">
            <a:avLst/>
          </a:prstGeom>
        </p:spPr>
        <p:txBody>
          <a:bodyPr vert="horz" wrap="none" lIns="0" tIns="0" rIns="0" bIns="0" rtlCol="0" anchor="t" anchorCtr="0">
            <a:normAutofit fontScale="25000" lnSpcReduction="20000"/>
          </a:bodyPr>
          <a:lstStyle/>
          <a:p>
            <a:pPr algn="l"/>
            <a:endParaRPr lang="en-US" dirty="0"/>
          </a:p>
        </p:txBody>
      </p:sp>
    </p:spTree>
    <p:extLst>
      <p:ext uri="{BB962C8B-B14F-4D97-AF65-F5344CB8AC3E}">
        <p14:creationId xmlns:p14="http://schemas.microsoft.com/office/powerpoint/2010/main" val="1762760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56E36B2-30BC-8C4A-A49F-41406BE0A979}"/>
              </a:ext>
            </a:extLst>
          </p:cNvPr>
          <p:cNvSpPr>
            <a:spLocks noGrp="1"/>
          </p:cNvSpPr>
          <p:nvPr>
            <p:ph type="body" sz="quarter" idx="12"/>
          </p:nvPr>
        </p:nvSpPr>
        <p:spPr/>
        <p:txBody>
          <a:bodyPr/>
          <a:lstStyle/>
          <a:p>
            <a:r>
              <a:rPr lang="en-US" dirty="0"/>
              <a:t>CUBE</a:t>
            </a:r>
          </a:p>
        </p:txBody>
      </p:sp>
      <p:sp>
        <p:nvSpPr>
          <p:cNvPr id="2" name="Slide Number Placeholder 1">
            <a:extLst>
              <a:ext uri="{FF2B5EF4-FFF2-40B4-BE49-F238E27FC236}">
                <a16:creationId xmlns:a16="http://schemas.microsoft.com/office/drawing/2014/main" id="{B7FA2385-D1A2-FE4D-B4D1-02C25D0D63B4}"/>
              </a:ext>
            </a:extLst>
          </p:cNvPr>
          <p:cNvSpPr>
            <a:spLocks noGrp="1"/>
          </p:cNvSpPr>
          <p:nvPr>
            <p:ph type="sldNum" sz="quarter" idx="4"/>
          </p:nvPr>
        </p:nvSpPr>
        <p:spPr/>
        <p:txBody>
          <a:bodyPr/>
          <a:lstStyle/>
          <a:p>
            <a:fld id="{EF892D59-8F09-EF4B-AD6D-DA609442F868}" type="slidenum">
              <a:rPr lang="en-GB" smtClean="0"/>
              <a:pPr/>
              <a:t>6</a:t>
            </a:fld>
            <a:endParaRPr lang="en-GB"/>
          </a:p>
        </p:txBody>
      </p:sp>
      <p:grpSp>
        <p:nvGrpSpPr>
          <p:cNvPr id="15" name="Group 14">
            <a:extLst>
              <a:ext uri="{FF2B5EF4-FFF2-40B4-BE49-F238E27FC236}">
                <a16:creationId xmlns:a16="http://schemas.microsoft.com/office/drawing/2014/main" id="{8A2DBB30-4390-9946-BEA6-BF880DD6112D}"/>
              </a:ext>
            </a:extLst>
          </p:cNvPr>
          <p:cNvGrpSpPr/>
          <p:nvPr/>
        </p:nvGrpSpPr>
        <p:grpSpPr>
          <a:xfrm>
            <a:off x="2064379" y="3328230"/>
            <a:ext cx="8063243" cy="3136208"/>
            <a:chOff x="1887283" y="3328230"/>
            <a:chExt cx="8063243" cy="3136208"/>
          </a:xfrm>
        </p:grpSpPr>
        <p:pic>
          <p:nvPicPr>
            <p:cNvPr id="12" name="Picture 11">
              <a:extLst>
                <a:ext uri="{FF2B5EF4-FFF2-40B4-BE49-F238E27FC236}">
                  <a16:creationId xmlns:a16="http://schemas.microsoft.com/office/drawing/2014/main" id="{C3657DFB-B069-2340-80DB-71EBAD936D06}"/>
                </a:ext>
              </a:extLst>
            </p:cNvPr>
            <p:cNvPicPr>
              <a:picLocks noChangeAspect="1"/>
            </p:cNvPicPr>
            <p:nvPr/>
          </p:nvPicPr>
          <p:blipFill>
            <a:blip r:embed="rId3"/>
            <a:stretch>
              <a:fillRect/>
            </a:stretch>
          </p:blipFill>
          <p:spPr>
            <a:xfrm>
              <a:off x="7248342" y="3328230"/>
              <a:ext cx="2702184" cy="3060008"/>
            </a:xfrm>
            <a:prstGeom prst="rect">
              <a:avLst/>
            </a:prstGeom>
          </p:spPr>
        </p:pic>
        <p:sp>
          <p:nvSpPr>
            <p:cNvPr id="13" name="Right Arrow 12">
              <a:extLst>
                <a:ext uri="{FF2B5EF4-FFF2-40B4-BE49-F238E27FC236}">
                  <a16:creationId xmlns:a16="http://schemas.microsoft.com/office/drawing/2014/main" id="{8A04918B-8FD6-B747-AF9E-BF65CD4F9934}"/>
                </a:ext>
              </a:extLst>
            </p:cNvPr>
            <p:cNvSpPr/>
            <p:nvPr/>
          </p:nvSpPr>
          <p:spPr bwMode="auto">
            <a:xfrm>
              <a:off x="6216417" y="4678133"/>
              <a:ext cx="861134" cy="489109"/>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400" eaLnBrk="0" fontAlgn="base" hangingPunct="0">
                <a:spcBef>
                  <a:spcPct val="50000"/>
                </a:spcBef>
                <a:spcAft>
                  <a:spcPct val="0"/>
                </a:spcAft>
              </a:pPr>
              <a:endParaRPr lang="en-GB" sz="1000" dirty="0">
                <a:latin typeface="Arial" charset="0"/>
              </a:endParaRPr>
            </a:p>
          </p:txBody>
        </p:sp>
        <p:pic>
          <p:nvPicPr>
            <p:cNvPr id="14" name="Picture 13">
              <a:extLst>
                <a:ext uri="{FF2B5EF4-FFF2-40B4-BE49-F238E27FC236}">
                  <a16:creationId xmlns:a16="http://schemas.microsoft.com/office/drawing/2014/main" id="{B69228C7-BB07-F743-BF9E-453647B8598C}"/>
                </a:ext>
              </a:extLst>
            </p:cNvPr>
            <p:cNvPicPr>
              <a:picLocks noChangeAspect="1"/>
            </p:cNvPicPr>
            <p:nvPr/>
          </p:nvPicPr>
          <p:blipFill>
            <a:blip r:embed="rId4"/>
            <a:stretch>
              <a:fillRect/>
            </a:stretch>
          </p:blipFill>
          <p:spPr>
            <a:xfrm>
              <a:off x="1887283" y="3354946"/>
              <a:ext cx="4194766" cy="3109492"/>
            </a:xfrm>
            <a:prstGeom prst="rect">
              <a:avLst/>
            </a:prstGeom>
          </p:spPr>
        </p:pic>
      </p:grpSp>
      <p:sp>
        <p:nvSpPr>
          <p:cNvPr id="10" name="Rectangle 9">
            <a:extLst>
              <a:ext uri="{FF2B5EF4-FFF2-40B4-BE49-F238E27FC236}">
                <a16:creationId xmlns:a16="http://schemas.microsoft.com/office/drawing/2014/main" id="{C730001B-1F32-411D-A5B6-61A6EAA10DA3}"/>
              </a:ext>
            </a:extLst>
          </p:cNvPr>
          <p:cNvSpPr/>
          <p:nvPr/>
        </p:nvSpPr>
        <p:spPr bwMode="auto">
          <a:xfrm>
            <a:off x="2137028" y="1568205"/>
            <a:ext cx="7910004" cy="1077218"/>
          </a:xfrm>
          <a:prstGeom prst="rect">
            <a:avLst/>
          </a:prstGeom>
          <a:solidFill>
            <a:schemeClr val="tx2">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Aft>
                <a:spcPct val="0"/>
              </a:spcAft>
              <a:buClrTx/>
              <a:buSzTx/>
              <a:buFontTx/>
              <a:buNone/>
              <a:tabLst>
                <a:tab pos="355600" algn="l"/>
                <a:tab pos="719138" algn="l"/>
                <a:tab pos="1074738" algn="l"/>
              </a:tabLst>
            </a:pPr>
            <a:r>
              <a:rPr lang="en-GB" sz="1600" dirty="0">
                <a:latin typeface="Arial" charset="0"/>
              </a:rPr>
              <a:t>SELECT Category, Quarter, SUM(Sales) AS Sales</a:t>
            </a:r>
          </a:p>
          <a:p>
            <a:pPr marL="0" marR="0" indent="0" algn="l" defTabSz="914400" rtl="0" eaLnBrk="0" fontAlgn="base" latinLnBrk="0" hangingPunct="0">
              <a:lnSpc>
                <a:spcPct val="100000"/>
              </a:lnSpc>
              <a:spcAft>
                <a:spcPct val="0"/>
              </a:spcAft>
              <a:buClrTx/>
              <a:buSzTx/>
              <a:buFontTx/>
              <a:buNone/>
              <a:tabLst>
                <a:tab pos="355600" algn="l"/>
                <a:tab pos="719138" algn="l"/>
                <a:tab pos="1074738" algn="l"/>
              </a:tabLst>
            </a:pPr>
            <a:r>
              <a:rPr lang="en-GB" sz="1600" dirty="0">
                <a:latin typeface="Arial" charset="0"/>
              </a:rPr>
              <a:t>	FROM SalesSource</a:t>
            </a:r>
          </a:p>
          <a:p>
            <a:pPr marL="0" marR="0" indent="0" algn="l" defTabSz="914400" rtl="0" eaLnBrk="0" fontAlgn="base" latinLnBrk="0" hangingPunct="0">
              <a:lnSpc>
                <a:spcPct val="100000"/>
              </a:lnSpc>
              <a:spcAft>
                <a:spcPct val="0"/>
              </a:spcAft>
              <a:buClrTx/>
              <a:buSzTx/>
              <a:buFontTx/>
              <a:buNone/>
              <a:tabLst>
                <a:tab pos="355600" algn="l"/>
                <a:tab pos="719138" algn="l"/>
                <a:tab pos="1074738" algn="l"/>
              </a:tabLst>
            </a:pPr>
            <a:r>
              <a:rPr lang="en-GB" sz="1600" dirty="0">
                <a:latin typeface="Arial" charset="0"/>
              </a:rPr>
              <a:t>	GROUP BY Category, Quarter</a:t>
            </a:r>
          </a:p>
          <a:p>
            <a:pPr marL="0" marR="0" indent="0" algn="l" defTabSz="914400" rtl="0" eaLnBrk="0" fontAlgn="base" latinLnBrk="0" hangingPunct="0">
              <a:lnSpc>
                <a:spcPct val="100000"/>
              </a:lnSpc>
              <a:spcAft>
                <a:spcPct val="0"/>
              </a:spcAft>
              <a:buClrTx/>
              <a:buSzTx/>
              <a:buFontTx/>
              <a:buNone/>
              <a:tabLst>
                <a:tab pos="355600" algn="l"/>
                <a:tab pos="719138" algn="l"/>
                <a:tab pos="1074738" algn="l"/>
              </a:tabLst>
            </a:pPr>
            <a:r>
              <a:rPr lang="en-GB" sz="1600" dirty="0">
                <a:latin typeface="Arial" charset="0"/>
              </a:rPr>
              <a:t>		</a:t>
            </a:r>
            <a:r>
              <a:rPr lang="en-GB" sz="1600" b="1" dirty="0">
                <a:latin typeface="Arial" charset="0"/>
              </a:rPr>
              <a:t>WITH CUBE</a:t>
            </a:r>
          </a:p>
        </p:txBody>
      </p:sp>
    </p:spTree>
    <p:extLst>
      <p:ext uri="{BB962C8B-B14F-4D97-AF65-F5344CB8AC3E}">
        <p14:creationId xmlns:p14="http://schemas.microsoft.com/office/powerpoint/2010/main" val="477697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Review</a:t>
            </a:r>
          </a:p>
        </p:txBody>
      </p:sp>
      <p:sp>
        <p:nvSpPr>
          <p:cNvPr id="3" name="Text Placeholder 5">
            <a:extLst>
              <a:ext uri="{FF2B5EF4-FFF2-40B4-BE49-F238E27FC236}">
                <a16:creationId xmlns:a16="http://schemas.microsoft.com/office/drawing/2014/main" id="{0344C3CC-C279-A10D-1059-3B4D41514184}"/>
              </a:ext>
            </a:extLst>
          </p:cNvPr>
          <p:cNvSpPr txBox="1">
            <a:spLocks/>
          </p:cNvSpPr>
          <p:nvPr/>
        </p:nvSpPr>
        <p:spPr>
          <a:xfrm>
            <a:off x="3226277" y="2163583"/>
            <a:ext cx="4692958" cy="3049588"/>
          </a:xfrm>
          <a:prstGeom prst="rect">
            <a:avLst/>
          </a:prstGeom>
        </p:spPr>
        <p:txBody>
          <a:bodyPr/>
          <a:lstStyle>
            <a:lvl1pPr marL="270000" indent="-270000" algn="l" defTabSz="914400" rtl="0" eaLnBrk="1" latinLnBrk="0" hangingPunct="1">
              <a:lnSpc>
                <a:spcPts val="2200"/>
              </a:lnSpc>
              <a:spcBef>
                <a:spcPts val="0"/>
              </a:spcBef>
              <a:spcAft>
                <a:spcPts val="650"/>
              </a:spcAft>
              <a:buSzPct val="115000"/>
              <a:buFontTx/>
              <a:buBlip>
                <a:blip r:embed="rId3"/>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r>
              <a:rPr lang="en-GB" dirty="0"/>
              <a:t>Adding summary rows</a:t>
            </a:r>
          </a:p>
          <a:p>
            <a:pPr marL="465746" lvl="1" indent="-285750">
              <a:lnSpc>
                <a:spcPct val="100000"/>
              </a:lnSpc>
              <a:buFont typeface="Arial" panose="020B0604020202020204" pitchFamily="34" charset="0"/>
              <a:buChar char="•"/>
            </a:pPr>
            <a:r>
              <a:rPr lang="en-GB" sz="1800" dirty="0"/>
              <a:t>ROLLUP</a:t>
            </a:r>
          </a:p>
          <a:p>
            <a:pPr marL="465746" lvl="1" indent="-285750">
              <a:lnSpc>
                <a:spcPct val="100000"/>
              </a:lnSpc>
              <a:buFont typeface="Arial" panose="020B0604020202020204" pitchFamily="34" charset="0"/>
              <a:buChar char="•"/>
            </a:pPr>
            <a:r>
              <a:rPr lang="en-GB" sz="1800" dirty="0"/>
              <a:t>CUBE</a:t>
            </a:r>
          </a:p>
          <a:p>
            <a:pPr marL="465746" lvl="1" indent="-285750">
              <a:lnSpc>
                <a:spcPct val="100000"/>
              </a:lnSpc>
              <a:buFont typeface="Arial" panose="020B0604020202020204" pitchFamily="34" charset="0"/>
              <a:buChar char="•"/>
            </a:pPr>
            <a:r>
              <a:rPr lang="en-GB" sz="1800" dirty="0"/>
              <a:t>GROUPING SETS</a:t>
            </a:r>
          </a:p>
          <a:p>
            <a:endParaRPr lang="en-US" dirty="0"/>
          </a:p>
        </p:txBody>
      </p:sp>
    </p:spTree>
    <p:extLst>
      <p:ext uri="{BB962C8B-B14F-4D97-AF65-F5344CB8AC3E}">
        <p14:creationId xmlns:p14="http://schemas.microsoft.com/office/powerpoint/2010/main" val="6359963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QA Templat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id="{DE8E1450-BE88-46CA-9542-26C1D73DC92C}" vid="{4B9824EF-B20E-4E0A-B921-8FB6D86DECC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d579490-102d-4bf3-8643-974e67683526" xsi:nil="true"/>
    <lcf76f155ced4ddcb4097134ff3c332f xmlns="ba510fac-c167-4753-a08e-cbd4eab2b0b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6F1C044A4CFD9459FE8AB7A07496CED" ma:contentTypeVersion="15" ma:contentTypeDescription="Create a new document." ma:contentTypeScope="" ma:versionID="0d44812aa4130c3ed3f4d9aff9f2f973">
  <xsd:schema xmlns:xsd="http://www.w3.org/2001/XMLSchema" xmlns:xs="http://www.w3.org/2001/XMLSchema" xmlns:p="http://schemas.microsoft.com/office/2006/metadata/properties" xmlns:ns2="ba510fac-c167-4753-a08e-cbd4eab2b0b9" xmlns:ns3="9d579490-102d-4bf3-8643-974e67683526" targetNamespace="http://schemas.microsoft.com/office/2006/metadata/properties" ma:root="true" ma:fieldsID="1aed74eb038267da9b8aff97a3e61612" ns2:_="" ns3:_="">
    <xsd:import namespace="ba510fac-c167-4753-a08e-cbd4eab2b0b9"/>
    <xsd:import namespace="9d579490-102d-4bf3-8643-974e6768352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510fac-c167-4753-a08e-cbd4eab2b0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d579490-102d-4bf3-8643-974e6768352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e1d3cdd-0ef3-4b3c-82fb-0fe997b7d763}" ma:internalName="TaxCatchAll" ma:showField="CatchAllData" ma:web="9d579490-102d-4bf3-8643-974e676835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54FD4C0-AF61-4457-ADCF-4CFE3F92DA4C}">
  <ds:schemaRefs>
    <ds:schemaRef ds:uri="http://purl.org/dc/terms/"/>
    <ds:schemaRef ds:uri="9d579490-102d-4bf3-8643-974e67683526"/>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ba510fac-c167-4753-a08e-cbd4eab2b0b9"/>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BB466F22-B209-49D5-9C6F-CD2632AF8CF6}">
  <ds:schemaRefs>
    <ds:schemaRef ds:uri="http://schemas.microsoft.com/sharepoint/v3/contenttype/forms"/>
  </ds:schemaRefs>
</ds:datastoreItem>
</file>

<file path=customXml/itemProps3.xml><?xml version="1.0" encoding="utf-8"?>
<ds:datastoreItem xmlns:ds="http://schemas.openxmlformats.org/officeDocument/2006/customXml" ds:itemID="{457FCA9C-AC47-4109-B80C-F632E491B8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510fac-c167-4753-a08e-cbd4eab2b0b9"/>
    <ds:schemaRef ds:uri="9d579490-102d-4bf3-8643-974e676835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Trainer Slidedeck Template DRAFT v0.1</Template>
  <TotalTime>854</TotalTime>
  <Words>498</Words>
  <Application>Microsoft Office PowerPoint</Application>
  <PresentationFormat>Widescreen</PresentationFormat>
  <Paragraphs>57</Paragraphs>
  <Slides>7</Slides>
  <Notes>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vt:i4>
      </vt:variant>
    </vt:vector>
  </HeadingPairs>
  <TitlesOfParts>
    <vt:vector size="13" baseType="lpstr">
      <vt:lpstr>Arial</vt:lpstr>
      <vt:lpstr>Calibri</vt:lpstr>
      <vt:lpstr>Montserrat</vt:lpstr>
      <vt:lpstr>Montserrat Black</vt:lpstr>
      <vt:lpstr>Master_Neutral</vt:lpstr>
      <vt:lpstr>QA Template</vt:lpstr>
      <vt:lpstr>Module 4: Advanced Grouping</vt:lpstr>
      <vt:lpstr>PowerPoint Presentation</vt:lpstr>
      <vt:lpstr>PowerPoint Presentation</vt:lpstr>
      <vt:lpstr>PowerPoint Presentation</vt:lpstr>
      <vt:lpstr>PowerPoint Presentation</vt:lpstr>
      <vt:lpstr>PowerPoint Presentation</vt:lpstr>
      <vt:lpstr>Review</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Rob Menzies</cp:lastModifiedBy>
  <cp:revision>27</cp:revision>
  <cp:lastPrinted>2019-07-03T09:46:41Z</cp:lastPrinted>
  <dcterms:created xsi:type="dcterms:W3CDTF">2019-09-05T08:17:12Z</dcterms:created>
  <dcterms:modified xsi:type="dcterms:W3CDTF">2025-01-24T10:04:25Z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0x010100F6F1C044A4CFD9459FE8AB7A07496CED</vt:lpwstr>
  </property>
  <property fmtid="{D5CDD505-2E9C-101B-9397-08002B2CF9AE}" pid="3" name="Chapter">
    <vt:lpwstr>1</vt:lpwstr>
  </property>
  <property fmtid="{D5CDD505-2E9C-101B-9397-08002B2CF9AE}" pid="4" name="BookType">
    <vt:lpwstr>6</vt:lpwstr>
  </property>
  <property fmtid="{D5CDD505-2E9C-101B-9397-08002B2CF9AE}" pid="5" name="MediaServiceImageTags">
    <vt:lpwstr/>
  </property>
</Properties>
</file>