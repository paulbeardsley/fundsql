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2.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850" r:id="rId5"/>
    <p:sldMasterId id="2147483836" r:id="rId6"/>
  </p:sldMasterIdLst>
  <p:notesMasterIdLst>
    <p:notesMasterId r:id="rId23"/>
  </p:notesMasterIdLst>
  <p:handoutMasterIdLst>
    <p:handoutMasterId r:id="rId24"/>
  </p:handoutMasterIdLst>
  <p:sldIdLst>
    <p:sldId id="462" r:id="rId7"/>
    <p:sldId id="612" r:id="rId8"/>
    <p:sldId id="884" r:id="rId9"/>
    <p:sldId id="909" r:id="rId10"/>
    <p:sldId id="938" r:id="rId11"/>
    <p:sldId id="946" r:id="rId12"/>
    <p:sldId id="939" r:id="rId13"/>
    <p:sldId id="953" r:id="rId14"/>
    <p:sldId id="947" r:id="rId15"/>
    <p:sldId id="948" r:id="rId16"/>
    <p:sldId id="954" r:id="rId17"/>
    <p:sldId id="949" r:id="rId18"/>
    <p:sldId id="955" r:id="rId19"/>
    <p:sldId id="950" r:id="rId20"/>
    <p:sldId id="956" r:id="rId21"/>
    <p:sldId id="952" r:id="rId22"/>
  </p:sldIdLst>
  <p:sldSz cx="12192000" cy="6858000"/>
  <p:notesSz cx="9775825" cy="66452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Slides" id="{DE8BF54A-1323-4403-83F8-D7B5510C9D53}">
          <p14:sldIdLst>
            <p14:sldId id="462"/>
            <p14:sldId id="612"/>
            <p14:sldId id="884"/>
            <p14:sldId id="909"/>
            <p14:sldId id="938"/>
            <p14:sldId id="946"/>
            <p14:sldId id="939"/>
            <p14:sldId id="953"/>
            <p14:sldId id="947"/>
            <p14:sldId id="948"/>
            <p14:sldId id="954"/>
            <p14:sldId id="949"/>
            <p14:sldId id="955"/>
            <p14:sldId id="950"/>
            <p14:sldId id="956"/>
            <p14:sldId id="95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D3FF"/>
    <a:srgbClr val="004050"/>
    <a:srgbClr val="F3622C"/>
    <a:srgbClr val="FFFFFF"/>
    <a:srgbClr val="7F007D"/>
    <a:srgbClr val="FF004C"/>
    <a:srgbClr val="00EDB5"/>
    <a:srgbClr val="000000"/>
    <a:srgbClr val="C4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CB4567-07A5-496F-B61B-FA6930676B85}" v="1" dt="2021-08-20T09:13:56.4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277" autoAdjust="0"/>
  </p:normalViewPr>
  <p:slideViewPr>
    <p:cSldViewPr snapToGrid="0" snapToObjects="1" showGuides="1">
      <p:cViewPr varScale="1">
        <p:scale>
          <a:sx n="104" d="100"/>
          <a:sy n="104" d="100"/>
        </p:scale>
        <p:origin x="870" y="102"/>
      </p:cViewPr>
      <p:guideLst/>
    </p:cSldViewPr>
  </p:slideViewPr>
  <p:notesTextViewPr>
    <p:cViewPr>
      <p:scale>
        <a:sx n="1" d="1"/>
        <a:sy n="1" d="1"/>
      </p:scale>
      <p:origin x="0" y="0"/>
    </p:cViewPr>
  </p:notesTextViewPr>
  <p:sorterViewPr>
    <p:cViewPr>
      <p:scale>
        <a:sx n="66" d="100"/>
        <a:sy n="66" d="100"/>
      </p:scale>
      <p:origin x="0" y="-3885"/>
    </p:cViewPr>
  </p:sorterViewPr>
  <p:notesViewPr>
    <p:cSldViewPr snapToGrid="0" snapToObjects="1">
      <p:cViewPr varScale="1">
        <p:scale>
          <a:sx n="69" d="100"/>
          <a:sy n="69" d="100"/>
        </p:scale>
        <p:origin x="1672"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mtClean="0"/>
              <a:t>09/07/2024</a:t>
            </a:fld>
            <a:endParaRPr lang="en-GB"/>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200"/>
            </a:lvl1pPr>
          </a:lstStyle>
          <a:p>
            <a:fld id="{1D6B66C6-1E92-0F4E-A300-9D4ED1F0C23F}" type="datetimeFigureOut">
              <a:rPr lang="en-GB" smtClean="0"/>
              <a:t>09/07/2024</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200"/>
            </a:lvl1pPr>
          </a:lstStyle>
          <a:p>
            <a:fld id="{548901C6-1DA1-FB44-ABEE-06A0FEB7738E}" type="slidenum">
              <a:rPr lang="en-GB" smtClean="0"/>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t>2</a:t>
            </a:fld>
            <a:endParaRPr lang="en-GB"/>
          </a:p>
        </p:txBody>
      </p:sp>
    </p:spTree>
    <p:extLst>
      <p:ext uri="{BB962C8B-B14F-4D97-AF65-F5344CB8AC3E}">
        <p14:creationId xmlns:p14="http://schemas.microsoft.com/office/powerpoint/2010/main" val="1276750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Functions are stored sets of SQL statements that</a:t>
            </a:r>
            <a:r>
              <a:rPr lang="en-GB" baseline="0" dirty="0"/>
              <a:t> return a result.</a:t>
            </a:r>
          </a:p>
          <a:p>
            <a:endParaRPr lang="en-GB" baseline="0" dirty="0"/>
          </a:p>
          <a:p>
            <a:r>
              <a:rPr lang="en-GB" baseline="0" dirty="0"/>
              <a:t>Most functions are referred to as “scalar” functions and return a single value but some functions, known as “table-valued functions” (TVFs) return tables of data and work like parameterised views. This chapter focuses on scalar functions. TVFs are beyond the scope of this course.</a:t>
            </a:r>
          </a:p>
          <a:p>
            <a:endParaRPr lang="en-GB" baseline="0" dirty="0"/>
          </a:p>
          <a:p>
            <a:r>
              <a:rPr lang="en-GB" baseline="0" dirty="0"/>
              <a:t>Functions usually require parameters to be passed to them, which normally include the name of the column that we want to perform the calculation against and possibly some other information.</a:t>
            </a:r>
          </a:p>
          <a:p>
            <a:endParaRPr lang="en-GB" baseline="0" dirty="0"/>
          </a:p>
          <a:p>
            <a:r>
              <a:rPr lang="en-GB" baseline="0" dirty="0"/>
              <a:t>We can use them anywhere that SQL is expecting an expression, that is to say in select lists, WHERE clauses, ORDER BY clauses, etc.</a:t>
            </a:r>
          </a:p>
          <a:p>
            <a:endParaRPr lang="en-GB" baseline="0" dirty="0"/>
          </a:p>
          <a:p>
            <a:r>
              <a:rPr lang="en-GB" baseline="0" dirty="0"/>
              <a:t>Unlike stored procedures, we don’t need to tell SQL to EXECUTE a function but SQL does need to be able to work out that we are calling one, so the function’s name is always followed by an open parenthesis “(“, then the parameters we’re passing, then a close parenthesis “)”, </a:t>
            </a:r>
            <a:r>
              <a:rPr lang="en-GB" i="1" baseline="0" dirty="0"/>
              <a:t>even if we don’t have any parameters to pass to it</a:t>
            </a:r>
            <a:r>
              <a:rPr lang="en-GB" baseline="0" dirty="0"/>
              <a:t>. The brackets are </a:t>
            </a:r>
            <a:r>
              <a:rPr lang="en-GB" b="1" baseline="0" dirty="0"/>
              <a:t>not</a:t>
            </a:r>
            <a:r>
              <a:rPr lang="en-GB" baseline="0" dirty="0"/>
              <a:t> optional.</a:t>
            </a:r>
          </a:p>
          <a:p>
            <a:endParaRPr lang="en-GB" baseline="0" dirty="0"/>
          </a:p>
          <a:p>
            <a:r>
              <a:rPr lang="en-GB" baseline="0" dirty="0"/>
              <a:t>The following few pages list and discuss some of the more commonly-used functions. There are many, many more available in SQL, and more are added with each release.</a:t>
            </a:r>
            <a:endParaRPr lang="en-GB" dirty="0"/>
          </a:p>
        </p:txBody>
      </p:sp>
    </p:spTree>
    <p:extLst>
      <p:ext uri="{BB962C8B-B14F-4D97-AF65-F5344CB8AC3E}">
        <p14:creationId xmlns:p14="http://schemas.microsoft.com/office/powerpoint/2010/main" val="3348948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Left</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ProductName, 3</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p>
          <a:p>
            <a:r>
              <a:rPr lang="en-GB" sz="1800" dirty="0">
                <a:solidFill>
                  <a:srgbClr val="0000FF"/>
                </a:solidFill>
                <a:latin typeface="Consolas" panose="020B0609020204030204" pitchFamily="49" charset="0"/>
              </a:rPr>
              <a:t>from</a:t>
            </a:r>
            <a:r>
              <a:rPr lang="en-GB" sz="1800" dirty="0">
                <a:solidFill>
                  <a:srgbClr val="000000"/>
                </a:solidFill>
                <a:latin typeface="Consolas" panose="020B0609020204030204" pitchFamily="49" charset="0"/>
              </a:rPr>
              <a:t> Products</a:t>
            </a:r>
            <a:endParaRPr lang="en-GB" sz="1800" dirty="0">
              <a:solidFill>
                <a:srgbClr val="0000FF"/>
              </a:solidFill>
              <a:latin typeface="Consolas" panose="020B0609020204030204" pitchFamily="49" charset="0"/>
            </a:endParaRPr>
          </a:p>
          <a:p>
            <a:endParaRPr lang="en-GB" sz="1800" dirty="0">
              <a:solidFill>
                <a:srgbClr val="0000FF"/>
              </a:solidFill>
              <a:latin typeface="Consolas" panose="020B0609020204030204" pitchFamily="49" charset="0"/>
            </a:endParaRPr>
          </a:p>
          <a:p>
            <a:endParaRPr lang="en-GB" sz="1800" dirty="0">
              <a:solidFill>
                <a:srgbClr val="0000FF"/>
              </a:solidFill>
              <a:latin typeface="Consolas" panose="020B0609020204030204" pitchFamily="49" charset="0"/>
            </a:endParaRP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Upper</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ProductName</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p>
          <a:p>
            <a:r>
              <a:rPr lang="en-GB" sz="1800" dirty="0">
                <a:solidFill>
                  <a:srgbClr val="0000FF"/>
                </a:solidFill>
                <a:latin typeface="Consolas" panose="020B0609020204030204" pitchFamily="49" charset="0"/>
              </a:rPr>
              <a:t>from</a:t>
            </a:r>
            <a:r>
              <a:rPr lang="en-GB" sz="1800" dirty="0">
                <a:solidFill>
                  <a:srgbClr val="000000"/>
                </a:solidFill>
                <a:latin typeface="Consolas" panose="020B0609020204030204" pitchFamily="49" charset="0"/>
              </a:rPr>
              <a:t> Products</a:t>
            </a:r>
            <a:endParaRPr lang="en-GB" sz="1800" dirty="0">
              <a:solidFill>
                <a:srgbClr val="0000FF"/>
              </a:solidFill>
              <a:latin typeface="Consolas" panose="020B0609020204030204" pitchFamily="49" charset="0"/>
            </a:endParaRPr>
          </a:p>
          <a:p>
            <a:endParaRPr lang="en-GB" sz="1800" dirty="0">
              <a:solidFill>
                <a:srgbClr val="0000FF"/>
              </a:solidFill>
              <a:latin typeface="Consolas" panose="020B0609020204030204" pitchFamily="49" charset="0"/>
            </a:endParaRP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SUBSTRING</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ProductName</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1</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3</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p>
          <a:p>
            <a:r>
              <a:rPr lang="en-GB" sz="1800" dirty="0">
                <a:solidFill>
                  <a:srgbClr val="0000FF"/>
                </a:solidFill>
                <a:latin typeface="Consolas" panose="020B0609020204030204" pitchFamily="49" charset="0"/>
              </a:rPr>
              <a:t>from</a:t>
            </a:r>
            <a:r>
              <a:rPr lang="en-GB" sz="1800" dirty="0">
                <a:solidFill>
                  <a:srgbClr val="000000"/>
                </a:solidFill>
                <a:latin typeface="Consolas" panose="020B0609020204030204" pitchFamily="49" charset="0"/>
              </a:rPr>
              <a:t> Products</a:t>
            </a:r>
          </a:p>
          <a:p>
            <a:endParaRPr lang="en-GB" sz="1800" dirty="0">
              <a:solidFill>
                <a:srgbClr val="000000"/>
              </a:solidFill>
              <a:latin typeface="Consolas" panose="020B0609020204030204" pitchFamily="49" charset="0"/>
            </a:endParaRP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CHARINDEX</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't'</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'Customer’</a:t>
            </a:r>
            <a:r>
              <a:rPr lang="en-GB" sz="1800" dirty="0">
                <a:solidFill>
                  <a:srgbClr val="808080"/>
                </a:solidFill>
                <a:latin typeface="Consolas" panose="020B0609020204030204" pitchFamily="49" charset="0"/>
              </a:rPr>
              <a:t>) returns 4 (Letter t is at position 4)</a:t>
            </a:r>
          </a:p>
          <a:p>
            <a:endParaRPr lang="en-GB" sz="1800" dirty="0">
              <a:solidFill>
                <a:srgbClr val="808080"/>
              </a:solidFill>
              <a:latin typeface="Consolas" panose="020B0609020204030204" pitchFamily="49" charset="0"/>
            </a:endParaRPr>
          </a:p>
          <a:p>
            <a:endParaRPr lang="en-GB" dirty="0"/>
          </a:p>
        </p:txBody>
      </p:sp>
    </p:spTree>
    <p:extLst>
      <p:ext uri="{BB962C8B-B14F-4D97-AF65-F5344CB8AC3E}">
        <p14:creationId xmlns:p14="http://schemas.microsoft.com/office/powerpoint/2010/main" val="3656591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latin typeface="+mn-lt"/>
              </a:rPr>
              <a:t>Before SQL Server 2008, we only had one kind of date-based</a:t>
            </a:r>
            <a:r>
              <a:rPr lang="en-GB" sz="1200" baseline="0" dirty="0">
                <a:latin typeface="+mn-lt"/>
              </a:rPr>
              <a:t> data type in SQL, the datetime (and </a:t>
            </a:r>
            <a:r>
              <a:rPr lang="en-GB" sz="1200" baseline="0" dirty="0" err="1">
                <a:latin typeface="+mn-lt"/>
              </a:rPr>
              <a:t>smalldatetime</a:t>
            </a:r>
            <a:r>
              <a:rPr lang="en-GB" sz="1200" baseline="0" dirty="0">
                <a:latin typeface="+mn-lt"/>
              </a:rPr>
              <a:t>). Since SQL Server 2008, Microsoft added some new date data types:</a:t>
            </a:r>
          </a:p>
          <a:p>
            <a:endParaRPr lang="en-GB" sz="1200" baseline="0" dirty="0">
              <a:latin typeface="+mn-lt"/>
            </a:endParaRPr>
          </a:p>
          <a:p>
            <a:r>
              <a:rPr lang="en-GB" sz="1200" b="1" baseline="0" dirty="0">
                <a:latin typeface="+mn-lt"/>
              </a:rPr>
              <a:t>Type		Purpose and Range</a:t>
            </a:r>
          </a:p>
          <a:p>
            <a:r>
              <a:rPr lang="en-GB" sz="1200" baseline="0" dirty="0" err="1">
                <a:latin typeface="+mn-lt"/>
              </a:rPr>
              <a:t>DateTime</a:t>
            </a:r>
            <a:r>
              <a:rPr lang="en-GB" sz="1200" baseline="0" dirty="0">
                <a:latin typeface="+mn-lt"/>
              </a:rPr>
              <a:t>		date and time, min. 01/01/1753, accurate to 0.003 seconds</a:t>
            </a:r>
          </a:p>
          <a:p>
            <a:r>
              <a:rPr lang="en-GB" sz="1200" baseline="0" dirty="0" err="1">
                <a:latin typeface="+mn-lt"/>
              </a:rPr>
              <a:t>SmallDateTime</a:t>
            </a:r>
            <a:r>
              <a:rPr lang="en-GB" sz="1200" baseline="0" dirty="0">
                <a:latin typeface="+mn-lt"/>
              </a:rPr>
              <a:t>	date and time, min. 01/01/1900, no milliseconds</a:t>
            </a:r>
          </a:p>
          <a:p>
            <a:r>
              <a:rPr lang="en-GB" sz="1200" baseline="0" dirty="0">
                <a:latin typeface="+mn-lt"/>
              </a:rPr>
              <a:t>DateTime2		date / time, min. 01/01/0001, accurate to 100 nanoseconds</a:t>
            </a:r>
          </a:p>
          <a:p>
            <a:r>
              <a:rPr lang="en-GB" sz="1200" baseline="0" dirty="0" err="1">
                <a:latin typeface="+mn-lt"/>
              </a:rPr>
              <a:t>DateTimeOffset</a:t>
            </a:r>
            <a:r>
              <a:rPr lang="en-GB" sz="1200" baseline="0" dirty="0">
                <a:latin typeface="+mn-lt"/>
              </a:rPr>
              <a:t>	date / time, with a time zone stamp (+/- hours)</a:t>
            </a:r>
          </a:p>
          <a:p>
            <a:r>
              <a:rPr lang="en-GB" sz="1200" baseline="0" dirty="0">
                <a:latin typeface="+mn-lt"/>
              </a:rPr>
              <a:t>Date		date only, minimum 01/01/0001</a:t>
            </a:r>
          </a:p>
          <a:p>
            <a:r>
              <a:rPr lang="en-GB" sz="1200" baseline="0" dirty="0">
                <a:latin typeface="+mn-lt"/>
              </a:rPr>
              <a:t>Time		time only, zero to 23:59:59.9999999</a:t>
            </a:r>
          </a:p>
          <a:p>
            <a:endParaRPr lang="en-GB" sz="1200" dirty="0">
              <a:latin typeface="+mn-lt"/>
            </a:endParaRPr>
          </a:p>
          <a:p>
            <a:r>
              <a:rPr lang="en-GB" sz="1200" dirty="0">
                <a:latin typeface="+mn-lt"/>
              </a:rPr>
              <a:t>A discussion of dates in SQL would not be complete without a mention of formats</a:t>
            </a:r>
            <a:r>
              <a:rPr lang="en-GB" sz="1200" baseline="0" dirty="0">
                <a:latin typeface="+mn-lt"/>
              </a:rPr>
              <a:t> – SQL Server is (in fact, most database products are) American-built, which means its default date format is month / day / year, which catches everyone out most of the time. It is possible to change the default date format, but the best habit to get into is to specify dates in YYYYMMDD, which should be unambiguous:</a:t>
            </a:r>
          </a:p>
          <a:p>
            <a:endParaRPr lang="en-GB" sz="1200" baseline="0" dirty="0">
              <a:latin typeface="+mn-lt"/>
            </a:endParaRPr>
          </a:p>
          <a:p>
            <a:r>
              <a:rPr lang="en-GB" sz="1200" baseline="0" dirty="0">
                <a:latin typeface="+mn-lt"/>
                <a:cs typeface="Consolas" pitchFamily="49" charset="0"/>
              </a:rPr>
              <a:t>WHERE </a:t>
            </a:r>
            <a:r>
              <a:rPr lang="en-GB" sz="1200" baseline="0" dirty="0" err="1">
                <a:latin typeface="+mn-lt"/>
                <a:cs typeface="Consolas" pitchFamily="49" charset="0"/>
              </a:rPr>
              <a:t>Employees.OrderDate</a:t>
            </a:r>
            <a:r>
              <a:rPr lang="en-GB" sz="1200" baseline="0" dirty="0">
                <a:latin typeface="+mn-lt"/>
                <a:cs typeface="Consolas" pitchFamily="49" charset="0"/>
              </a:rPr>
              <a:t> = ’19230823’</a:t>
            </a:r>
          </a:p>
          <a:p>
            <a:endParaRPr lang="en-GB" sz="1200" baseline="0" dirty="0">
              <a:latin typeface="Book Antiqua" pitchFamily="18" charset="0"/>
              <a:cs typeface="+mn-cs"/>
            </a:endParaRPr>
          </a:p>
          <a:p>
            <a:endParaRPr lang="en-GB" dirty="0"/>
          </a:p>
        </p:txBody>
      </p:sp>
    </p:spTree>
    <p:extLst>
      <p:ext uri="{BB962C8B-B14F-4D97-AF65-F5344CB8AC3E}">
        <p14:creationId xmlns:p14="http://schemas.microsoft.com/office/powerpoint/2010/main" val="3027707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000" dirty="0"/>
              <a:t>The </a:t>
            </a:r>
            <a:r>
              <a:rPr lang="en-GB" sz="1000" i="1" dirty="0" err="1"/>
              <a:t>GetDate</a:t>
            </a:r>
            <a:r>
              <a:rPr lang="en-GB" sz="1000" dirty="0"/>
              <a:t> function is often used in conjunction with the other date functions, for example </a:t>
            </a:r>
            <a:r>
              <a:rPr lang="en-GB" sz="1000" i="1" dirty="0" err="1"/>
              <a:t>DateDiff</a:t>
            </a:r>
            <a:r>
              <a:rPr lang="en-GB" sz="1000" dirty="0"/>
              <a:t> is used to find the difference between two dates and is often used to find the difference between a date column and today’s date:</a:t>
            </a:r>
          </a:p>
          <a:p>
            <a:endParaRPr lang="en-GB" sz="800" dirty="0">
              <a:latin typeface="Consolas" pitchFamily="49" charset="0"/>
              <a:cs typeface="Consolas" pitchFamily="49" charset="0"/>
            </a:endParaRPr>
          </a:p>
          <a:p>
            <a:r>
              <a:rPr lang="en-GB" sz="1000" dirty="0" err="1">
                <a:latin typeface="Consolas" pitchFamily="49" charset="0"/>
                <a:cs typeface="Consolas" pitchFamily="49" charset="0"/>
              </a:rPr>
              <a:t>DateDiff</a:t>
            </a:r>
            <a:r>
              <a:rPr lang="en-GB" sz="1000" dirty="0">
                <a:latin typeface="Consolas" pitchFamily="49" charset="0"/>
                <a:cs typeface="Consolas" pitchFamily="49" charset="0"/>
              </a:rPr>
              <a:t>(day, </a:t>
            </a:r>
            <a:r>
              <a:rPr lang="en-GB" sz="1000" dirty="0" err="1">
                <a:latin typeface="Consolas" pitchFamily="49" charset="0"/>
                <a:cs typeface="Consolas" pitchFamily="49" charset="0"/>
              </a:rPr>
              <a:t>Orders.DueDate</a:t>
            </a:r>
            <a:r>
              <a:rPr lang="en-GB" sz="1000" dirty="0">
                <a:latin typeface="Consolas" pitchFamily="49" charset="0"/>
                <a:cs typeface="Consolas" pitchFamily="49" charset="0"/>
              </a:rPr>
              <a:t>, </a:t>
            </a:r>
            <a:r>
              <a:rPr lang="en-GB" sz="1000" dirty="0" err="1">
                <a:latin typeface="Consolas" pitchFamily="49" charset="0"/>
                <a:cs typeface="Consolas" pitchFamily="49" charset="0"/>
              </a:rPr>
              <a:t>GetDate</a:t>
            </a:r>
            <a:r>
              <a:rPr lang="en-GB" sz="1000" dirty="0">
                <a:latin typeface="Consolas" pitchFamily="49" charset="0"/>
                <a:cs typeface="Consolas" pitchFamily="49" charset="0"/>
              </a:rPr>
              <a:t>())</a:t>
            </a:r>
          </a:p>
          <a:p>
            <a:endParaRPr lang="en-GB" sz="1000" dirty="0">
              <a:latin typeface="Consolas" pitchFamily="49" charset="0"/>
              <a:cs typeface="Consolas"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000" baseline="0" dirty="0" err="1">
                <a:latin typeface="Consolas" pitchFamily="49" charset="0"/>
                <a:cs typeface="Consolas" pitchFamily="49" charset="0"/>
              </a:rPr>
              <a:t>DateDiff</a:t>
            </a:r>
            <a:r>
              <a:rPr lang="en-GB" sz="1000" baseline="0" dirty="0">
                <a:latin typeface="Consolas" pitchFamily="49" charset="0"/>
                <a:cs typeface="Consolas" pitchFamily="49" charset="0"/>
              </a:rPr>
              <a:t>(year, ‘19230823’, </a:t>
            </a:r>
            <a:r>
              <a:rPr lang="en-GB" sz="1000" baseline="0" dirty="0" err="1">
                <a:latin typeface="Consolas" pitchFamily="49" charset="0"/>
                <a:cs typeface="Consolas" pitchFamily="49" charset="0"/>
              </a:rPr>
              <a:t>GetDate</a:t>
            </a:r>
            <a:r>
              <a:rPr lang="en-GB" sz="1000" baseline="0" dirty="0">
                <a:latin typeface="Consolas" pitchFamily="49" charset="0"/>
                <a:cs typeface="Consolas" pitchFamily="49" charset="0"/>
              </a:rPr>
              <a:t>())</a:t>
            </a:r>
          </a:p>
          <a:p>
            <a:endParaRPr lang="en-GB" sz="1000" baseline="0" dirty="0">
              <a:latin typeface="Consolas" pitchFamily="49" charset="0"/>
              <a:cs typeface="Consolas" pitchFamily="49" charset="0"/>
            </a:endParaRPr>
          </a:p>
          <a:p>
            <a:endParaRPr lang="en-GB" sz="1000" baseline="0" dirty="0">
              <a:latin typeface="Consolas" pitchFamily="49" charset="0"/>
              <a:cs typeface="Consolas" pitchFamily="49" charset="0"/>
            </a:endParaRPr>
          </a:p>
          <a:p>
            <a:r>
              <a:rPr lang="en-GB" sz="1000" dirty="0">
                <a:latin typeface="Consolas" pitchFamily="49" charset="0"/>
                <a:cs typeface="Consolas" pitchFamily="49" charset="0"/>
              </a:rPr>
              <a:t>More date/time</a:t>
            </a:r>
            <a:r>
              <a:rPr lang="en-GB" sz="1000" baseline="0" dirty="0">
                <a:latin typeface="Consolas" pitchFamily="49" charset="0"/>
                <a:cs typeface="Consolas" pitchFamily="49" charset="0"/>
              </a:rPr>
              <a:t> gotchas: the </a:t>
            </a:r>
            <a:r>
              <a:rPr lang="en-GB" sz="1000" baseline="0" dirty="0" err="1">
                <a:latin typeface="Consolas" pitchFamily="49" charset="0"/>
                <a:cs typeface="Consolas" pitchFamily="49" charset="0"/>
              </a:rPr>
              <a:t>DateDiff</a:t>
            </a:r>
            <a:r>
              <a:rPr lang="en-GB" sz="1000" baseline="0" dirty="0">
                <a:latin typeface="Consolas" pitchFamily="49" charset="0"/>
                <a:cs typeface="Consolas" pitchFamily="49" charset="0"/>
              </a:rPr>
              <a:t> function is not that clever when it comes to years and months; it simply looks at the year (or month) part of the date and subtracts one from the other. The year examples above will only correctly calculate the age after the 22</a:t>
            </a:r>
            <a:r>
              <a:rPr lang="en-GB" sz="1000" baseline="30000" dirty="0">
                <a:latin typeface="Consolas" pitchFamily="49" charset="0"/>
                <a:cs typeface="Consolas" pitchFamily="49" charset="0"/>
              </a:rPr>
              <a:t>nd</a:t>
            </a:r>
            <a:r>
              <a:rPr lang="en-GB" sz="1000" baseline="0" dirty="0">
                <a:latin typeface="Consolas" pitchFamily="49" charset="0"/>
                <a:cs typeface="Consolas" pitchFamily="49" charset="0"/>
              </a:rPr>
              <a:t> August.</a:t>
            </a:r>
          </a:p>
          <a:p>
            <a:endParaRPr lang="en-GB" sz="1000" baseline="0" dirty="0">
              <a:latin typeface="Consolas" pitchFamily="49" charset="0"/>
              <a:cs typeface="Consolas" pitchFamily="49" charset="0"/>
            </a:endParaRPr>
          </a:p>
          <a:p>
            <a:endParaRPr lang="en-GB" sz="1000" baseline="0" dirty="0">
              <a:latin typeface="Consolas" pitchFamily="49" charset="0"/>
              <a:cs typeface="Consolas" pitchFamily="49" charset="0"/>
            </a:endParaRP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DATEDIFF</a:t>
            </a:r>
            <a:r>
              <a:rPr lang="en-GB" sz="1800" dirty="0">
                <a:solidFill>
                  <a:srgbClr val="808080"/>
                </a:solidFill>
                <a:latin typeface="Consolas" panose="020B0609020204030204" pitchFamily="49" charset="0"/>
              </a:rPr>
              <a:t>(</a:t>
            </a:r>
            <a:r>
              <a:rPr lang="en-GB" sz="1800" dirty="0">
                <a:solidFill>
                  <a:srgbClr val="FF00FF"/>
                </a:solidFill>
                <a:latin typeface="Consolas" panose="020B0609020204030204" pitchFamily="49" charset="0"/>
              </a:rPr>
              <a:t>DAY</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err="1">
                <a:solidFill>
                  <a:srgbClr val="000000"/>
                </a:solidFill>
                <a:latin typeface="Consolas" panose="020B0609020204030204" pitchFamily="49" charset="0"/>
              </a:rPr>
              <a:t>RequiredDate</a:t>
            </a:r>
            <a:r>
              <a:rPr lang="en-GB" sz="1800" dirty="0">
                <a:solidFill>
                  <a:srgbClr val="000000"/>
                </a:solidFill>
                <a:latin typeface="Consolas" panose="020B0609020204030204" pitchFamily="49" charset="0"/>
              </a:rPr>
              <a:t> </a:t>
            </a:r>
            <a:r>
              <a:rPr lang="en-GB" sz="1800" dirty="0">
                <a:solidFill>
                  <a:srgbClr val="808080"/>
                </a:solidFill>
                <a:latin typeface="Consolas" panose="020B0609020204030204" pitchFamily="49" charset="0"/>
              </a:rPr>
              <a:t>,</a:t>
            </a:r>
            <a:r>
              <a:rPr lang="en-GB" sz="1800" dirty="0" err="1">
                <a:solidFill>
                  <a:srgbClr val="000000"/>
                </a:solidFill>
                <a:latin typeface="Consolas" panose="020B0609020204030204" pitchFamily="49" charset="0"/>
              </a:rPr>
              <a:t>ShippedDate</a:t>
            </a:r>
            <a:r>
              <a:rPr lang="en-GB" sz="1800" dirty="0">
                <a:solidFill>
                  <a:srgbClr val="000000"/>
                </a:solidFill>
                <a:latin typeface="Consolas" panose="020B0609020204030204" pitchFamily="49" charset="0"/>
              </a:rPr>
              <a:t> </a:t>
            </a:r>
            <a:r>
              <a:rPr lang="en-GB" sz="1800" dirty="0">
                <a:solidFill>
                  <a:srgbClr val="808080"/>
                </a:solidFill>
                <a:latin typeface="Consolas" panose="020B0609020204030204" pitchFamily="49" charset="0"/>
              </a:rPr>
              <a:t>)</a:t>
            </a:r>
            <a:r>
              <a:rPr lang="en-GB" sz="1800" dirty="0">
                <a:solidFill>
                  <a:srgbClr val="0000FF"/>
                </a:solidFill>
                <a:latin typeface="Consolas" panose="020B0609020204030204" pitchFamily="49" charset="0"/>
              </a:rPr>
              <a:t>as</a:t>
            </a:r>
            <a:r>
              <a:rPr lang="en-GB" sz="1800" dirty="0">
                <a:solidFill>
                  <a:srgbClr val="000000"/>
                </a:solidFill>
                <a:latin typeface="Consolas" panose="020B0609020204030204" pitchFamily="49" charset="0"/>
              </a:rPr>
              <a:t> </a:t>
            </a:r>
            <a:r>
              <a:rPr lang="en-GB" sz="1800" dirty="0" err="1">
                <a:solidFill>
                  <a:srgbClr val="000000"/>
                </a:solidFill>
                <a:latin typeface="Consolas" panose="020B0609020204030204" pitchFamily="49" charset="0"/>
              </a:rPr>
              <a:t>days_to_ship</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err="1">
                <a:solidFill>
                  <a:srgbClr val="000000"/>
                </a:solidFill>
                <a:latin typeface="Consolas" panose="020B0609020204030204" pitchFamily="49" charset="0"/>
              </a:rPr>
              <a:t>RequiredDate</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err="1">
                <a:solidFill>
                  <a:srgbClr val="000000"/>
                </a:solidFill>
                <a:latin typeface="Consolas" panose="020B0609020204030204" pitchFamily="49" charset="0"/>
              </a:rPr>
              <a:t>ShippedDate</a:t>
            </a:r>
            <a:r>
              <a:rPr lang="en-GB" sz="1800" dirty="0">
                <a:solidFill>
                  <a:srgbClr val="000000"/>
                </a:solidFill>
                <a:latin typeface="Consolas" panose="020B0609020204030204" pitchFamily="49" charset="0"/>
              </a:rPr>
              <a:t> </a:t>
            </a:r>
          </a:p>
          <a:p>
            <a:r>
              <a:rPr lang="en-GB" sz="1800" dirty="0">
                <a:solidFill>
                  <a:srgbClr val="0000FF"/>
                </a:solidFill>
                <a:latin typeface="Consolas" panose="020B0609020204030204" pitchFamily="49" charset="0"/>
              </a:rPr>
              <a:t>from</a:t>
            </a:r>
            <a:r>
              <a:rPr lang="en-GB" sz="1800" dirty="0">
                <a:solidFill>
                  <a:srgbClr val="000000"/>
                </a:solidFill>
                <a:latin typeface="Consolas" panose="020B0609020204030204" pitchFamily="49" charset="0"/>
              </a:rPr>
              <a:t> Orders</a:t>
            </a:r>
          </a:p>
          <a:p>
            <a:endParaRPr lang="en-GB" sz="1800" dirty="0">
              <a:solidFill>
                <a:srgbClr val="000000"/>
              </a:solidFill>
              <a:latin typeface="Consolas" panose="020B0609020204030204" pitchFamily="49" charset="0"/>
              <a:cs typeface="Consolas" pitchFamily="49" charset="0"/>
            </a:endParaRPr>
          </a:p>
          <a:p>
            <a:r>
              <a:rPr lang="en-GB" sz="1000" dirty="0">
                <a:latin typeface="Consolas" pitchFamily="49" charset="0"/>
                <a:cs typeface="Consolas" pitchFamily="49" charset="0"/>
              </a:rPr>
              <a:t>SELECT </a:t>
            </a:r>
            <a:r>
              <a:rPr lang="en-GB" sz="1000" dirty="0" err="1">
                <a:latin typeface="Consolas" pitchFamily="49" charset="0"/>
                <a:cs typeface="Consolas" pitchFamily="49" charset="0"/>
              </a:rPr>
              <a:t>ShipCountry</a:t>
            </a:r>
            <a:r>
              <a:rPr lang="en-GB" sz="1000" dirty="0">
                <a:latin typeface="Consolas" pitchFamily="49" charset="0"/>
                <a:cs typeface="Consolas" pitchFamily="49" charset="0"/>
              </a:rPr>
              <a:t>, GETDATE() AS </a:t>
            </a:r>
            <a:r>
              <a:rPr lang="en-GB" sz="1000" dirty="0" err="1">
                <a:latin typeface="Consolas" pitchFamily="49" charset="0"/>
                <a:cs typeface="Consolas" pitchFamily="49" charset="0"/>
              </a:rPr>
              <a:t>TodaysDate</a:t>
            </a:r>
            <a:endParaRPr lang="en-GB" sz="1000" dirty="0">
              <a:latin typeface="Consolas" pitchFamily="49" charset="0"/>
              <a:cs typeface="Consolas" pitchFamily="49" charset="0"/>
            </a:endParaRPr>
          </a:p>
          <a:p>
            <a:r>
              <a:rPr lang="en-GB" sz="1000" dirty="0">
                <a:latin typeface="Consolas" pitchFamily="49" charset="0"/>
                <a:cs typeface="Consolas" pitchFamily="49" charset="0"/>
              </a:rPr>
              <a:t>from  orders</a:t>
            </a:r>
          </a:p>
          <a:p>
            <a:endParaRPr lang="en-GB" sz="1000" dirty="0">
              <a:latin typeface="Consolas" pitchFamily="49" charset="0"/>
              <a:cs typeface="Consolas" pitchFamily="49" charset="0"/>
            </a:endParaRPr>
          </a:p>
          <a:p>
            <a:r>
              <a:rPr lang="en-GB" sz="1000" dirty="0">
                <a:latin typeface="Consolas" pitchFamily="49" charset="0"/>
                <a:cs typeface="Consolas" pitchFamily="49" charset="0"/>
              </a:rPr>
              <a:t>SELECT </a:t>
            </a:r>
            <a:r>
              <a:rPr lang="en-GB" sz="1000" dirty="0" err="1">
                <a:latin typeface="Consolas" pitchFamily="49" charset="0"/>
                <a:cs typeface="Consolas" pitchFamily="49" charset="0"/>
              </a:rPr>
              <a:t>OrderID</a:t>
            </a:r>
            <a:r>
              <a:rPr lang="en-GB" sz="1000" dirty="0">
                <a:latin typeface="Consolas" pitchFamily="49" charset="0"/>
                <a:cs typeface="Consolas" pitchFamily="49" charset="0"/>
              </a:rPr>
              <a:t>, DATEDIFF(day,[</a:t>
            </a:r>
            <a:r>
              <a:rPr lang="en-GB" sz="1000" dirty="0" err="1">
                <a:latin typeface="Consolas" pitchFamily="49" charset="0"/>
                <a:cs typeface="Consolas" pitchFamily="49" charset="0"/>
              </a:rPr>
              <a:t>OrderDate</a:t>
            </a:r>
            <a:r>
              <a:rPr lang="en-GB" sz="1000" dirty="0">
                <a:latin typeface="Consolas" pitchFamily="49" charset="0"/>
                <a:cs typeface="Consolas" pitchFamily="49" charset="0"/>
              </a:rPr>
              <a:t>], [</a:t>
            </a:r>
            <a:r>
              <a:rPr lang="en-GB" sz="1000" dirty="0" err="1">
                <a:latin typeface="Consolas" pitchFamily="49" charset="0"/>
                <a:cs typeface="Consolas" pitchFamily="49" charset="0"/>
              </a:rPr>
              <a:t>ShippedDate</a:t>
            </a:r>
            <a:r>
              <a:rPr lang="en-GB" sz="1000" dirty="0">
                <a:latin typeface="Consolas" pitchFamily="49" charset="0"/>
                <a:cs typeface="Consolas" pitchFamily="49" charset="0"/>
              </a:rPr>
              <a:t>]) AS 'Days to Ship'</a:t>
            </a:r>
          </a:p>
          <a:p>
            <a:r>
              <a:rPr lang="en-GB" sz="1000" dirty="0">
                <a:latin typeface="Consolas" pitchFamily="49" charset="0"/>
                <a:cs typeface="Consolas" pitchFamily="49" charset="0"/>
              </a:rPr>
              <a:t>from  orders</a:t>
            </a:r>
          </a:p>
          <a:p>
            <a:endParaRPr lang="en-GB" sz="1000" dirty="0">
              <a:latin typeface="Consolas" pitchFamily="49" charset="0"/>
              <a:cs typeface="Consolas" pitchFamily="49" charset="0"/>
            </a:endParaRPr>
          </a:p>
          <a:p>
            <a:r>
              <a:rPr lang="en-GB" sz="1000" dirty="0">
                <a:latin typeface="Consolas" pitchFamily="49" charset="0"/>
                <a:cs typeface="Consolas" pitchFamily="49" charset="0"/>
              </a:rPr>
              <a:t>SELECT </a:t>
            </a:r>
            <a:r>
              <a:rPr lang="en-GB" sz="1000" dirty="0" err="1">
                <a:latin typeface="Consolas" pitchFamily="49" charset="0"/>
                <a:cs typeface="Consolas" pitchFamily="49" charset="0"/>
              </a:rPr>
              <a:t>OrderID</a:t>
            </a:r>
            <a:r>
              <a:rPr lang="en-GB" sz="1000" dirty="0">
                <a:latin typeface="Consolas" pitchFamily="49" charset="0"/>
                <a:cs typeface="Consolas" pitchFamily="49" charset="0"/>
              </a:rPr>
              <a:t>, DATEPART(MONTH,[</a:t>
            </a:r>
            <a:r>
              <a:rPr lang="en-GB" sz="1000" dirty="0" err="1">
                <a:latin typeface="Consolas" pitchFamily="49" charset="0"/>
                <a:cs typeface="Consolas" pitchFamily="49" charset="0"/>
              </a:rPr>
              <a:t>OrderDate</a:t>
            </a:r>
            <a:r>
              <a:rPr lang="en-GB" sz="1000" dirty="0">
                <a:latin typeface="Consolas" pitchFamily="49" charset="0"/>
                <a:cs typeface="Consolas" pitchFamily="49" charset="0"/>
              </a:rPr>
              <a:t>]) as Month</a:t>
            </a:r>
          </a:p>
          <a:p>
            <a:r>
              <a:rPr lang="en-GB" sz="1000" dirty="0">
                <a:latin typeface="Consolas" pitchFamily="49" charset="0"/>
                <a:cs typeface="Consolas" pitchFamily="49" charset="0"/>
              </a:rPr>
              <a:t>from  orders</a:t>
            </a:r>
          </a:p>
          <a:p>
            <a:endParaRPr lang="en-GB" sz="1000" dirty="0">
              <a:latin typeface="Consolas" pitchFamily="49" charset="0"/>
              <a:cs typeface="Consolas" pitchFamily="49" charset="0"/>
            </a:endParaRPr>
          </a:p>
          <a:p>
            <a:r>
              <a:rPr lang="en-GB" sz="1000" dirty="0">
                <a:latin typeface="Consolas" pitchFamily="49" charset="0"/>
                <a:cs typeface="Consolas" pitchFamily="49" charset="0"/>
              </a:rPr>
              <a:t>SELECT </a:t>
            </a:r>
            <a:r>
              <a:rPr lang="en-GB" sz="1000" dirty="0" err="1">
                <a:latin typeface="Consolas" pitchFamily="49" charset="0"/>
                <a:cs typeface="Consolas" pitchFamily="49" charset="0"/>
              </a:rPr>
              <a:t>ShipCountry</a:t>
            </a:r>
            <a:r>
              <a:rPr lang="en-GB" sz="1000" dirty="0">
                <a:latin typeface="Consolas" pitchFamily="49" charset="0"/>
                <a:cs typeface="Consolas" pitchFamily="49" charset="0"/>
              </a:rPr>
              <a:t>, DATENAME(year, </a:t>
            </a:r>
            <a:r>
              <a:rPr lang="en-GB" sz="1000" dirty="0" err="1">
                <a:latin typeface="Consolas" pitchFamily="49" charset="0"/>
                <a:cs typeface="Consolas" pitchFamily="49" charset="0"/>
              </a:rPr>
              <a:t>OrderDate</a:t>
            </a:r>
            <a:r>
              <a:rPr lang="en-GB" sz="1000" dirty="0">
                <a:latin typeface="Consolas" pitchFamily="49" charset="0"/>
                <a:cs typeface="Consolas" pitchFamily="49" charset="0"/>
              </a:rPr>
              <a:t>) AS Year</a:t>
            </a:r>
          </a:p>
          <a:p>
            <a:r>
              <a:rPr lang="en-GB" sz="1000" dirty="0">
                <a:latin typeface="Consolas" pitchFamily="49" charset="0"/>
                <a:cs typeface="Consolas" pitchFamily="49" charset="0"/>
              </a:rPr>
              <a:t>from  orders</a:t>
            </a:r>
          </a:p>
        </p:txBody>
      </p:sp>
    </p:spTree>
    <p:extLst>
      <p:ext uri="{BB962C8B-B14F-4D97-AF65-F5344CB8AC3E}">
        <p14:creationId xmlns:p14="http://schemas.microsoft.com/office/powerpoint/2010/main" val="14715868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latin typeface="+mn-lt"/>
              </a:rPr>
              <a:t>The </a:t>
            </a:r>
            <a:r>
              <a:rPr lang="en-GB" sz="1200" i="1" dirty="0" err="1">
                <a:latin typeface="+mn-lt"/>
              </a:rPr>
              <a:t>IsNull</a:t>
            </a:r>
            <a:r>
              <a:rPr lang="en-GB" sz="1200" dirty="0">
                <a:latin typeface="+mn-lt"/>
              </a:rPr>
              <a:t> function is used to give a</a:t>
            </a:r>
            <a:r>
              <a:rPr lang="en-GB" sz="1200" baseline="0" dirty="0">
                <a:latin typeface="+mn-lt"/>
              </a:rPr>
              <a:t> value to null expressions. There are two main reason for this – either we want nulls to be treated as (say) 0 for the purposes of an aggregate function:</a:t>
            </a:r>
          </a:p>
          <a:p>
            <a:endParaRPr lang="en-GB" sz="1200" baseline="0" dirty="0">
              <a:latin typeface="+mn-lt"/>
            </a:endParaRPr>
          </a:p>
          <a:p>
            <a:r>
              <a:rPr lang="en-GB" sz="1200" baseline="0" dirty="0">
                <a:latin typeface="+mn-lt"/>
                <a:cs typeface="Consolas" pitchFamily="49" charset="0"/>
              </a:rPr>
              <a:t>AVG(</a:t>
            </a:r>
            <a:r>
              <a:rPr lang="en-GB" sz="1200" baseline="0" dirty="0" err="1">
                <a:latin typeface="+mn-lt"/>
                <a:cs typeface="Consolas" pitchFamily="49" charset="0"/>
              </a:rPr>
              <a:t>SomeNullableColumn</a:t>
            </a:r>
            <a:r>
              <a:rPr lang="en-GB" sz="1200" baseline="0" dirty="0">
                <a:latin typeface="+mn-lt"/>
                <a:cs typeface="Consolas" pitchFamily="49" charset="0"/>
              </a:rPr>
              <a:t>) </a:t>
            </a:r>
            <a:r>
              <a:rPr lang="en-GB" sz="1200" i="1" baseline="0" dirty="0">
                <a:latin typeface="+mn-lt"/>
              </a:rPr>
              <a:t>versus</a:t>
            </a:r>
          </a:p>
          <a:p>
            <a:r>
              <a:rPr lang="en-GB" sz="1200" baseline="0" dirty="0">
                <a:latin typeface="+mn-lt"/>
                <a:cs typeface="Consolas" pitchFamily="49" charset="0"/>
              </a:rPr>
              <a:t>AVG(ISNULL(</a:t>
            </a:r>
            <a:r>
              <a:rPr lang="en-GB" sz="1200" baseline="0" dirty="0" err="1">
                <a:latin typeface="+mn-lt"/>
                <a:cs typeface="Consolas" pitchFamily="49" charset="0"/>
              </a:rPr>
              <a:t>SomeNullableColumn</a:t>
            </a:r>
            <a:r>
              <a:rPr lang="en-GB" sz="1200" baseline="0" dirty="0">
                <a:latin typeface="+mn-lt"/>
                <a:cs typeface="Consolas" pitchFamily="49" charset="0"/>
              </a:rPr>
              <a:t>, 0))</a:t>
            </a:r>
          </a:p>
          <a:p>
            <a:endParaRPr lang="en-GB" sz="1200" baseline="0" dirty="0">
              <a:latin typeface="+mn-lt"/>
              <a:cs typeface="Consolas" pitchFamily="49" charset="0"/>
            </a:endParaRPr>
          </a:p>
          <a:p>
            <a:r>
              <a:rPr lang="en-GB" sz="1200" baseline="0" dirty="0">
                <a:latin typeface="+mn-lt"/>
              </a:rPr>
              <a:t>Or we want to display some text for a null value:</a:t>
            </a:r>
          </a:p>
          <a:p>
            <a:endParaRPr lang="en-GB" sz="1200" baseline="0" dirty="0">
              <a:latin typeface="+mn-lt"/>
            </a:endParaRPr>
          </a:p>
          <a:p>
            <a:r>
              <a:rPr lang="en-GB" sz="1200" baseline="0" dirty="0">
                <a:latin typeface="+mn-lt"/>
                <a:cs typeface="Consolas" pitchFamily="49" charset="0"/>
              </a:rPr>
              <a:t>SELECT </a:t>
            </a:r>
            <a:r>
              <a:rPr lang="en-GB" sz="1200" baseline="0" dirty="0" err="1">
                <a:latin typeface="+mn-lt"/>
                <a:cs typeface="Consolas" pitchFamily="49" charset="0"/>
              </a:rPr>
              <a:t>ContactName</a:t>
            </a:r>
            <a:r>
              <a:rPr lang="en-GB" sz="1200" baseline="0" dirty="0">
                <a:latin typeface="+mn-lt"/>
                <a:cs typeface="Consolas" pitchFamily="49" charset="0"/>
              </a:rPr>
              <a:t>, Phone, </a:t>
            </a:r>
            <a:r>
              <a:rPr lang="en-GB" sz="1200" baseline="0" dirty="0" err="1">
                <a:latin typeface="+mn-lt"/>
                <a:cs typeface="Consolas" pitchFamily="49" charset="0"/>
              </a:rPr>
              <a:t>IsNull</a:t>
            </a:r>
            <a:r>
              <a:rPr lang="en-GB" sz="1200" baseline="0" dirty="0">
                <a:latin typeface="+mn-lt"/>
                <a:cs typeface="Consolas" pitchFamily="49" charset="0"/>
              </a:rPr>
              <a:t>(Fax, ‘n/a’) AS Fax FROM Customers</a:t>
            </a:r>
          </a:p>
          <a:p>
            <a:endParaRPr lang="en-GB" sz="1200" baseline="0" dirty="0">
              <a:latin typeface="+mn-lt"/>
              <a:cs typeface="Consolas" pitchFamily="49" charset="0"/>
            </a:endParaRPr>
          </a:p>
          <a:p>
            <a:r>
              <a:rPr lang="en-GB" sz="1200" baseline="0" dirty="0">
                <a:latin typeface="+mn-lt"/>
              </a:rPr>
              <a:t>The </a:t>
            </a:r>
            <a:r>
              <a:rPr lang="en-GB" sz="1200" i="1" baseline="0" dirty="0" err="1">
                <a:latin typeface="+mn-lt"/>
              </a:rPr>
              <a:t>NullIf</a:t>
            </a:r>
            <a:r>
              <a:rPr lang="en-GB" sz="1200" i="1" baseline="0" dirty="0">
                <a:latin typeface="+mn-lt"/>
              </a:rPr>
              <a:t> </a:t>
            </a:r>
            <a:r>
              <a:rPr lang="en-GB" sz="1200" baseline="0" dirty="0">
                <a:latin typeface="+mn-lt"/>
              </a:rPr>
              <a:t>function is used for the opposite purpose, perhaps we want to ignore zeros in an aggregate:</a:t>
            </a:r>
          </a:p>
          <a:p>
            <a:endParaRPr lang="en-GB" sz="1200" baseline="0" dirty="0">
              <a:latin typeface="+mn-lt"/>
            </a:endParaRPr>
          </a:p>
          <a:p>
            <a:r>
              <a:rPr lang="en-GB" sz="1200" baseline="0" dirty="0">
                <a:latin typeface="+mn-lt"/>
                <a:cs typeface="Consolas" pitchFamily="49" charset="0"/>
              </a:rPr>
              <a:t>AVG(</a:t>
            </a:r>
            <a:r>
              <a:rPr lang="en-GB" sz="1200" baseline="0" dirty="0" err="1">
                <a:latin typeface="+mn-lt"/>
                <a:cs typeface="Consolas" pitchFamily="49" charset="0"/>
              </a:rPr>
              <a:t>SomeColumnWithZeros</a:t>
            </a:r>
            <a:r>
              <a:rPr lang="en-GB" sz="1200" baseline="0" dirty="0">
                <a:latin typeface="+mn-lt"/>
                <a:cs typeface="Consolas" pitchFamily="49" charset="0"/>
              </a:rPr>
              <a:t>) </a:t>
            </a:r>
            <a:r>
              <a:rPr lang="en-GB" sz="1200" i="1" baseline="0" dirty="0">
                <a:latin typeface="+mn-lt"/>
              </a:rPr>
              <a:t>versus</a:t>
            </a:r>
          </a:p>
          <a:p>
            <a:r>
              <a:rPr lang="en-GB" sz="1200" baseline="0" dirty="0">
                <a:latin typeface="+mn-lt"/>
                <a:cs typeface="Consolas" pitchFamily="49" charset="0"/>
              </a:rPr>
              <a:t>AVG(</a:t>
            </a:r>
            <a:r>
              <a:rPr lang="en-GB" sz="1200" baseline="0" dirty="0" err="1">
                <a:latin typeface="+mn-lt"/>
                <a:cs typeface="Consolas" pitchFamily="49" charset="0"/>
              </a:rPr>
              <a:t>NullIf</a:t>
            </a:r>
            <a:r>
              <a:rPr lang="en-GB" sz="1200" baseline="0" dirty="0">
                <a:latin typeface="+mn-lt"/>
                <a:cs typeface="Consolas" pitchFamily="49" charset="0"/>
              </a:rPr>
              <a:t>(</a:t>
            </a:r>
            <a:r>
              <a:rPr lang="en-GB" sz="1200" baseline="0" dirty="0" err="1">
                <a:latin typeface="+mn-lt"/>
                <a:cs typeface="Consolas" pitchFamily="49" charset="0"/>
              </a:rPr>
              <a:t>SomeColumnWithZeros</a:t>
            </a:r>
            <a:r>
              <a:rPr lang="en-GB" sz="1200" baseline="0" dirty="0">
                <a:latin typeface="+mn-lt"/>
                <a:cs typeface="Consolas" pitchFamily="49" charset="0"/>
              </a:rPr>
              <a:t>, 0))</a:t>
            </a:r>
          </a:p>
          <a:p>
            <a:endParaRPr lang="en-GB" sz="1200" baseline="0" dirty="0">
              <a:latin typeface="+mn-lt"/>
              <a:cs typeface="Consolas" pitchFamily="49" charset="0"/>
            </a:endParaRPr>
          </a:p>
          <a:p>
            <a:r>
              <a:rPr lang="en-GB" sz="1200" baseline="0" dirty="0">
                <a:latin typeface="+mn-lt"/>
              </a:rPr>
              <a:t>Or we want a default value to display as null</a:t>
            </a:r>
          </a:p>
          <a:p>
            <a:endParaRPr lang="en-GB" sz="1200" baseline="0" dirty="0">
              <a:latin typeface="+mn-lt"/>
            </a:endParaRPr>
          </a:p>
          <a:p>
            <a:r>
              <a:rPr lang="en-GB" sz="1200" baseline="0" dirty="0">
                <a:latin typeface="+mn-lt"/>
                <a:cs typeface="Consolas" pitchFamily="49" charset="0"/>
              </a:rPr>
              <a:t>SELECT FirstName, </a:t>
            </a:r>
            <a:r>
              <a:rPr lang="en-GB" sz="1200" baseline="0" dirty="0" err="1">
                <a:latin typeface="+mn-lt"/>
                <a:cs typeface="Consolas" pitchFamily="49" charset="0"/>
              </a:rPr>
              <a:t>NullIf</a:t>
            </a:r>
            <a:r>
              <a:rPr lang="en-GB" sz="1200" baseline="0" dirty="0">
                <a:latin typeface="+mn-lt"/>
                <a:cs typeface="Consolas" pitchFamily="49" charset="0"/>
              </a:rPr>
              <a:t>(</a:t>
            </a:r>
            <a:r>
              <a:rPr lang="en-GB" sz="1200" baseline="0" dirty="0" err="1">
                <a:latin typeface="+mn-lt"/>
                <a:cs typeface="Consolas" pitchFamily="49" charset="0"/>
              </a:rPr>
              <a:t>MiddleName</a:t>
            </a:r>
            <a:r>
              <a:rPr lang="en-GB" sz="1200" baseline="0" dirty="0">
                <a:latin typeface="+mn-lt"/>
                <a:cs typeface="Consolas" pitchFamily="49" charset="0"/>
              </a:rPr>
              <a:t>, ‘’), </a:t>
            </a:r>
            <a:r>
              <a:rPr lang="en-GB" sz="1200" baseline="0" dirty="0" err="1">
                <a:latin typeface="+mn-lt"/>
                <a:cs typeface="Consolas" pitchFamily="49" charset="0"/>
              </a:rPr>
              <a:t>LastName</a:t>
            </a:r>
            <a:r>
              <a:rPr lang="en-GB" sz="1200" baseline="0" dirty="0">
                <a:latin typeface="+mn-lt"/>
                <a:cs typeface="Consolas" pitchFamily="49" charset="0"/>
              </a:rPr>
              <a:t> FROM Contacts</a:t>
            </a:r>
          </a:p>
          <a:p>
            <a:endParaRPr lang="en-GB" sz="1200" baseline="0" dirty="0">
              <a:latin typeface="+mn-lt"/>
              <a:cs typeface="Consolas" pitchFamily="49" charset="0"/>
            </a:endParaRPr>
          </a:p>
          <a:p>
            <a:endParaRPr lang="en-GB" dirty="0"/>
          </a:p>
        </p:txBody>
      </p:sp>
    </p:spTree>
    <p:extLst>
      <p:ext uri="{BB962C8B-B14F-4D97-AF65-F5344CB8AC3E}">
        <p14:creationId xmlns:p14="http://schemas.microsoft.com/office/powerpoint/2010/main" val="42288121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latin typeface="+mn-lt"/>
              </a:rPr>
              <a:t>SQL is generally quite good at working out how to convert between data types</a:t>
            </a:r>
            <a:r>
              <a:rPr lang="en-GB" sz="1200" baseline="0" dirty="0">
                <a:latin typeface="+mn-lt"/>
              </a:rPr>
              <a:t> but sometimes we need to tell it exactly how we want to change a type.</a:t>
            </a:r>
            <a:r>
              <a:rPr lang="en-GB" sz="1200" dirty="0">
                <a:latin typeface="+mn-lt"/>
              </a:rPr>
              <a:t> The most obvious example is in dealing with the various different date data types – </a:t>
            </a:r>
            <a:r>
              <a:rPr lang="en-GB" sz="1200" i="1" dirty="0" err="1">
                <a:latin typeface="+mn-lt"/>
              </a:rPr>
              <a:t>GetDate</a:t>
            </a:r>
            <a:r>
              <a:rPr lang="en-GB" sz="1200" dirty="0">
                <a:latin typeface="+mn-lt"/>
              </a:rPr>
              <a:t>() returns a datetime</a:t>
            </a:r>
            <a:r>
              <a:rPr lang="en-GB" sz="1200" baseline="0" dirty="0">
                <a:latin typeface="+mn-lt"/>
              </a:rPr>
              <a:t> but</a:t>
            </a:r>
            <a:r>
              <a:rPr lang="en-GB" sz="1200" dirty="0">
                <a:latin typeface="+mn-lt"/>
              </a:rPr>
              <a:t> we might only be interested in the date portion:</a:t>
            </a:r>
          </a:p>
          <a:p>
            <a:endParaRPr lang="en-GB" sz="1200" dirty="0">
              <a:latin typeface="+mn-lt"/>
            </a:endParaRPr>
          </a:p>
          <a:p>
            <a:r>
              <a:rPr lang="en-GB" sz="1200" i="0" dirty="0">
                <a:latin typeface="+mn-lt"/>
                <a:cs typeface="Consolas" pitchFamily="49" charset="0"/>
              </a:rPr>
              <a:t>CAST(GETDATE()  AS Date)</a:t>
            </a:r>
            <a:r>
              <a:rPr lang="en-GB" sz="1200" dirty="0">
                <a:latin typeface="+mn-lt"/>
              </a:rPr>
              <a:t> or</a:t>
            </a:r>
          </a:p>
          <a:p>
            <a:r>
              <a:rPr lang="en-GB" sz="1200" dirty="0">
                <a:latin typeface="+mn-lt"/>
                <a:cs typeface="Consolas" pitchFamily="49" charset="0"/>
              </a:rPr>
              <a:t>CONVERT(Date, GETDATE())</a:t>
            </a:r>
          </a:p>
          <a:p>
            <a:endParaRPr lang="en-GB" sz="1200" dirty="0">
              <a:latin typeface="+mn-lt"/>
              <a:cs typeface="Consolas" pitchFamily="49" charset="0"/>
            </a:endParaRPr>
          </a:p>
          <a:p>
            <a:r>
              <a:rPr lang="en-GB" sz="1200" dirty="0">
                <a:latin typeface="+mn-lt"/>
              </a:rPr>
              <a:t>Or when truncating long text – the</a:t>
            </a:r>
            <a:r>
              <a:rPr lang="en-GB" sz="1200" baseline="0" dirty="0">
                <a:latin typeface="+mn-lt"/>
              </a:rPr>
              <a:t> Notes column contains up to 2GB of text and we only want the first 25 characters</a:t>
            </a:r>
            <a:r>
              <a:rPr lang="en-GB" sz="1200" dirty="0">
                <a:latin typeface="+mn-lt"/>
              </a:rPr>
              <a:t>:</a:t>
            </a:r>
          </a:p>
          <a:p>
            <a:endParaRPr lang="en-GB" sz="1200" dirty="0">
              <a:latin typeface="+mn-lt"/>
            </a:endParaRPr>
          </a:p>
          <a:p>
            <a:r>
              <a:rPr lang="en-GB" sz="1200" dirty="0">
                <a:latin typeface="+mn-lt"/>
                <a:cs typeface="Consolas" pitchFamily="49" charset="0"/>
              </a:rPr>
              <a:t>CAST(Notes AS </a:t>
            </a:r>
            <a:r>
              <a:rPr lang="en-GB" sz="1200" dirty="0" err="1">
                <a:latin typeface="+mn-lt"/>
                <a:cs typeface="Consolas" pitchFamily="49" charset="0"/>
              </a:rPr>
              <a:t>varchar</a:t>
            </a:r>
            <a:r>
              <a:rPr lang="en-GB" sz="1200" dirty="0">
                <a:latin typeface="+mn-lt"/>
                <a:cs typeface="Consolas" pitchFamily="49" charset="0"/>
              </a:rPr>
              <a:t>(25)) </a:t>
            </a:r>
            <a:r>
              <a:rPr lang="en-GB" sz="1200" dirty="0">
                <a:latin typeface="+mn-lt"/>
              </a:rPr>
              <a:t>or</a:t>
            </a:r>
          </a:p>
          <a:p>
            <a:r>
              <a:rPr lang="en-GB" sz="1200" dirty="0">
                <a:latin typeface="+mn-lt"/>
                <a:cs typeface="Consolas" pitchFamily="49" charset="0"/>
              </a:rPr>
              <a:t>CONVERT(varchar(25), Notes)</a:t>
            </a:r>
          </a:p>
          <a:p>
            <a:endParaRPr lang="en-GB" sz="1200" dirty="0">
              <a:latin typeface="+mn-lt"/>
              <a:cs typeface="Consolas" pitchFamily="49" charset="0"/>
            </a:endParaRPr>
          </a:p>
          <a:p>
            <a:r>
              <a:rPr lang="en-GB" sz="1200" i="1" dirty="0">
                <a:latin typeface="+mn-lt"/>
              </a:rPr>
              <a:t>Cast </a:t>
            </a:r>
            <a:r>
              <a:rPr lang="en-GB" sz="1200" dirty="0">
                <a:latin typeface="+mn-lt"/>
              </a:rPr>
              <a:t>is preferred by many people over </a:t>
            </a:r>
            <a:r>
              <a:rPr lang="en-GB" sz="1200" i="1" dirty="0">
                <a:latin typeface="+mn-lt"/>
              </a:rPr>
              <a:t>Convert</a:t>
            </a:r>
            <a:r>
              <a:rPr lang="en-GB" sz="1200" dirty="0">
                <a:latin typeface="+mn-lt"/>
              </a:rPr>
              <a:t>, but they both do the same job in most cases.</a:t>
            </a:r>
          </a:p>
          <a:p>
            <a:endParaRPr lang="en-GB" sz="1200" dirty="0">
              <a:latin typeface="+mn-lt"/>
            </a:endParaRPr>
          </a:p>
          <a:p>
            <a:r>
              <a:rPr lang="en-GB" sz="1200" dirty="0">
                <a:latin typeface="+mn-lt"/>
              </a:rPr>
              <a:t>Where Convert</a:t>
            </a:r>
            <a:r>
              <a:rPr lang="en-GB" sz="1200" baseline="0" dirty="0">
                <a:latin typeface="+mn-lt"/>
              </a:rPr>
              <a:t> really comes into its own is when we use the optional, third, </a:t>
            </a:r>
            <a:r>
              <a:rPr lang="en-GB" sz="1200" i="1" baseline="0" dirty="0">
                <a:latin typeface="+mn-lt"/>
              </a:rPr>
              <a:t>format code </a:t>
            </a:r>
            <a:r>
              <a:rPr lang="en-GB" sz="1200" baseline="0" dirty="0">
                <a:latin typeface="+mn-lt"/>
              </a:rPr>
              <a:t>parameter which enables us to ask for an alternative format, especially useful for dates:</a:t>
            </a:r>
          </a:p>
          <a:p>
            <a:endParaRPr lang="en-GB" sz="1200" baseline="0" dirty="0">
              <a:latin typeface="+mn-lt"/>
            </a:endParaRPr>
          </a:p>
          <a:p>
            <a:r>
              <a:rPr lang="en-GB" sz="1200" dirty="0">
                <a:latin typeface="+mn-lt"/>
                <a:cs typeface="Consolas" pitchFamily="49" charset="0"/>
              </a:rPr>
              <a:t>CONVERT(</a:t>
            </a:r>
            <a:r>
              <a:rPr lang="en-GB" sz="1200" dirty="0" err="1">
                <a:latin typeface="+mn-lt"/>
                <a:cs typeface="Consolas" pitchFamily="49" charset="0"/>
              </a:rPr>
              <a:t>varchar</a:t>
            </a:r>
            <a:r>
              <a:rPr lang="en-GB" sz="1200" dirty="0">
                <a:latin typeface="+mn-lt"/>
                <a:cs typeface="Consolas" pitchFamily="49" charset="0"/>
              </a:rPr>
              <a:t>(20), </a:t>
            </a:r>
            <a:r>
              <a:rPr lang="en-GB" sz="1200" dirty="0" err="1">
                <a:latin typeface="+mn-lt"/>
                <a:cs typeface="Consolas" pitchFamily="49" charset="0"/>
              </a:rPr>
              <a:t>OrderDate</a:t>
            </a:r>
            <a:r>
              <a:rPr lang="en-GB" sz="1200" dirty="0">
                <a:latin typeface="+mn-lt"/>
                <a:cs typeface="Consolas" pitchFamily="49" charset="0"/>
              </a:rPr>
              <a:t>, 103) -</a:t>
            </a:r>
            <a:r>
              <a:rPr lang="en-GB" sz="1200" baseline="0" dirty="0">
                <a:latin typeface="+mn-lt"/>
                <a:cs typeface="Consolas" pitchFamily="49" charset="0"/>
              </a:rPr>
              <a:t> -</a:t>
            </a:r>
            <a:r>
              <a:rPr lang="en-GB" sz="1200" dirty="0">
                <a:latin typeface="+mn-lt"/>
                <a:cs typeface="Consolas" pitchFamily="49" charset="0"/>
              </a:rPr>
              <a:t> UK Date format</a:t>
            </a:r>
          </a:p>
          <a:p>
            <a:r>
              <a:rPr lang="en-GB" sz="1200" dirty="0">
                <a:latin typeface="+mn-lt"/>
                <a:cs typeface="Consolas" pitchFamily="49" charset="0"/>
              </a:rPr>
              <a:t>CONVERT(varchar(20), </a:t>
            </a:r>
            <a:r>
              <a:rPr lang="en-GB" sz="1200" dirty="0" err="1">
                <a:latin typeface="+mn-lt"/>
                <a:cs typeface="Consolas" pitchFamily="49" charset="0"/>
              </a:rPr>
              <a:t>OrderDate</a:t>
            </a:r>
            <a:r>
              <a:rPr lang="en-GB" sz="1200" dirty="0">
                <a:latin typeface="+mn-lt"/>
                <a:cs typeface="Consolas" pitchFamily="49" charset="0"/>
              </a:rPr>
              <a:t>, 106) -</a:t>
            </a:r>
            <a:r>
              <a:rPr lang="en-GB" sz="1200" baseline="0" dirty="0">
                <a:latin typeface="+mn-lt"/>
                <a:cs typeface="Consolas" pitchFamily="49" charset="0"/>
              </a:rPr>
              <a:t> - dd MON </a:t>
            </a:r>
            <a:r>
              <a:rPr lang="en-GB" sz="1200" baseline="0" dirty="0" err="1">
                <a:latin typeface="+mn-lt"/>
                <a:cs typeface="Consolas" pitchFamily="49" charset="0"/>
              </a:rPr>
              <a:t>yy</a:t>
            </a:r>
            <a:r>
              <a:rPr lang="en-GB" sz="1200" baseline="0" dirty="0">
                <a:latin typeface="+mn-lt"/>
                <a:cs typeface="Consolas" pitchFamily="49" charset="0"/>
              </a:rPr>
              <a:t> format</a:t>
            </a:r>
          </a:p>
          <a:p>
            <a:endParaRPr lang="en-GB" sz="1200" baseline="0" dirty="0">
              <a:latin typeface="+mn-lt"/>
              <a:cs typeface="Consolas" pitchFamily="49" charset="0"/>
            </a:endParaRPr>
          </a:p>
          <a:p>
            <a:r>
              <a:rPr lang="en-GB" sz="1800" dirty="0">
                <a:solidFill>
                  <a:srgbClr val="0000FF"/>
                </a:solidFill>
                <a:latin typeface="Consolas" panose="020B0609020204030204" pitchFamily="49" charset="0"/>
              </a:rPr>
              <a:t>select</a:t>
            </a:r>
            <a:endParaRPr lang="en-GB" sz="1800" dirty="0">
              <a:solidFill>
                <a:srgbClr val="000000"/>
              </a:solidFill>
              <a:latin typeface="Consolas" panose="020B0609020204030204" pitchFamily="49" charset="0"/>
            </a:endParaRPr>
          </a:p>
          <a:p>
            <a:r>
              <a:rPr lang="en-GB" sz="1800" dirty="0">
                <a:solidFill>
                  <a:srgbClr val="FF00FF"/>
                </a:solidFill>
                <a:latin typeface="Consolas" panose="020B0609020204030204" pitchFamily="49" charset="0"/>
              </a:rPr>
              <a:t>CONVERT</a:t>
            </a:r>
            <a:r>
              <a:rPr lang="en-GB" sz="1800" dirty="0">
                <a:solidFill>
                  <a:srgbClr val="808080"/>
                </a:solidFill>
                <a:latin typeface="Consolas" panose="020B0609020204030204" pitchFamily="49" charset="0"/>
              </a:rPr>
              <a:t>(</a:t>
            </a:r>
            <a:r>
              <a:rPr lang="en-GB" sz="1800" dirty="0">
                <a:solidFill>
                  <a:srgbClr val="0000FF"/>
                </a:solidFill>
                <a:latin typeface="Consolas" panose="020B0609020204030204" pitchFamily="49" charset="0"/>
              </a:rPr>
              <a:t>varchar</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20</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err="1">
                <a:solidFill>
                  <a:srgbClr val="000000"/>
                </a:solidFill>
                <a:latin typeface="Consolas" panose="020B0609020204030204" pitchFamily="49" charset="0"/>
              </a:rPr>
              <a:t>OrderDate</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103</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p>
            <a:r>
              <a:rPr lang="en-GB" sz="1800" dirty="0">
                <a:solidFill>
                  <a:srgbClr val="0000FF"/>
                </a:solidFill>
                <a:latin typeface="Consolas" panose="020B0609020204030204" pitchFamily="49" charset="0"/>
              </a:rPr>
              <a:t>from</a:t>
            </a:r>
            <a:r>
              <a:rPr lang="en-GB" sz="1800" dirty="0">
                <a:solidFill>
                  <a:srgbClr val="000000"/>
                </a:solidFill>
                <a:latin typeface="Consolas" panose="020B0609020204030204" pitchFamily="49" charset="0"/>
              </a:rPr>
              <a:t> Orders</a:t>
            </a:r>
          </a:p>
          <a:p>
            <a:endParaRPr lang="en-GB" sz="1800" baseline="0" dirty="0">
              <a:solidFill>
                <a:srgbClr val="000000"/>
              </a:solidFill>
              <a:latin typeface="Consolas" panose="020B0609020204030204" pitchFamily="49" charset="0"/>
              <a:cs typeface="Consolas" pitchFamily="49" charset="0"/>
            </a:endParaRPr>
          </a:p>
          <a:p>
            <a:r>
              <a:rPr lang="en-GB" sz="1200" dirty="0">
                <a:solidFill>
                  <a:srgbClr val="0000FF"/>
                </a:solidFill>
                <a:latin typeface="Consolas" panose="020B0609020204030204" pitchFamily="49" charset="0"/>
              </a:rPr>
              <a:t>select</a:t>
            </a:r>
            <a:endParaRPr lang="en-GB" sz="1200" dirty="0">
              <a:solidFill>
                <a:srgbClr val="000000"/>
              </a:solidFill>
              <a:latin typeface="Consolas" panose="020B0609020204030204" pitchFamily="49" charset="0"/>
            </a:endParaRPr>
          </a:p>
          <a:p>
            <a:r>
              <a:rPr lang="en-GB" sz="1200" dirty="0">
                <a:solidFill>
                  <a:srgbClr val="FF00FF"/>
                </a:solidFill>
                <a:latin typeface="Consolas" panose="020B0609020204030204" pitchFamily="49" charset="0"/>
              </a:rPr>
              <a:t>CONVERT</a:t>
            </a:r>
            <a:r>
              <a:rPr lang="en-GB" sz="1200" dirty="0">
                <a:solidFill>
                  <a:srgbClr val="808080"/>
                </a:solidFill>
                <a:latin typeface="Consolas" panose="020B0609020204030204" pitchFamily="49" charset="0"/>
              </a:rPr>
              <a:t>(</a:t>
            </a:r>
            <a:r>
              <a:rPr lang="en-GB" sz="1200" dirty="0">
                <a:solidFill>
                  <a:srgbClr val="0000FF"/>
                </a:solidFill>
                <a:latin typeface="Consolas" panose="020B0609020204030204" pitchFamily="49" charset="0"/>
              </a:rPr>
              <a:t>varchar</a:t>
            </a:r>
            <a:r>
              <a:rPr lang="en-GB" sz="1200" dirty="0">
                <a:solidFill>
                  <a:srgbClr val="808080"/>
                </a:solidFill>
                <a:latin typeface="Consolas" panose="020B0609020204030204" pitchFamily="49" charset="0"/>
              </a:rPr>
              <a:t>(</a:t>
            </a:r>
            <a:r>
              <a:rPr lang="en-GB" sz="1200" dirty="0">
                <a:solidFill>
                  <a:srgbClr val="000000"/>
                </a:solidFill>
                <a:latin typeface="Consolas" panose="020B0609020204030204" pitchFamily="49" charset="0"/>
              </a:rPr>
              <a:t>20</a:t>
            </a:r>
            <a:r>
              <a:rPr lang="en-GB" sz="1200" dirty="0">
                <a:solidFill>
                  <a:srgbClr val="808080"/>
                </a:solidFill>
                <a:latin typeface="Consolas" panose="020B0609020204030204" pitchFamily="49" charset="0"/>
              </a:rPr>
              <a:t>),</a:t>
            </a:r>
            <a:r>
              <a:rPr lang="en-GB" sz="1200" dirty="0">
                <a:solidFill>
                  <a:srgbClr val="000000"/>
                </a:solidFill>
                <a:latin typeface="Consolas" panose="020B0609020204030204" pitchFamily="49" charset="0"/>
              </a:rPr>
              <a:t> </a:t>
            </a:r>
            <a:r>
              <a:rPr lang="en-GB" sz="1200" dirty="0" err="1">
                <a:solidFill>
                  <a:srgbClr val="000000"/>
                </a:solidFill>
                <a:latin typeface="Consolas" panose="020B0609020204030204" pitchFamily="49" charset="0"/>
              </a:rPr>
              <a:t>OrderDate</a:t>
            </a:r>
            <a:r>
              <a:rPr lang="en-GB" sz="1200" dirty="0">
                <a:solidFill>
                  <a:srgbClr val="808080"/>
                </a:solidFill>
                <a:latin typeface="Consolas" panose="020B0609020204030204" pitchFamily="49" charset="0"/>
              </a:rPr>
              <a:t>,</a:t>
            </a:r>
            <a:r>
              <a:rPr lang="en-GB" sz="1200" dirty="0">
                <a:solidFill>
                  <a:srgbClr val="000000"/>
                </a:solidFill>
                <a:latin typeface="Consolas" panose="020B0609020204030204" pitchFamily="49" charset="0"/>
              </a:rPr>
              <a:t> 106</a:t>
            </a:r>
            <a:r>
              <a:rPr lang="en-GB" sz="1200" dirty="0">
                <a:solidFill>
                  <a:srgbClr val="808080"/>
                </a:solidFill>
                <a:latin typeface="Consolas" panose="020B0609020204030204" pitchFamily="49" charset="0"/>
              </a:rPr>
              <a:t>)</a:t>
            </a:r>
            <a:endParaRPr lang="en-GB" sz="1200" dirty="0">
              <a:solidFill>
                <a:srgbClr val="000000"/>
              </a:solidFill>
              <a:latin typeface="Consolas" panose="020B0609020204030204" pitchFamily="49" charset="0"/>
            </a:endParaRPr>
          </a:p>
          <a:p>
            <a:r>
              <a:rPr lang="en-GB" sz="1200" dirty="0">
                <a:solidFill>
                  <a:srgbClr val="0000FF"/>
                </a:solidFill>
                <a:latin typeface="Consolas" panose="020B0609020204030204" pitchFamily="49" charset="0"/>
              </a:rPr>
              <a:t>from</a:t>
            </a:r>
            <a:r>
              <a:rPr lang="en-GB" sz="1200" dirty="0">
                <a:solidFill>
                  <a:srgbClr val="000000"/>
                </a:solidFill>
                <a:latin typeface="Consolas" panose="020B0609020204030204" pitchFamily="49" charset="0"/>
              </a:rPr>
              <a:t> Orders</a:t>
            </a:r>
            <a:endParaRPr lang="en-GB" sz="1000" baseline="0" dirty="0">
              <a:latin typeface="+mn-lt"/>
              <a:cs typeface="Consolas" pitchFamily="49" charset="0"/>
            </a:endParaRPr>
          </a:p>
          <a:p>
            <a:endParaRPr lang="en-GB" sz="1200" baseline="0" dirty="0">
              <a:latin typeface="+mn-lt"/>
              <a:cs typeface="Consolas" pitchFamily="49" charset="0"/>
            </a:endParaRPr>
          </a:p>
          <a:p>
            <a:endParaRPr lang="en-GB" sz="1200" baseline="0" dirty="0">
              <a:latin typeface="+mn-lt"/>
              <a:cs typeface="Consolas" pitchFamily="49" charset="0"/>
            </a:endParaRPr>
          </a:p>
          <a:p>
            <a:r>
              <a:rPr lang="en-GB" sz="1200" baseline="0" dirty="0">
                <a:latin typeface="+mn-lt"/>
              </a:rPr>
              <a:t>For a complete list of format codes, search for “convert function” in Books Online or on the Microsoft website.</a:t>
            </a:r>
          </a:p>
          <a:p>
            <a:endParaRPr lang="en-GB" sz="1200" baseline="0" dirty="0">
              <a:latin typeface="+mn-lt"/>
            </a:endParaRPr>
          </a:p>
          <a:p>
            <a:r>
              <a:rPr lang="en-GB" sz="1200" baseline="0" dirty="0">
                <a:latin typeface="+mn-lt"/>
              </a:rPr>
              <a:t>The newly-added PARSE / TRY_PARSE functions provide improved support for internationalisation.</a:t>
            </a:r>
          </a:p>
          <a:p>
            <a:endParaRPr lang="en-GB" sz="1200" baseline="0" dirty="0">
              <a:latin typeface="+mn-lt"/>
            </a:endParaRPr>
          </a:p>
          <a:p>
            <a:r>
              <a:rPr lang="en-GB" sz="1200" baseline="0" dirty="0">
                <a:latin typeface="+mn-lt"/>
              </a:rPr>
              <a:t>If CAST, CONVERT or PARSE are used and their operation cannot be performed – for example if an attempt is made to change a text column into an integer, or a PARSE uses an incompatible date or currency format for the provided culture an error will be returned causing the batch to halt.  If this behaviour is undesirable the TRY_ variants of the commands can be used instead.  Should an error be encountered when one of these is used a NULL value will be returned for any failing rows rather than the whole batch failing with an error.</a:t>
            </a:r>
            <a:endParaRPr lang="en-GB" sz="1200" dirty="0">
              <a:latin typeface="+mn-lt"/>
            </a:endParaRPr>
          </a:p>
        </p:txBody>
      </p:sp>
    </p:spTree>
    <p:extLst>
      <p:ext uri="{BB962C8B-B14F-4D97-AF65-F5344CB8AC3E}">
        <p14:creationId xmlns:p14="http://schemas.microsoft.com/office/powerpoint/2010/main" val="2277319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0305996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4.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85684658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457" userDrawn="1">
          <p15:clr>
            <a:srgbClr val="FBAE40"/>
          </p15:clr>
        </p15:guide>
        <p15:guide id="3" orient="horz" pos="363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userDrawn="1"/>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390707301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Re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26430270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Header - Red">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49" y="493"/>
            <a:ext cx="12192649" cy="6857507"/>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41952" y="377825"/>
            <a:ext cx="2133602" cy="1365505"/>
          </a:xfrm>
          <a:prstGeom prst="rect">
            <a:avLst/>
          </a:prstGeom>
        </p:spPr>
      </p:pic>
      <p:sp>
        <p:nvSpPr>
          <p:cNvPr id="10" name="Title 1">
            <a:extLst>
              <a:ext uri="{FF2B5EF4-FFF2-40B4-BE49-F238E27FC236}">
                <a16:creationId xmlns:a16="http://schemas.microsoft.com/office/drawing/2014/main" id="{2B541408-9F20-4E79-B69D-8A8151C2DD05}"/>
              </a:ext>
            </a:extLst>
          </p:cNvPr>
          <p:cNvSpPr>
            <a:spLocks noGrp="1"/>
          </p:cNvSpPr>
          <p:nvPr>
            <p:ph type="ctrTitle"/>
          </p:nvPr>
        </p:nvSpPr>
        <p:spPr>
          <a:xfrm>
            <a:off x="548369" y="2265730"/>
            <a:ext cx="5627171" cy="2211677"/>
          </a:xfrm>
        </p:spPr>
        <p:txBody>
          <a:bodyPr anchor="t" anchorCtr="0">
            <a:noAutofit/>
          </a:bodyPr>
          <a:lstStyle>
            <a:lvl1pPr algn="l">
              <a:lnSpc>
                <a:spcPct val="80000"/>
              </a:lnSpc>
              <a:defRPr sz="5600" cap="all" baseline="0">
                <a:solidFill>
                  <a:schemeClr val="bg1"/>
                </a:solidFill>
              </a:defRPr>
            </a:lvl1pPr>
          </a:lstStyle>
          <a:p>
            <a:r>
              <a:rPr lang="en-US" noProof="0"/>
              <a:t>Click to edit Master title style</a:t>
            </a:r>
            <a:endParaRPr lang="en-GB" noProof="0" dirty="0"/>
          </a:p>
        </p:txBody>
      </p:sp>
    </p:spTree>
    <p:extLst>
      <p:ext uri="{BB962C8B-B14F-4D97-AF65-F5344CB8AC3E}">
        <p14:creationId xmlns:p14="http://schemas.microsoft.com/office/powerpoint/2010/main" val="3143832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 1ARROW">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r="9709"/>
          <a:stretch/>
        </p:blipFill>
        <p:spPr>
          <a:xfrm>
            <a:off x="6590289" y="11113"/>
            <a:ext cx="5601711" cy="6860864"/>
          </a:xfrm>
          <a:prstGeom prst="rect">
            <a:avLst/>
          </a:prstGeom>
        </p:spPr>
      </p:pic>
      <p:sp>
        <p:nvSpPr>
          <p:cNvPr id="5" name="Text Placeholder 2"/>
          <p:cNvSpPr>
            <a:spLocks noGrp="1"/>
          </p:cNvSpPr>
          <p:nvPr>
            <p:ph type="body" sz="quarter" idx="12" hasCustomPrompt="1"/>
          </p:nvPr>
        </p:nvSpPr>
        <p:spPr>
          <a:xfrm>
            <a:off x="1357921" y="1240172"/>
            <a:ext cx="9483118" cy="520262"/>
          </a:xfrm>
        </p:spPr>
        <p:txBody>
          <a:bodyPr/>
          <a:lstStyle>
            <a:lvl1pPr marL="0" indent="0">
              <a:lnSpc>
                <a:spcPct val="90000"/>
              </a:lnSpc>
              <a:spcAft>
                <a:spcPts val="0"/>
              </a:spcAft>
              <a:buFont typeface="Arial" panose="020B0604020202020204" pitchFamily="34" charset="0"/>
              <a:buNone/>
              <a:defRPr sz="40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Page title to sit here</a:t>
            </a:r>
          </a:p>
        </p:txBody>
      </p:sp>
      <p:sp>
        <p:nvSpPr>
          <p:cNvPr id="6" name="Text Placeholder 7"/>
          <p:cNvSpPr>
            <a:spLocks noGrp="1"/>
          </p:cNvSpPr>
          <p:nvPr>
            <p:ph type="body" sz="quarter" idx="11"/>
          </p:nvPr>
        </p:nvSpPr>
        <p:spPr>
          <a:xfrm>
            <a:off x="1357921" y="2102264"/>
            <a:ext cx="9483117" cy="4376323"/>
          </a:xfrm>
        </p:spPr>
        <p:txBody>
          <a:bodyPr/>
          <a:lstStyle>
            <a:lvl1pPr marL="0" indent="0">
              <a:buFont typeface="Arial" panose="020B0604020202020204" pitchFamily="34" charset="0"/>
              <a:buNone/>
              <a:defRPr/>
            </a:lvl1pPr>
            <a:lvl2pPr marL="171450" indent="-171450">
              <a:buFont typeface="Arial" panose="020B0604020202020204"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9" name="Slide Number Placeholder 5">
            <a:extLst>
              <a:ext uri="{FF2B5EF4-FFF2-40B4-BE49-F238E27FC236}">
                <a16:creationId xmlns:a16="http://schemas.microsoft.com/office/drawing/2014/main" id="{8A975D01-89DD-456F-80CA-73FF7FB9E1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41410989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01 Section Divider">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pic>
        <p:nvPicPr>
          <p:cNvPr id="10"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1" name="Title 1">
            <a:extLst>
              <a:ext uri="{FF2B5EF4-FFF2-40B4-BE49-F238E27FC236}">
                <a16:creationId xmlns:a16="http://schemas.microsoft.com/office/drawing/2014/main" id="{EBBB6D40-B4C9-8B4A-B2A6-126F64906376}"/>
              </a:ext>
            </a:extLst>
          </p:cNvPr>
          <p:cNvSpPr>
            <a:spLocks noGrp="1"/>
          </p:cNvSpPr>
          <p:nvPr>
            <p:ph type="ctrTitle"/>
          </p:nvPr>
        </p:nvSpPr>
        <p:spPr>
          <a:xfrm>
            <a:off x="384784" y="3089654"/>
            <a:ext cx="707527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345193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4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59613" y="1556247"/>
            <a:ext cx="6814270" cy="2277604"/>
          </a:xfrm>
        </p:spPr>
        <p:txBody>
          <a:bodyPr anchor="b" anchorCtr="0">
            <a:noAutofit/>
          </a:bodyPr>
          <a:lstStyle>
            <a:lvl1pPr algn="l">
              <a:lnSpc>
                <a:spcPct val="90000"/>
              </a:lnSpc>
              <a:defRPr sz="54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7" name="Graphic 31">
            <a:extLst>
              <a:ext uri="{FF2B5EF4-FFF2-40B4-BE49-F238E27FC236}">
                <a16:creationId xmlns:a16="http://schemas.microsoft.com/office/drawing/2014/main" id="{5548F746-665E-408B-B0D4-EA7E82C51C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849269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02 Section Divider">
    <p:bg>
      <p:bgPr>
        <a:solidFill>
          <a:schemeClr val="accent6"/>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3" name="Title 1">
            <a:extLst>
              <a:ext uri="{FF2B5EF4-FFF2-40B4-BE49-F238E27FC236}">
                <a16:creationId xmlns:a16="http://schemas.microsoft.com/office/drawing/2014/main" id="{EBBB6D40-B4C9-8B4A-B2A6-126F64906376}"/>
              </a:ext>
            </a:extLst>
          </p:cNvPr>
          <p:cNvSpPr>
            <a:spLocks noGrp="1"/>
          </p:cNvSpPr>
          <p:nvPr>
            <p:ph type="ctrTitle"/>
          </p:nvPr>
        </p:nvSpPr>
        <p:spPr>
          <a:xfrm>
            <a:off x="376238" y="1897166"/>
            <a:ext cx="7011390"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 y="1897166"/>
            <a:ext cx="11479292" cy="4960834"/>
          </a:xfrm>
          <a:prstGeom prst="rect">
            <a:avLst/>
          </a:prstGeom>
        </p:spPr>
      </p:pic>
    </p:spTree>
    <p:extLst>
      <p:ext uri="{BB962C8B-B14F-4D97-AF65-F5344CB8AC3E}">
        <p14:creationId xmlns:p14="http://schemas.microsoft.com/office/powerpoint/2010/main" val="125417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03 Section Divider">
    <p:bg>
      <p:bgPr>
        <a:solidFill>
          <a:schemeClr val="accent3"/>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pic>
        <p:nvPicPr>
          <p:cNvPr id="4" name="Picture 3"/>
          <p:cNvPicPr>
            <a:picLocks noChangeAspect="1"/>
          </p:cNvPicPr>
          <p:nvPr userDrawn="1"/>
        </p:nvPicPr>
        <p:blipFill rotWithShape="1">
          <a:blip r:embed="rId3">
            <a:extLst>
              <a:ext uri="{28A0092B-C50C-407E-A947-70E740481C1C}">
                <a14:useLocalDpi xmlns:a14="http://schemas.microsoft.com/office/drawing/2010/main" val="0"/>
              </a:ext>
            </a:extLst>
          </a:blip>
          <a:srcRect l="42453"/>
          <a:stretch/>
        </p:blipFill>
        <p:spPr>
          <a:xfrm>
            <a:off x="-1" y="2138695"/>
            <a:ext cx="11137643" cy="4973375"/>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6783308"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2926914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04 Section Divider">
    <p:bg>
      <p:bgPr>
        <a:solidFill>
          <a:schemeClr val="accent4"/>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700059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7" name="Picture 6"/>
          <p:cNvPicPr>
            <a:picLocks noChangeAspect="1"/>
          </p:cNvPicPr>
          <p:nvPr userDrawn="1"/>
        </p:nvPicPr>
        <p:blipFill rotWithShape="1">
          <a:blip r:embed="rId3">
            <a:biLevel thresh="25000"/>
            <a:extLst>
              <a:ext uri="{28A0092B-C50C-407E-A947-70E740481C1C}">
                <a14:useLocalDpi xmlns:a14="http://schemas.microsoft.com/office/drawing/2010/main" val="0"/>
              </a:ext>
            </a:extLst>
          </a:blip>
          <a:srcRect l="2277"/>
          <a:stretch/>
        </p:blipFill>
        <p:spPr>
          <a:xfrm>
            <a:off x="0" y="2294314"/>
            <a:ext cx="9545652" cy="4066446"/>
          </a:xfrm>
          <a:prstGeom prst="rect">
            <a:avLst/>
          </a:prstGeom>
        </p:spPr>
      </p:pic>
    </p:spTree>
    <p:extLst>
      <p:ext uri="{BB962C8B-B14F-4D97-AF65-F5344CB8AC3E}">
        <p14:creationId xmlns:p14="http://schemas.microsoft.com/office/powerpoint/2010/main" val="4113690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3_02 Section Divider">
    <p:bg>
      <p:bgPr>
        <a:solidFill>
          <a:srgbClr val="004050"/>
        </a:solidFill>
        <a:effectLst/>
      </p:bgPr>
    </p:bg>
    <p:spTree>
      <p:nvGrpSpPr>
        <p:cNvPr id="1" name=""/>
        <p:cNvGrpSpPr/>
        <p:nvPr/>
      </p:nvGrpSpPr>
      <p:grpSpPr>
        <a:xfrm>
          <a:off x="0" y="0"/>
          <a:ext cx="0" cy="0"/>
          <a:chOff x="0" y="0"/>
          <a:chExt cx="0" cy="0"/>
        </a:xfrm>
      </p:grpSpPr>
      <p:sp>
        <p:nvSpPr>
          <p:cNvPr id="3" name="Rectangle 2"/>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004050"/>
          </a:solidFill>
          <a:ln w="6350" cap="flat">
            <a:noFill/>
            <a:prstDash val="solid"/>
            <a:miter/>
          </a:ln>
        </p:spPr>
        <p:txBody>
          <a:bodyPr rtlCol="0" anchor="ctr"/>
          <a:lstStyle/>
          <a:p>
            <a:endParaRPr lang="en-GB" dirty="0"/>
          </a:p>
        </p:txBody>
      </p:sp>
      <p:sp>
        <p:nvSpPr>
          <p:cNvPr id="4" name="Rectangle 3"/>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7071966" cy="2353439"/>
          </a:xfrm>
        </p:spPr>
        <p:txBody>
          <a:bodyPr anchor="b" anchorCtr="0">
            <a:noAutofit/>
          </a:bodyPr>
          <a:lstStyle>
            <a:lvl1pPr algn="l">
              <a:lnSpc>
                <a:spcPts val="6000"/>
              </a:lnSpc>
              <a:defRPr sz="5400" spc="60" baseline="0">
                <a:solidFill>
                  <a:srgbClr val="004050"/>
                </a:solidFill>
              </a:defRPr>
            </a:lvl1pPr>
          </a:lstStyle>
          <a:p>
            <a:r>
              <a:rPr lang="en-US" noProof="0" dirty="0"/>
              <a:t>Click to edit master title style</a:t>
            </a:r>
            <a:endParaRPr lang="en-GB" noProof="0" dirty="0"/>
          </a:p>
        </p:txBody>
      </p:sp>
      <p:pic>
        <p:nvPicPr>
          <p:cNvPr id="6" name="Graphic 31">
            <a:extLst>
              <a:ext uri="{FF2B5EF4-FFF2-40B4-BE49-F238E27FC236}">
                <a16:creationId xmlns:a16="http://schemas.microsoft.com/office/drawing/2014/main" id="{B724B3C1-1C9A-478C-8A84-BF65A52018E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1747279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653548AA-2EF5-4301-B743-9688BED3B31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91788850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F3622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1412F92A-2AA3-4AE7-9685-27769A9522A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19601676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5" name="Slide Number Placeholder 5">
            <a:extLst>
              <a:ext uri="{FF2B5EF4-FFF2-40B4-BE49-F238E27FC236}">
                <a16:creationId xmlns:a16="http://schemas.microsoft.com/office/drawing/2014/main" id="{F0ACF9E5-B24F-48AB-A388-369B61722E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07542970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EF226655-D805-4B87-813B-F781D2DAFE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297744712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_Activity 1">
    <p:bg>
      <p:bgPr>
        <a:solidFill>
          <a:srgbClr val="20D3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tx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tx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6" name="Slide Number Placeholder 5">
            <a:extLst>
              <a:ext uri="{FF2B5EF4-FFF2-40B4-BE49-F238E27FC236}">
                <a16:creationId xmlns:a16="http://schemas.microsoft.com/office/drawing/2014/main" id="{5A6219D4-D160-4AED-AB5B-A5ED5A7543E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5114760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pic>
        <p:nvPicPr>
          <p:cNvPr id="13"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
        <p:nvSpPr>
          <p:cNvPr id="3" name="Title Placeholder 1">
            <a:extLst>
              <a:ext uri="{FF2B5EF4-FFF2-40B4-BE49-F238E27FC236}">
                <a16:creationId xmlns:a16="http://schemas.microsoft.com/office/drawing/2014/main" id="{62421104-899E-4F1E-9A2F-57175A8CFD01}"/>
              </a:ext>
            </a:extLst>
          </p:cNvPr>
          <p:cNvSpPr txBox="1">
            <a:spLocks/>
          </p:cNvSpPr>
          <p:nvPr userDrawn="1"/>
        </p:nvSpPr>
        <p:spPr>
          <a:xfrm>
            <a:off x="1198387" y="377825"/>
            <a:ext cx="9491663" cy="68761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rPr>
              <a:t>Click to edit Master title style</a:t>
            </a:r>
            <a:endParaRPr kumimoji="0" lang="en-GB"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endParaRPr>
          </a:p>
        </p:txBody>
      </p:sp>
      <p:sp>
        <p:nvSpPr>
          <p:cNvPr id="4" name="Slide Number Placeholder 5">
            <a:extLst>
              <a:ext uri="{FF2B5EF4-FFF2-40B4-BE49-F238E27FC236}">
                <a16:creationId xmlns:a16="http://schemas.microsoft.com/office/drawing/2014/main" id="{8BF3B38F-9248-4518-960F-EDA7B13F7B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80963218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3_03 Section Divider">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4205"/>
            <a:ext cx="8314267"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7139"/>
            <a:ext cx="8324398"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25474053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511909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100000"/>
              </a:lnSpc>
              <a:spcAft>
                <a:spcPts val="0"/>
              </a:spcAft>
              <a:buFont typeface="Arial" panose="020B0604020202020204" pitchFamily="34" charset="0"/>
              <a:buNone/>
              <a:defRPr sz="3600" cap="none" baseline="0">
                <a:solidFill>
                  <a:srgbClr val="0BEEB7"/>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143249364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Action Tips">
    <p:bg>
      <p:bgPr>
        <a:solidFill>
          <a:srgbClr val="EB622E"/>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2931979610"/>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4" name="Rectangle 13"/>
          <p:cNvSpPr/>
          <p:nvPr userDrawn="1"/>
        </p:nvSpPr>
        <p:spPr>
          <a:xfrm>
            <a:off x="0" y="5030515"/>
            <a:ext cx="2361189" cy="132089"/>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userDrawn="1"/>
        </p:nvSpPr>
        <p:spPr>
          <a:xfrm>
            <a:off x="0" y="5379138"/>
            <a:ext cx="2746241" cy="1332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51C13B23-0164-1C4E-9E7A-3F1ECA7824F7}"/>
              </a:ext>
            </a:extLst>
          </p:cNvPr>
          <p:cNvGrpSpPr/>
          <p:nvPr userDrawn="1"/>
        </p:nvGrpSpPr>
        <p:grpSpPr>
          <a:xfrm>
            <a:off x="2203017" y="4568506"/>
            <a:ext cx="2424152" cy="1401684"/>
            <a:chOff x="7799133" y="1870745"/>
            <a:chExt cx="1010349" cy="584292"/>
          </a:xfrm>
          <a:solidFill>
            <a:srgbClr val="F8D237"/>
          </a:solidFill>
        </p:grpSpPr>
        <p:sp>
          <p:nvSpPr>
            <p:cNvPr id="11" name="Freeform 10">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2" name="Freeform 11">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18218735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Follow us">
    <p:bg>
      <p:bgPr>
        <a:solidFill>
          <a:srgbClr val="28CFF9"/>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146400409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7_Text Slide A">
    <p:spTree>
      <p:nvGrpSpPr>
        <p:cNvPr id="1" name=""/>
        <p:cNvGrpSpPr/>
        <p:nvPr/>
      </p:nvGrpSpPr>
      <p:grpSpPr>
        <a:xfrm>
          <a:off x="0" y="0"/>
          <a:ext cx="0" cy="0"/>
          <a:chOff x="0" y="0"/>
          <a:chExt cx="0" cy="0"/>
        </a:xfrm>
      </p:grpSpPr>
      <p:grpSp>
        <p:nvGrpSpPr>
          <p:cNvPr id="2" name="Group 1"/>
          <p:cNvGrpSpPr/>
          <p:nvPr userDrawn="1"/>
        </p:nvGrpSpPr>
        <p:grpSpPr>
          <a:xfrm>
            <a:off x="-6058" y="3516217"/>
            <a:ext cx="5797612" cy="2396903"/>
            <a:chOff x="1320045" y="4580698"/>
            <a:chExt cx="3312434" cy="1370734"/>
          </a:xfrm>
          <a:solidFill>
            <a:srgbClr val="28CFF9"/>
          </a:solidFill>
        </p:grpSpPr>
        <p:sp>
          <p:nvSpPr>
            <p:cNvPr id="12" name="Rectangle 11"/>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oup 13">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5" name="Freeform 14">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221470986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1_Q&amp;A/what's next">
    <p:bg>
      <p:bgPr>
        <a:solidFill>
          <a:srgbClr val="7E007C"/>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FF004C"/>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solidFill>
                  <a:schemeClr val="bg1"/>
                </a:solidFill>
              </a:defRPr>
            </a:lvl1pPr>
          </a:lstStyle>
          <a:p>
            <a:r>
              <a:rPr lang="en-US" noProof="0" dirty="0"/>
              <a:t>CLICK TO EDIT TITLE</a:t>
            </a:r>
            <a:endParaRPr lang="en-GB" noProof="0" dirty="0"/>
          </a:p>
        </p:txBody>
      </p:sp>
    </p:spTree>
    <p:extLst>
      <p:ext uri="{BB962C8B-B14F-4D97-AF65-F5344CB8AC3E}">
        <p14:creationId xmlns:p14="http://schemas.microsoft.com/office/powerpoint/2010/main" val="114193178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Title slide 1">
    <p:bg>
      <p:bgPr>
        <a:solidFill>
          <a:srgbClr val="09EDB8"/>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2307251770"/>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6162C174-BF5A-4194-BC6C-B1D4B56734F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6">
            <a:extLst>
              <a:ext uri="{FF2B5EF4-FFF2-40B4-BE49-F238E27FC236}">
                <a16:creationId xmlns:a16="http://schemas.microsoft.com/office/drawing/2014/main" id="{70AB5B51-72D8-4473-94F4-AF1E267C458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18371074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5878576"/>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B3A2A039-D599-4D76-8124-504B5075C53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B3A548B-2F5E-4EDE-B435-EFC29196AFD2}"/>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5175998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EE319D53-01A0-4E2F-9BD9-B4007288929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C0A6909-69F0-4B1F-BE18-928EC76D3979}"/>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7441684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6" name="Slide Number Placeholder 5">
            <a:extLst>
              <a:ext uri="{FF2B5EF4-FFF2-40B4-BE49-F238E27FC236}">
                <a16:creationId xmlns:a16="http://schemas.microsoft.com/office/drawing/2014/main" id="{B3622C14-6CAE-4F48-B751-E9E621B2C95A}"/>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2A62CD8E-3A81-48BD-84FE-755B7D078895}"/>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449569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9B411762-86B8-4A94-AA95-CCF2281698A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987461D-5441-4AD2-8665-A7A3D3A4D9C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4136540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87D866A2-1500-436A-A186-3C20EE4D5C3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E2A433F1-ACA3-4D3D-8AFF-6E3BE26B065E}"/>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43499461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DEAE9C79-14B5-44C7-8FA5-E4D6103A0E3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C2C66C0C-8E65-4B91-9008-87E53A07C0A9}"/>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96727804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04D412BD-43D3-4A43-9346-908171D3BC7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3C23A046-21AC-4DAE-8154-4FE4D01B9A9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2F600B5F-7713-43B9-8473-50A216B6C64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41645895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A302942E-CE85-4C6C-9028-B98821F8F2D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AFDE34FD-D516-4C25-82B2-09E27AA0E722}"/>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D5CAFD6D-3AC9-43A7-88AB-26FD7F8FC6C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92979302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17EBA526-60BF-4958-81B9-EA46732F17C2}"/>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71054D9-60B5-41F3-984B-AF6E5FE5F842}"/>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B3E84D21-72B4-491E-ACF0-23B74A3E3FE6}"/>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318917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0000"/>
              </a:solidFill>
              <a:effectLst/>
              <a:uLnTx/>
              <a:uFillTx/>
              <a:latin typeface="Montserrat"/>
              <a:ea typeface="+mn-ea"/>
              <a:cs typeface="+mn-cs"/>
            </a:endParaRPr>
          </a:p>
        </p:txBody>
      </p:sp>
      <p:sp>
        <p:nvSpPr>
          <p:cNvPr id="10" name="Slide Number Placeholder 5">
            <a:extLst>
              <a:ext uri="{FF2B5EF4-FFF2-40B4-BE49-F238E27FC236}">
                <a16:creationId xmlns:a16="http://schemas.microsoft.com/office/drawing/2014/main" id="{79DCD36C-45A5-4076-B40F-7B2A5A6FCFD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3CD4607-1DFA-4DA2-A302-14AA7E741AA9}"/>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69C9A809-5A3F-46CE-93A1-B61856B8EA0D}"/>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8200864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4" name="Slide Number Placeholder 5">
            <a:extLst>
              <a:ext uri="{FF2B5EF4-FFF2-40B4-BE49-F238E27FC236}">
                <a16:creationId xmlns:a16="http://schemas.microsoft.com/office/drawing/2014/main" id="{72464811-C3A4-4C43-85CA-DDE34ABA64F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D077554B-9AB3-4001-A116-3414FBC11D1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55FEE24A-E749-4DC2-B881-5A1436F05D5C}"/>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010079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FD99CE6E-A64E-4704-AF9F-FFB00E94D7A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A589C6D-0204-47CC-87FF-FB0EB802152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2EC17026-9507-409A-81BC-59EFD639EE11}"/>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7173593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26E6605E-98CF-4395-9DE0-09CC469435C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33EE44F-4E4B-4653-9358-84B9BA39102E}"/>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2626092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2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5">
            <a:extLst>
              <a:ext uri="{FF2B5EF4-FFF2-40B4-BE49-F238E27FC236}">
                <a16:creationId xmlns:a16="http://schemas.microsoft.com/office/drawing/2014/main" id="{CB0CA267-7521-4244-9705-1A256E86313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FA6E7854-1462-4248-9497-C8C510D5E904}"/>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3999370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7" name="Slide Number Placeholder 5">
            <a:extLst>
              <a:ext uri="{FF2B5EF4-FFF2-40B4-BE49-F238E27FC236}">
                <a16:creationId xmlns:a16="http://schemas.microsoft.com/office/drawing/2014/main" id="{ED95F8AE-8762-4F39-B239-68E1547B153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3BA6F235-3973-48D8-B2CC-D1C3A5A7FF3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62893346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377089E4-D435-4929-8AC4-34D75682B0E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6223DB9-3B28-4A1C-AF77-040989A89C20}"/>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C89BF57C-9A63-4BD2-BE5E-6C985D4ACD4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5270280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sp>
        <p:nvSpPr>
          <p:cNvPr id="10" name="Slide Number Placeholder 5">
            <a:extLst>
              <a:ext uri="{FF2B5EF4-FFF2-40B4-BE49-F238E27FC236}">
                <a16:creationId xmlns:a16="http://schemas.microsoft.com/office/drawing/2014/main" id="{F4B9FA5E-F6D9-41E1-AB1A-0DF3518A321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5D3749E-0BC5-465D-A75B-AEC2DF19C16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9F7A3913-1B98-4C5D-8011-58DA120BBE6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2759532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Slide Number Placeholder 5">
            <a:extLst>
              <a:ext uri="{FF2B5EF4-FFF2-40B4-BE49-F238E27FC236}">
                <a16:creationId xmlns:a16="http://schemas.microsoft.com/office/drawing/2014/main" id="{C4304140-66DF-4600-A913-2FE16EE8D72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94BDB016-508C-4776-BAF5-402A02267F01}"/>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B909995E-F976-4C7D-8CFA-5515B97460E3}"/>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80571308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0" y="5523689"/>
            <a:ext cx="4114800" cy="1334310"/>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Slide Number Placeholder 5">
            <a:extLst>
              <a:ext uri="{FF2B5EF4-FFF2-40B4-BE49-F238E27FC236}">
                <a16:creationId xmlns:a16="http://schemas.microsoft.com/office/drawing/2014/main" id="{59589677-251F-470E-9AA6-4D13BF7FABA0}"/>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918F955-2B32-48D1-8D99-B25B656F3CDA}"/>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5F2BCBA9-38AC-4EB6-A0FA-5CD919F5E66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01002887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2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6" name="Slide Number Placeholder 5">
            <a:extLst>
              <a:ext uri="{FF2B5EF4-FFF2-40B4-BE49-F238E27FC236}">
                <a16:creationId xmlns:a16="http://schemas.microsoft.com/office/drawing/2014/main" id="{62D0FD9B-3A7B-4AD3-AF69-81B1DB3B7DC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2B9FE1B0-D8B0-4E06-93F5-0A82852A8743}"/>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09012016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F9D7AB20-841B-473D-A32A-6F69250CA67F}"/>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76C196FA-3B7D-4C82-8883-8F2013A2765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0613789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_Arrow Left 06">
    <p:spTree>
      <p:nvGrpSpPr>
        <p:cNvPr id="1" name=""/>
        <p:cNvGrpSpPr/>
        <p:nvPr/>
      </p:nvGrpSpPr>
      <p:grpSpPr>
        <a:xfrm>
          <a:off x="0" y="0"/>
          <a:ext cx="0" cy="0"/>
          <a:chOff x="0" y="0"/>
          <a:chExt cx="0" cy="0"/>
        </a:xfrm>
      </p:grpSpPr>
      <p:grpSp>
        <p:nvGrpSpPr>
          <p:cNvPr id="19" name="Group 18"/>
          <p:cNvGrpSpPr/>
          <p:nvPr userDrawn="1"/>
        </p:nvGrpSpPr>
        <p:grpSpPr>
          <a:xfrm>
            <a:off x="-754639" y="4413951"/>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E8E8E948-8BC8-4DC2-8EA6-D6D12C7B44A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E2206BDD-4CAD-4240-8289-65D6D1D0A6C6}"/>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21274702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CC2B73AC-F2E0-442D-B9C4-65D5AD1A0967}"/>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CFC6B97-40BB-4EAB-A33D-8398BEE6A916}"/>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7543005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08137084-0666-4AB6-A15C-58BA10ECC343}"/>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B8430456-322C-496E-9439-7335E15B269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7DE75644-A55F-4F09-A532-80ED1D4604EA}"/>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2112103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Slide Number Placeholder 5">
            <a:extLst>
              <a:ext uri="{FF2B5EF4-FFF2-40B4-BE49-F238E27FC236}">
                <a16:creationId xmlns:a16="http://schemas.microsoft.com/office/drawing/2014/main" id="{0DE094E3-CE25-440F-B8A8-1CA329D5AAFA}"/>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249157EC-B9A8-478B-B1F3-B2A9D86D249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7F4CD14E-E0F2-49B7-93CC-478A6100430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8559302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07D33088-E4C8-4FF8-824B-9F688A8163CB}"/>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A0F24479-1F81-40E3-89A1-F1875ADD43C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B5935BB6-5CCF-4418-A1AD-7CC46A8A5E1D}"/>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7344414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92260E9D-886F-4C37-909F-86CB02C602F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488AF78-499E-480C-9653-A23A983DC2F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98700529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2">
            <a:extLst>
              <a:ext uri="{FF2B5EF4-FFF2-40B4-BE49-F238E27FC236}">
                <a16:creationId xmlns:a16="http://schemas.microsoft.com/office/drawing/2014/main" id="{902BC675-0ACA-4C98-904F-78AFF641EBEC}"/>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D0EF663F-3A21-46DD-B058-26447AC846E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6">
            <a:extLst>
              <a:ext uri="{FF2B5EF4-FFF2-40B4-BE49-F238E27FC236}">
                <a16:creationId xmlns:a16="http://schemas.microsoft.com/office/drawing/2014/main" id="{E97A60B7-7703-48EE-BEE3-573BFBF67421}"/>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46098419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7" name="Text Placeholder 2">
            <a:extLst>
              <a:ext uri="{FF2B5EF4-FFF2-40B4-BE49-F238E27FC236}">
                <a16:creationId xmlns:a16="http://schemas.microsoft.com/office/drawing/2014/main" id="{7B0EE3B6-2A99-4A4A-9595-73B01F290B83}"/>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36000C67-7602-4BCB-9279-C3575014D3D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83341C2A-73FF-4BE5-8452-230916D7E6AA}"/>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0141691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xt Slide A">
    <p:spTree>
      <p:nvGrpSpPr>
        <p:cNvPr id="1" name=""/>
        <p:cNvGrpSpPr/>
        <p:nvPr/>
      </p:nvGrpSpPr>
      <p:grpSpPr>
        <a:xfrm>
          <a:off x="0" y="0"/>
          <a:ext cx="0" cy="0"/>
          <a:chOff x="0" y="0"/>
          <a:chExt cx="0" cy="0"/>
        </a:xfrm>
      </p:grpSpPr>
      <p:pic>
        <p:nvPicPr>
          <p:cNvPr id="40" name="Picture 39"/>
          <p:cNvPicPr>
            <a:picLocks noChangeAspect="1"/>
          </p:cNvPicPr>
          <p:nvPr userDrawn="1"/>
        </p:nvPicPr>
        <p:blipFill rotWithShape="1">
          <a:blip r:embed="rId2">
            <a:extLst>
              <a:ext uri="{28A0092B-C50C-407E-A947-70E740481C1C}">
                <a14:useLocalDpi xmlns:a14="http://schemas.microsoft.com/office/drawing/2010/main" val="0"/>
              </a:ext>
            </a:extLst>
          </a:blip>
          <a:srcRect l="42453"/>
          <a:stretch/>
        </p:blipFill>
        <p:spPr>
          <a:xfrm>
            <a:off x="0" y="3432381"/>
            <a:ext cx="5788325" cy="2584704"/>
          </a:xfrm>
          <a:prstGeom prst="rect">
            <a:avLst/>
          </a:prstGeom>
        </p:spPr>
      </p:pic>
      <p:sp>
        <p:nvSpPr>
          <p:cNvPr id="3" name="Text Placeholder 2"/>
          <p:cNvSpPr>
            <a:spLocks noGrp="1"/>
          </p:cNvSpPr>
          <p:nvPr>
            <p:ph type="body" sz="quarter" idx="10" hasCustomPrompt="1"/>
          </p:nvPr>
        </p:nvSpPr>
        <p:spPr>
          <a:xfrm>
            <a:off x="384784" y="1242034"/>
            <a:ext cx="3694112" cy="1962150"/>
          </a:xfrm>
        </p:spPr>
        <p:txBody>
          <a:bodyPr/>
          <a:lstStyle>
            <a:lvl1pPr marL="0" indent="0">
              <a:lnSpc>
                <a:spcPct val="90000"/>
              </a:lnSpc>
              <a:spcAft>
                <a:spcPts val="0"/>
              </a:spcAft>
              <a:buFont typeface="Arial" panose="020B0604020202020204" pitchFamily="34" charset="0"/>
              <a:buNone/>
              <a:defRPr sz="40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a:t>
            </a:r>
            <a:br>
              <a:rPr lang="en-US" dirty="0"/>
            </a:br>
            <a:r>
              <a:rPr lang="en-US" dirty="0"/>
              <a:t>to sit here</a:t>
            </a:r>
          </a:p>
        </p:txBody>
      </p:sp>
      <p:pic>
        <p:nvPicPr>
          <p:cNvPr id="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408B1376-9C9D-45E5-9BBE-71B21FC9A52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1E50EA61-94E4-4825-90F9-9FB7F4E8F34D}"/>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7272725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373063" y="4996683"/>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10" name="Text Placeholder 2">
            <a:extLst>
              <a:ext uri="{FF2B5EF4-FFF2-40B4-BE49-F238E27FC236}">
                <a16:creationId xmlns:a16="http://schemas.microsoft.com/office/drawing/2014/main" id="{5F3B2DBE-6810-4AC0-B237-4C05D67F11BA}"/>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9" name="Slide Number Placeholder 5">
            <a:extLst>
              <a:ext uri="{FF2B5EF4-FFF2-40B4-BE49-F238E27FC236}">
                <a16:creationId xmlns:a16="http://schemas.microsoft.com/office/drawing/2014/main" id="{D9AE5860-C0B6-4F89-AE77-B2F4760B599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4" name="Text Placeholder 7">
            <a:extLst>
              <a:ext uri="{FF2B5EF4-FFF2-40B4-BE49-F238E27FC236}">
                <a16:creationId xmlns:a16="http://schemas.microsoft.com/office/drawing/2014/main" id="{4759352F-E67E-4FE9-8363-4452B1CC29C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8961312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sp>
        <p:nvSpPr>
          <p:cNvPr id="10" name="Slide Number Placeholder 5">
            <a:extLst>
              <a:ext uri="{FF2B5EF4-FFF2-40B4-BE49-F238E27FC236}">
                <a16:creationId xmlns:a16="http://schemas.microsoft.com/office/drawing/2014/main" id="{9F4F082C-21A3-4795-85E7-493095ABBEF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6EBB4AF7-2E97-4705-8E23-69D0121E65FA}"/>
              </a:ext>
            </a:extLst>
          </p:cNvPr>
          <p:cNvSpPr>
            <a:spLocks noGrp="1"/>
          </p:cNvSpPr>
          <p:nvPr>
            <p:ph type="body" sz="quarter" idx="14"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1" name="Text Placeholder 7">
            <a:extLst>
              <a:ext uri="{FF2B5EF4-FFF2-40B4-BE49-F238E27FC236}">
                <a16:creationId xmlns:a16="http://schemas.microsoft.com/office/drawing/2014/main" id="{FFC37F7E-8509-4F7C-9153-35620AE50A4A}"/>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740001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Slide Number Placeholder 5">
            <a:extLst>
              <a:ext uri="{FF2B5EF4-FFF2-40B4-BE49-F238E27FC236}">
                <a16:creationId xmlns:a16="http://schemas.microsoft.com/office/drawing/2014/main" id="{63C0A894-CE35-4D5D-8748-553B91B4F5B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8" name="Text Placeholder 2">
            <a:extLst>
              <a:ext uri="{FF2B5EF4-FFF2-40B4-BE49-F238E27FC236}">
                <a16:creationId xmlns:a16="http://schemas.microsoft.com/office/drawing/2014/main" id="{0F2D5D8A-AFE9-4D9A-B04C-8A0BB5E629A9}"/>
              </a:ext>
            </a:extLst>
          </p:cNvPr>
          <p:cNvSpPr>
            <a:spLocks noGrp="1"/>
          </p:cNvSpPr>
          <p:nvPr>
            <p:ph type="body" sz="quarter" idx="14"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9" name="Text Placeholder 7">
            <a:extLst>
              <a:ext uri="{FF2B5EF4-FFF2-40B4-BE49-F238E27FC236}">
                <a16:creationId xmlns:a16="http://schemas.microsoft.com/office/drawing/2014/main" id="{6D2A3021-76D5-4427-B3CB-789B0FA1F2FE}"/>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99945666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2">
            <a:extLst>
              <a:ext uri="{FF2B5EF4-FFF2-40B4-BE49-F238E27FC236}">
                <a16:creationId xmlns:a16="http://schemas.microsoft.com/office/drawing/2014/main" id="{568CBE16-9243-46B2-AB09-95C8191428C5}"/>
              </a:ext>
            </a:extLst>
          </p:cNvPr>
          <p:cNvSpPr>
            <a:spLocks noGrp="1"/>
          </p:cNvSpPr>
          <p:nvPr>
            <p:ph type="body" sz="quarter" idx="12"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Slide Number Placeholder 5">
            <a:extLst>
              <a:ext uri="{FF2B5EF4-FFF2-40B4-BE49-F238E27FC236}">
                <a16:creationId xmlns:a16="http://schemas.microsoft.com/office/drawing/2014/main" id="{3373DA12-ED5E-4FF3-9F6C-A932CC1C5AB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7">
            <a:extLst>
              <a:ext uri="{FF2B5EF4-FFF2-40B4-BE49-F238E27FC236}">
                <a16:creationId xmlns:a16="http://schemas.microsoft.com/office/drawing/2014/main" id="{798DD8AB-C99D-45F0-B8BC-AE12BB8090F3}"/>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3822291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8" name="Text Placeholder 2">
            <a:extLst>
              <a:ext uri="{FF2B5EF4-FFF2-40B4-BE49-F238E27FC236}">
                <a16:creationId xmlns:a16="http://schemas.microsoft.com/office/drawing/2014/main" id="{401CBE07-42E3-4B39-BDDF-60F502220A9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6" name="Slide Number Placeholder 5">
            <a:extLst>
              <a:ext uri="{FF2B5EF4-FFF2-40B4-BE49-F238E27FC236}">
                <a16:creationId xmlns:a16="http://schemas.microsoft.com/office/drawing/2014/main" id="{B2E02014-5771-41F0-9083-A94B1449F27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EC879EDE-DC9B-4B44-9F37-A58CA524CA70}"/>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035101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1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2">
            <a:extLst>
              <a:ext uri="{FF2B5EF4-FFF2-40B4-BE49-F238E27FC236}">
                <a16:creationId xmlns:a16="http://schemas.microsoft.com/office/drawing/2014/main" id="{3225252A-8CEF-43E2-9274-7BF4B9F00480}"/>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0BD3CBC6-0348-4ED0-BA6D-3BF82E7D10E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679F881A-B30C-494F-9A57-517FCF4905C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1214479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Text Placeholder 2">
            <a:extLst>
              <a:ext uri="{FF2B5EF4-FFF2-40B4-BE49-F238E27FC236}">
                <a16:creationId xmlns:a16="http://schemas.microsoft.com/office/drawing/2014/main" id="{0511BD1D-4FB3-47E5-90D7-0CCF84C8CAFD}"/>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292F7B73-6958-4A1B-B8CA-0F5A9E902A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1B248D0-3729-477D-A45B-4AC82FDBBD7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198963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1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2">
            <a:extLst>
              <a:ext uri="{FF2B5EF4-FFF2-40B4-BE49-F238E27FC236}">
                <a16:creationId xmlns:a16="http://schemas.microsoft.com/office/drawing/2014/main" id="{F49E4ACF-1E9A-40C0-8732-68C6F8A2CD5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A120D91C-D1E9-43DD-9588-6136E19DC5B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721D982-41CB-4649-9208-82A8115B6F01}"/>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220753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Slide Number Placeholder 5">
            <a:extLst>
              <a:ext uri="{FF2B5EF4-FFF2-40B4-BE49-F238E27FC236}">
                <a16:creationId xmlns:a16="http://schemas.microsoft.com/office/drawing/2014/main" id="{3CEE3D7F-91EC-47CB-86E2-77D5DE1A207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A12DBF6-DDF6-4705-B10E-4742D0F2A73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13F4F259-26B2-4677-AE17-D14181EB82F5}"/>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57616843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9B2D9328-9CFC-4681-96FF-77C4AB52BC7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F0F8BB63-A7D0-443F-A4D9-CBEDEBA89F97}"/>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0B92FB0B-A9D4-4957-A766-FEAFF10CA74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56067461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3C562CB5-885C-4340-835C-442D717FB94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FBA81F6-8E89-4DB2-BA0B-73E3237A970B}"/>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1" name="Text Placeholder 7">
            <a:extLst>
              <a:ext uri="{FF2B5EF4-FFF2-40B4-BE49-F238E27FC236}">
                <a16:creationId xmlns:a16="http://schemas.microsoft.com/office/drawing/2014/main" id="{94E6F44B-181A-448F-A307-E82F96114CE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2820153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ontents or agenda">
    <p:spTree>
      <p:nvGrpSpPr>
        <p:cNvPr id="1" name=""/>
        <p:cNvGrpSpPr/>
        <p:nvPr/>
      </p:nvGrpSpPr>
      <p:grpSpPr>
        <a:xfrm>
          <a:off x="0" y="0"/>
          <a:ext cx="0" cy="0"/>
          <a:chOff x="0" y="0"/>
          <a:chExt cx="0" cy="0"/>
        </a:xfrm>
      </p:grpSpPr>
      <p:cxnSp>
        <p:nvCxnSpPr>
          <p:cNvPr id="13" name="Straight Connector 12"/>
          <p:cNvCxnSpPr/>
          <p:nvPr userDrawn="1"/>
        </p:nvCxnSpPr>
        <p:spPr>
          <a:xfrm>
            <a:off x="3101975" y="1925767"/>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3101975" y="2587060"/>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3101975" y="3248353"/>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3101975" y="3909646"/>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3101975" y="4570939"/>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3101975" y="5232231"/>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pic>
        <p:nvPicPr>
          <p:cNvPr id="37" name="Picture 3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25640" y="3666044"/>
            <a:ext cx="2923326" cy="2198740"/>
          </a:xfrm>
          <a:prstGeom prst="rect">
            <a:avLst/>
          </a:prstGeom>
        </p:spPr>
      </p:pic>
      <p:sp>
        <p:nvSpPr>
          <p:cNvPr id="30" name="Text Placeholder 2"/>
          <p:cNvSpPr>
            <a:spLocks noGrp="1"/>
          </p:cNvSpPr>
          <p:nvPr>
            <p:ph type="body" sz="quarter" idx="10" hasCustomPrompt="1"/>
          </p:nvPr>
        </p:nvSpPr>
        <p:spPr>
          <a:xfrm>
            <a:off x="384784" y="1925767"/>
            <a:ext cx="2521449" cy="1962150"/>
          </a:xfrm>
        </p:spPr>
        <p:txBody>
          <a:bodyPr/>
          <a:lstStyle>
            <a:lvl1pPr marL="0" indent="0">
              <a:lnSpc>
                <a:spcPct val="90000"/>
              </a:lnSpc>
              <a:spcAft>
                <a:spcPts val="0"/>
              </a:spcAft>
              <a:buFont typeface="Arial" panose="020B0604020202020204" pitchFamily="34" charset="0"/>
              <a:buNone/>
              <a:defRPr sz="3200" cap="all"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ADD TITLE</a:t>
            </a:r>
          </a:p>
        </p:txBody>
      </p:sp>
      <p:sp>
        <p:nvSpPr>
          <p:cNvPr id="5" name="Text Placeholder 4"/>
          <p:cNvSpPr>
            <a:spLocks noGrp="1"/>
          </p:cNvSpPr>
          <p:nvPr>
            <p:ph type="body" sz="quarter" idx="11" hasCustomPrompt="1"/>
          </p:nvPr>
        </p:nvSpPr>
        <p:spPr>
          <a:xfrm>
            <a:off x="3299565" y="2060614"/>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7" name="Text Placeholder 6"/>
          <p:cNvSpPr>
            <a:spLocks noGrp="1"/>
          </p:cNvSpPr>
          <p:nvPr>
            <p:ph type="body" sz="quarter" idx="12" hasCustomPrompt="1"/>
          </p:nvPr>
        </p:nvSpPr>
        <p:spPr>
          <a:xfrm>
            <a:off x="5037138" y="2107781"/>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38" name="Text Placeholder 4"/>
          <p:cNvSpPr>
            <a:spLocks noGrp="1"/>
          </p:cNvSpPr>
          <p:nvPr>
            <p:ph type="body" sz="quarter" idx="13" hasCustomPrompt="1"/>
          </p:nvPr>
        </p:nvSpPr>
        <p:spPr>
          <a:xfrm>
            <a:off x="3299565" y="2721905"/>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39" name="Text Placeholder 6"/>
          <p:cNvSpPr>
            <a:spLocks noGrp="1"/>
          </p:cNvSpPr>
          <p:nvPr>
            <p:ph type="body" sz="quarter" idx="14" hasCustomPrompt="1"/>
          </p:nvPr>
        </p:nvSpPr>
        <p:spPr>
          <a:xfrm>
            <a:off x="5037138" y="276907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0" name="Text Placeholder 4"/>
          <p:cNvSpPr>
            <a:spLocks noGrp="1"/>
          </p:cNvSpPr>
          <p:nvPr>
            <p:ph type="body" sz="quarter" idx="15" hasCustomPrompt="1"/>
          </p:nvPr>
        </p:nvSpPr>
        <p:spPr>
          <a:xfrm>
            <a:off x="3305695" y="3380601"/>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41" name="Text Placeholder 6"/>
          <p:cNvSpPr>
            <a:spLocks noGrp="1"/>
          </p:cNvSpPr>
          <p:nvPr>
            <p:ph type="body" sz="quarter" idx="16" hasCustomPrompt="1"/>
          </p:nvPr>
        </p:nvSpPr>
        <p:spPr>
          <a:xfrm>
            <a:off x="5043268" y="3427768"/>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2" name="Text Placeholder 4"/>
          <p:cNvSpPr>
            <a:spLocks noGrp="1"/>
          </p:cNvSpPr>
          <p:nvPr>
            <p:ph type="body" sz="quarter" idx="17" hasCustomPrompt="1"/>
          </p:nvPr>
        </p:nvSpPr>
        <p:spPr>
          <a:xfrm>
            <a:off x="3305695" y="4035597"/>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3" name="Text Placeholder 6"/>
          <p:cNvSpPr>
            <a:spLocks noGrp="1"/>
          </p:cNvSpPr>
          <p:nvPr>
            <p:ph type="body" sz="quarter" idx="18" hasCustomPrompt="1"/>
          </p:nvPr>
        </p:nvSpPr>
        <p:spPr>
          <a:xfrm>
            <a:off x="5043268" y="4082764"/>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4" name="Text Placeholder 4"/>
          <p:cNvSpPr>
            <a:spLocks noGrp="1"/>
          </p:cNvSpPr>
          <p:nvPr>
            <p:ph type="body" sz="quarter" idx="19" hasCustomPrompt="1"/>
          </p:nvPr>
        </p:nvSpPr>
        <p:spPr>
          <a:xfrm>
            <a:off x="3299564" y="4700588"/>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5" name="Text Placeholder 6"/>
          <p:cNvSpPr>
            <a:spLocks noGrp="1"/>
          </p:cNvSpPr>
          <p:nvPr>
            <p:ph type="body" sz="quarter" idx="20" hasCustomPrompt="1"/>
          </p:nvPr>
        </p:nvSpPr>
        <p:spPr>
          <a:xfrm>
            <a:off x="5037137" y="4747755"/>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6" name="Text Placeholder 4"/>
          <p:cNvSpPr>
            <a:spLocks noGrp="1"/>
          </p:cNvSpPr>
          <p:nvPr>
            <p:ph type="body" sz="quarter" idx="21" hasCustomPrompt="1"/>
          </p:nvPr>
        </p:nvSpPr>
        <p:spPr>
          <a:xfrm>
            <a:off x="3305695" y="5378225"/>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7" name="Text Placeholder 6"/>
          <p:cNvSpPr>
            <a:spLocks noGrp="1"/>
          </p:cNvSpPr>
          <p:nvPr>
            <p:ph type="body" sz="quarter" idx="22" hasCustomPrompt="1"/>
          </p:nvPr>
        </p:nvSpPr>
        <p:spPr>
          <a:xfrm>
            <a:off x="5043268" y="542539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pic>
        <p:nvPicPr>
          <p:cNvPr id="23"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25" name="Slide Number Placeholder 5">
            <a:extLst>
              <a:ext uri="{FF2B5EF4-FFF2-40B4-BE49-F238E27FC236}">
                <a16:creationId xmlns:a16="http://schemas.microsoft.com/office/drawing/2014/main" id="{317F0D96-BC58-434E-BE95-7E87509486A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415711507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3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F3D00C54-118E-47F2-BEED-8C2514ED82E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3C66BE5F-2E76-4496-9234-6453A8DFEDDA}"/>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40923535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3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5878576"/>
            <a:ext cx="738525" cy="330925"/>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7FBE6C43-DD0D-4FAF-9BD2-84E953FD646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5FD2FD3-6973-40C0-8977-F91621F33F95}"/>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6275650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3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378E8CD2-9C88-4163-A7EE-AB91D262A4EE}"/>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F0CE4796-16B1-4035-9A0B-84250F40DDFF}"/>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3858611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3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6" name="Slide Number Placeholder 5">
            <a:extLst>
              <a:ext uri="{FF2B5EF4-FFF2-40B4-BE49-F238E27FC236}">
                <a16:creationId xmlns:a16="http://schemas.microsoft.com/office/drawing/2014/main" id="{9F8E269A-2068-4C33-BD8C-91BB8F416E0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F8829AE8-ABF3-4C23-AFA7-F835134F767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3916172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3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780C592A-34A2-4FBE-BBD0-1231F3D2AFE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DCFD92C0-4B59-40C7-8AFA-24EAB9A12F0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5734612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3_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rgbClr val="20D3FF"/>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765166C1-B518-4008-A325-E242BC5976A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4B83FEDD-C988-42F4-B20C-F32B64B8107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838610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3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F4D408FB-534C-495E-A01B-3A5252745D2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815EACF-801C-42B6-9E09-8A49AFA339F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6508363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3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FC36E4D3-6B85-4E7A-A517-650651AC575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A4284CA-721A-46FE-91ED-BB203CE244E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87A4347C-EAF5-41E3-99B2-9B958C0543B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4402622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8312FD13-97A1-4EBA-A95C-75C0B1FD9C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79E27B8-6E6D-4D7C-8511-4788542671BC}"/>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15E2F94A-6BD1-4809-8195-0CB493D728A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60555638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47A2DC30-C4F7-4157-9660-F0E750F90ACA}"/>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C48DBD0B-5C62-430B-A5E1-22B98F78BB79}"/>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1FADBB4D-8AC1-40DF-B56E-CE3D9F96A5D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6793632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0000"/>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6F111D75-7F37-4729-97BD-3A53778CD2F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7CC3E60-4992-48EA-A47D-023E5007E71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2" name="Text Placeholder 7">
            <a:extLst>
              <a:ext uri="{FF2B5EF4-FFF2-40B4-BE49-F238E27FC236}">
                <a16:creationId xmlns:a16="http://schemas.microsoft.com/office/drawing/2014/main" id="{143CA721-4441-4AC8-B4DE-721B4B5F0C32}"/>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9008914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rgbClr val="20D3FF"/>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4" name="Slide Number Placeholder 5">
            <a:extLst>
              <a:ext uri="{FF2B5EF4-FFF2-40B4-BE49-F238E27FC236}">
                <a16:creationId xmlns:a16="http://schemas.microsoft.com/office/drawing/2014/main" id="{704D90AE-C358-4B2C-A9CF-5507DB72915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E9284DC7-FDFA-4A70-82F3-A997EB41B738}"/>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D73A8DAF-2058-4022-B937-44F0E6A9589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9144926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3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16E965C2-93DD-4C7A-8A12-F6B8FB6BF56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C6D61C67-0401-4818-B951-6E0A37D6C1C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A0C0EFF0-5546-4493-A222-73F375FB5B7E}"/>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425573284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700893CE-9599-46E1-8C4B-E49F55C460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FD6CBE0F-9A3C-4223-BCB1-72E6DB41D09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4747046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0E2147E7-0E00-4857-9387-8C98DB82E1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25545F83-4383-41AF-855D-23D197ADAF1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69861294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0" name="Slide Number Placeholder 5">
            <a:extLst>
              <a:ext uri="{FF2B5EF4-FFF2-40B4-BE49-F238E27FC236}">
                <a16:creationId xmlns:a16="http://schemas.microsoft.com/office/drawing/2014/main" id="{6FCB4367-DFEB-41EE-BB5F-1DE76BE845E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A7D55C08-C6A4-4310-AEEF-59D10B31AC0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04892659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27896B65-6406-4653-B1DC-F69E4603314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B4F529A1-8E27-48C0-8395-0D2C24C23CA9}"/>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1198190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1" name="Rectangle 10"/>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7D686AB6-FF0C-4123-9325-1B0D3DE2331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B2226ADB-845F-4C5C-A8EE-88BE65AB800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37976152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339AB15F-03B0-4706-83CA-17272774B4A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B23A4B77-1686-450D-9C67-51B65F1B87B9}"/>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396668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F00988D2-82A2-458F-83C4-DDF528994F02}"/>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CC859107-FD19-4226-A608-E9BE8671A66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28355269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BE841C89-9FC5-43A4-844D-AB62CBC2EB6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D4877454-100C-4E10-9A9E-F6AD2F2F9F84}"/>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43733775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1AB162E7-8FD8-4304-8A81-63BF4C37031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81FC4075-679E-4D60-938A-748CADDD962B}"/>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03537514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9E10B59E-1833-44B5-8681-D09E60BD3AB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6A44FD2F-A8A0-4406-A893-2B023C1FBA5F}"/>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84749219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B3695FF9-7CF7-4B5D-B88A-16EAD663D0C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92B3D6DA-C005-419A-9A80-9FA360F7CBB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9016458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F75D9748-2DD0-4FFA-A4DB-0870D106D5F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FD08F0E-3E27-4620-A708-86D5F01A0B4A}"/>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82297038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5E0FDA98-D83C-4F8D-8C06-E1EC33D3239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B8C97BD8-4E1D-420B-BED8-058F92E1D6DE}"/>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2354928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88F1BEC4-B7C8-40F3-80A4-023EE62D7FE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CCDF01D-4284-4B49-922B-CC5473380BBB}"/>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9973240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C0D79F22-9145-4FB6-A417-23EAEBAE0E8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03F35AFB-525B-4610-8ABA-620C36499EEE}"/>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6048820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8" name="Slide Number Placeholder 5">
            <a:extLst>
              <a:ext uri="{FF2B5EF4-FFF2-40B4-BE49-F238E27FC236}">
                <a16:creationId xmlns:a16="http://schemas.microsoft.com/office/drawing/2014/main" id="{3D08D196-F460-485B-9B5F-F9309E615A4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CE46A15D-5D47-4F9D-AE82-7850CDF907EC}"/>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03028553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42AD2262-AEBC-4DD5-8680-6A6F55F0479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9FD150A3-A188-4177-AC97-4337644B63B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316697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0A1DF176-8FAA-466E-A7A3-4168C09538F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EC65070B-DD11-4B89-A8A8-6D8C6468C29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15878306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8AB7AED6-4DFA-4DBB-B3DC-591078FB0DD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69E3DC87-BE48-4B96-B86C-00DB8A66CF4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46367268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0" name="Slide Number Placeholder 5">
            <a:extLst>
              <a:ext uri="{FF2B5EF4-FFF2-40B4-BE49-F238E27FC236}">
                <a16:creationId xmlns:a16="http://schemas.microsoft.com/office/drawing/2014/main" id="{68F9D1C8-5795-4F0C-8DB2-F0876929446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D5393A2A-51FC-43E8-88C3-4A77760C4527}"/>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11199401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7A4F5004-F0DD-4BC5-9E39-C91C6C0C954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BE24FC32-9812-4DB8-8622-1007B7A817B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169289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ext Slide - With side bar B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l="2277"/>
          <a:stretch/>
        </p:blipFill>
        <p:spPr>
          <a:xfrm>
            <a:off x="0" y="4485899"/>
            <a:ext cx="4401082" cy="1874860"/>
          </a:xfrm>
          <a:prstGeom prst="rect">
            <a:avLst/>
          </a:prstGeom>
        </p:spPr>
      </p:pic>
      <p:sp>
        <p:nvSpPr>
          <p:cNvPr id="8" name="Text Placeholder 2"/>
          <p:cNvSpPr>
            <a:spLocks noGrp="1"/>
          </p:cNvSpPr>
          <p:nvPr>
            <p:ph type="body" sz="quarter" idx="10" hasCustomPrompt="1"/>
          </p:nvPr>
        </p:nvSpPr>
        <p:spPr>
          <a:xfrm>
            <a:off x="384784" y="1349984"/>
            <a:ext cx="3443732" cy="2751998"/>
          </a:xfrm>
          <a:prstGeom prst="rect">
            <a:avLst/>
          </a:prstGeom>
        </p:spPr>
        <p:txBody>
          <a:bodyPr/>
          <a:lstStyle>
            <a:lvl1pPr marL="0" indent="0">
              <a:lnSpc>
                <a:spcPct val="90000"/>
              </a:lnSpc>
              <a:spcAft>
                <a:spcPts val="0"/>
              </a:spcAft>
              <a:buFont typeface="Arial" panose="020B0604020202020204" pitchFamily="34" charset="0"/>
              <a:buNone/>
              <a:defRPr sz="36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pic>
        <p:nvPicPr>
          <p:cNvPr id="7"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9" name="Slide Number Placeholder 5">
            <a:extLst>
              <a:ext uri="{FF2B5EF4-FFF2-40B4-BE49-F238E27FC236}">
                <a16:creationId xmlns:a16="http://schemas.microsoft.com/office/drawing/2014/main" id="{23D6ABAC-98C2-4A0D-8B8C-8A597A57D62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FFD0FE0C-257E-4211-9CAC-9BA769FC94D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41365831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1_Text Slide - With side bar B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531" y="4614727"/>
            <a:ext cx="4244154" cy="1944001"/>
          </a:xfrm>
          <a:prstGeom prst="rect">
            <a:avLst/>
          </a:prstGeom>
        </p:spPr>
      </p:pic>
      <p:sp>
        <p:nvSpPr>
          <p:cNvPr id="8" name="Text Placeholder 2"/>
          <p:cNvSpPr>
            <a:spLocks noGrp="1"/>
          </p:cNvSpPr>
          <p:nvPr>
            <p:ph type="body" sz="quarter" idx="10" hasCustomPrompt="1"/>
          </p:nvPr>
        </p:nvSpPr>
        <p:spPr>
          <a:xfrm>
            <a:off x="384784" y="1349984"/>
            <a:ext cx="3443732" cy="2751998"/>
          </a:xfrm>
          <a:prstGeom prst="rect">
            <a:avLst/>
          </a:prstGeom>
        </p:spPr>
        <p:txBody>
          <a:bodyPr/>
          <a:lstStyle>
            <a:lvl1pPr marL="0" indent="0">
              <a:lnSpc>
                <a:spcPct val="90000"/>
              </a:lnSpc>
              <a:spcAft>
                <a:spcPts val="0"/>
              </a:spcAft>
              <a:buFont typeface="Arial" panose="020B0604020202020204" pitchFamily="34" charset="0"/>
              <a:buNone/>
              <a:defRPr sz="36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7" name="Slide Number Placeholder 5">
            <a:extLst>
              <a:ext uri="{FF2B5EF4-FFF2-40B4-BE49-F238E27FC236}">
                <a16:creationId xmlns:a16="http://schemas.microsoft.com/office/drawing/2014/main" id="{ADB9D501-C2FE-4F4E-B0F6-FE58A17AB6F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FA961E50-B6CC-47F7-8DF6-C0AE1ADFAB7A}"/>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568123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3F427447-CE66-4582-B744-A32983AD3D9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AF92F08D-E18C-48DE-85CF-0EEBD344D78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87230943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8" name="Slide Number Placeholder 5">
            <a:extLst>
              <a:ext uri="{FF2B5EF4-FFF2-40B4-BE49-F238E27FC236}">
                <a16:creationId xmlns:a16="http://schemas.microsoft.com/office/drawing/2014/main" id="{3A6C8B8C-BDD5-43B9-8C27-354C810E1C4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67062943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421F0A2D-AF77-453A-A628-E5249AE85BC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022B908-BA31-4E35-AAA8-AA6869D9D896}"/>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89549465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3DAB8CF2-F221-497D-8A4A-9E369C2BEE1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7E3635FE-6F90-4286-8EBE-FEE651E560F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94593910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ED3A38F4-26AB-473F-A76C-F9BCE73BE57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C4EF76EF-23E8-4453-97F1-6B565EFFD6B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73324702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rgbClr val="004050"/>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0" name="Slide Number Placeholder 5">
            <a:extLst>
              <a:ext uri="{FF2B5EF4-FFF2-40B4-BE49-F238E27FC236}">
                <a16:creationId xmlns:a16="http://schemas.microsoft.com/office/drawing/2014/main" id="{53D750DE-56D0-4BC9-AA2A-42BE390D295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5680B404-A54E-4E7E-8BBE-C0FAF5A135C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09405205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3C313C4C-13AF-45F6-A71B-8AA193623E6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7FD30B99-C964-41A2-983E-292CAEE023B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91317002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9" Type="http://schemas.openxmlformats.org/officeDocument/2006/relationships/slideLayout" Target="../slideLayouts/slideLayout66.xml"/><Relationship Id="rId21" Type="http://schemas.openxmlformats.org/officeDocument/2006/relationships/slideLayout" Target="../slideLayouts/slideLayout48.xml"/><Relationship Id="rId34" Type="http://schemas.openxmlformats.org/officeDocument/2006/relationships/slideLayout" Target="../slideLayouts/slideLayout61.xml"/><Relationship Id="rId42" Type="http://schemas.openxmlformats.org/officeDocument/2006/relationships/slideLayout" Target="../slideLayouts/slideLayout69.xml"/><Relationship Id="rId47" Type="http://schemas.openxmlformats.org/officeDocument/2006/relationships/slideLayout" Target="../slideLayouts/slideLayout74.xml"/><Relationship Id="rId50" Type="http://schemas.openxmlformats.org/officeDocument/2006/relationships/slideLayout" Target="../slideLayouts/slideLayout77.xml"/><Relationship Id="rId55" Type="http://schemas.openxmlformats.org/officeDocument/2006/relationships/slideLayout" Target="../slideLayouts/slideLayout82.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33" Type="http://schemas.openxmlformats.org/officeDocument/2006/relationships/slideLayout" Target="../slideLayouts/slideLayout60.xml"/><Relationship Id="rId38" Type="http://schemas.openxmlformats.org/officeDocument/2006/relationships/slideLayout" Target="../slideLayouts/slideLayout65.xml"/><Relationship Id="rId46" Type="http://schemas.openxmlformats.org/officeDocument/2006/relationships/slideLayout" Target="../slideLayouts/slideLayout73.xml"/><Relationship Id="rId59" Type="http://schemas.openxmlformats.org/officeDocument/2006/relationships/image" Target="../media/image2.svg"/><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29" Type="http://schemas.openxmlformats.org/officeDocument/2006/relationships/slideLayout" Target="../slideLayouts/slideLayout56.xml"/><Relationship Id="rId41" Type="http://schemas.openxmlformats.org/officeDocument/2006/relationships/slideLayout" Target="../slideLayouts/slideLayout68.xml"/><Relationship Id="rId54" Type="http://schemas.openxmlformats.org/officeDocument/2006/relationships/slideLayout" Target="../slideLayouts/slideLayout81.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32" Type="http://schemas.openxmlformats.org/officeDocument/2006/relationships/slideLayout" Target="../slideLayouts/slideLayout59.xml"/><Relationship Id="rId37" Type="http://schemas.openxmlformats.org/officeDocument/2006/relationships/slideLayout" Target="../slideLayouts/slideLayout64.xml"/><Relationship Id="rId40" Type="http://schemas.openxmlformats.org/officeDocument/2006/relationships/slideLayout" Target="../slideLayouts/slideLayout67.xml"/><Relationship Id="rId45" Type="http://schemas.openxmlformats.org/officeDocument/2006/relationships/slideLayout" Target="../slideLayouts/slideLayout72.xml"/><Relationship Id="rId53" Type="http://schemas.openxmlformats.org/officeDocument/2006/relationships/slideLayout" Target="../slideLayouts/slideLayout80.xml"/><Relationship Id="rId58" Type="http://schemas.openxmlformats.org/officeDocument/2006/relationships/image" Target="../media/image1.png"/><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slideLayout" Target="../slideLayouts/slideLayout55.xml"/><Relationship Id="rId36" Type="http://schemas.openxmlformats.org/officeDocument/2006/relationships/slideLayout" Target="../slideLayouts/slideLayout63.xml"/><Relationship Id="rId49" Type="http://schemas.openxmlformats.org/officeDocument/2006/relationships/slideLayout" Target="../slideLayouts/slideLayout76.xml"/><Relationship Id="rId57" Type="http://schemas.openxmlformats.org/officeDocument/2006/relationships/theme" Target="../theme/theme2.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31" Type="http://schemas.openxmlformats.org/officeDocument/2006/relationships/slideLayout" Target="../slideLayouts/slideLayout58.xml"/><Relationship Id="rId44" Type="http://schemas.openxmlformats.org/officeDocument/2006/relationships/slideLayout" Target="../slideLayouts/slideLayout71.xml"/><Relationship Id="rId52" Type="http://schemas.openxmlformats.org/officeDocument/2006/relationships/slideLayout" Target="../slideLayouts/slideLayout79.xml"/><Relationship Id="rId60" Type="http://schemas.openxmlformats.org/officeDocument/2006/relationships/image" Target="../media/image3.png"/><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slideLayout" Target="../slideLayouts/slideLayout57.xml"/><Relationship Id="rId35" Type="http://schemas.openxmlformats.org/officeDocument/2006/relationships/slideLayout" Target="../slideLayouts/slideLayout62.xml"/><Relationship Id="rId43" Type="http://schemas.openxmlformats.org/officeDocument/2006/relationships/slideLayout" Target="../slideLayouts/slideLayout70.xml"/><Relationship Id="rId48" Type="http://schemas.openxmlformats.org/officeDocument/2006/relationships/slideLayout" Target="../slideLayouts/slideLayout75.xml"/><Relationship Id="rId56" Type="http://schemas.openxmlformats.org/officeDocument/2006/relationships/slideLayout" Target="../slideLayouts/slideLayout83.xml"/><Relationship Id="rId8" Type="http://schemas.openxmlformats.org/officeDocument/2006/relationships/slideLayout" Target="../slideLayouts/slideLayout35.xml"/><Relationship Id="rId51" Type="http://schemas.openxmlformats.org/officeDocument/2006/relationships/slideLayout" Target="../slideLayouts/slideLayout78.xml"/><Relationship Id="rId3"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slideLayout" Target="../slideLayouts/slideLayout96.xml"/><Relationship Id="rId18" Type="http://schemas.openxmlformats.org/officeDocument/2006/relationships/slideLayout" Target="../slideLayouts/slideLayout101.xml"/><Relationship Id="rId26" Type="http://schemas.openxmlformats.org/officeDocument/2006/relationships/slideLayout" Target="../slideLayouts/slideLayout109.xml"/><Relationship Id="rId3" Type="http://schemas.openxmlformats.org/officeDocument/2006/relationships/slideLayout" Target="../slideLayouts/slideLayout86.xml"/><Relationship Id="rId21" Type="http://schemas.openxmlformats.org/officeDocument/2006/relationships/slideLayout" Target="../slideLayouts/slideLayout104.xml"/><Relationship Id="rId34" Type="http://schemas.openxmlformats.org/officeDocument/2006/relationships/image" Target="../media/image3.png"/><Relationship Id="rId7" Type="http://schemas.openxmlformats.org/officeDocument/2006/relationships/slideLayout" Target="../slideLayouts/slideLayout90.xml"/><Relationship Id="rId12" Type="http://schemas.openxmlformats.org/officeDocument/2006/relationships/slideLayout" Target="../slideLayouts/slideLayout95.xml"/><Relationship Id="rId17" Type="http://schemas.openxmlformats.org/officeDocument/2006/relationships/slideLayout" Target="../slideLayouts/slideLayout100.xml"/><Relationship Id="rId25" Type="http://schemas.openxmlformats.org/officeDocument/2006/relationships/slideLayout" Target="../slideLayouts/slideLayout108.xml"/><Relationship Id="rId33" Type="http://schemas.openxmlformats.org/officeDocument/2006/relationships/image" Target="../media/image2.svg"/><Relationship Id="rId2" Type="http://schemas.openxmlformats.org/officeDocument/2006/relationships/slideLayout" Target="../slideLayouts/slideLayout85.xml"/><Relationship Id="rId16" Type="http://schemas.openxmlformats.org/officeDocument/2006/relationships/slideLayout" Target="../slideLayouts/slideLayout99.xml"/><Relationship Id="rId20" Type="http://schemas.openxmlformats.org/officeDocument/2006/relationships/slideLayout" Target="../slideLayouts/slideLayout103.xml"/><Relationship Id="rId29" Type="http://schemas.openxmlformats.org/officeDocument/2006/relationships/slideLayout" Target="../slideLayouts/slideLayout112.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24" Type="http://schemas.openxmlformats.org/officeDocument/2006/relationships/slideLayout" Target="../slideLayouts/slideLayout107.xml"/><Relationship Id="rId32" Type="http://schemas.openxmlformats.org/officeDocument/2006/relationships/image" Target="../media/image1.png"/><Relationship Id="rId5" Type="http://schemas.openxmlformats.org/officeDocument/2006/relationships/slideLayout" Target="../slideLayouts/slideLayout88.xml"/><Relationship Id="rId15" Type="http://schemas.openxmlformats.org/officeDocument/2006/relationships/slideLayout" Target="../slideLayouts/slideLayout98.xml"/><Relationship Id="rId23" Type="http://schemas.openxmlformats.org/officeDocument/2006/relationships/slideLayout" Target="../slideLayouts/slideLayout106.xml"/><Relationship Id="rId28" Type="http://schemas.openxmlformats.org/officeDocument/2006/relationships/slideLayout" Target="../slideLayouts/slideLayout111.xml"/><Relationship Id="rId10" Type="http://schemas.openxmlformats.org/officeDocument/2006/relationships/slideLayout" Target="../slideLayouts/slideLayout93.xml"/><Relationship Id="rId19" Type="http://schemas.openxmlformats.org/officeDocument/2006/relationships/slideLayout" Target="../slideLayouts/slideLayout102.xml"/><Relationship Id="rId31" Type="http://schemas.openxmlformats.org/officeDocument/2006/relationships/theme" Target="../theme/theme3.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slideLayout" Target="../slideLayouts/slideLayout97.xml"/><Relationship Id="rId22" Type="http://schemas.openxmlformats.org/officeDocument/2006/relationships/slideLayout" Target="../slideLayouts/slideLayout105.xml"/><Relationship Id="rId27" Type="http://schemas.openxmlformats.org/officeDocument/2006/relationships/slideLayout" Target="../slideLayouts/slideLayout110.xml"/><Relationship Id="rId30" Type="http://schemas.openxmlformats.org/officeDocument/2006/relationships/slideLayout" Target="../slideLayouts/slideLayout1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1349374" y="1138012"/>
            <a:ext cx="9491663" cy="687614"/>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1350676" y="1944209"/>
            <a:ext cx="9490362" cy="423275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4" name="Graphic 31">
            <a:extLst>
              <a:ext uri="{FF2B5EF4-FFF2-40B4-BE49-F238E27FC236}">
                <a16:creationId xmlns:a16="http://schemas.microsoft.com/office/drawing/2014/main" id="{E04B9394-820E-45B1-AED1-10AA3CC584A2}"/>
              </a:ext>
            </a:extLst>
          </p:cNvPr>
          <p:cNvPicPr>
            <a:picLocks noChangeAspect="1"/>
          </p:cNvPicPr>
          <p:nvPr userDrawn="1"/>
        </p:nvPicPr>
        <p:blipFill>
          <a:blip r:embed="rId29">
            <a:extLst>
              <a:ext uri="{96DAC541-7B7A-43D3-8B79-37D633B846F1}">
                <asvg:svgBlip xmlns:asvg="http://schemas.microsoft.com/office/drawing/2016/SVG/main" r:embed="rId30"/>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F25BFF78-5EE7-4B04-B46B-A0F8EF1FD0A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709" r:id="rId1"/>
    <p:sldLayoutId id="2147483649" r:id="rId2"/>
    <p:sldLayoutId id="2147483710" r:id="rId3"/>
    <p:sldLayoutId id="2147483711" r:id="rId4"/>
    <p:sldLayoutId id="2147483921" r:id="rId5"/>
    <p:sldLayoutId id="2147483922" r:id="rId6"/>
    <p:sldLayoutId id="2147483713" r:id="rId7"/>
    <p:sldLayoutId id="2147483823" r:id="rId8"/>
    <p:sldLayoutId id="2147483712" r:id="rId9"/>
    <p:sldLayoutId id="2147483714" r:id="rId10"/>
    <p:sldLayoutId id="2147483718" r:id="rId11"/>
    <p:sldLayoutId id="2147483806" r:id="rId12"/>
    <p:sldLayoutId id="2147483819" r:id="rId13"/>
    <p:sldLayoutId id="2147483822" r:id="rId14"/>
    <p:sldLayoutId id="2147483847" r:id="rId15"/>
    <p:sldLayoutId id="2147483848" r:id="rId16"/>
    <p:sldLayoutId id="2147483849" r:id="rId17"/>
    <p:sldLayoutId id="2147483821" r:id="rId18"/>
    <p:sldLayoutId id="2147483923" r:id="rId19"/>
    <p:sldLayoutId id="2147483924" r:id="rId20"/>
    <p:sldLayoutId id="2147483925" r:id="rId21"/>
    <p:sldLayoutId id="2147483926" r:id="rId22"/>
    <p:sldLayoutId id="2147483927" r:id="rId23"/>
    <p:sldLayoutId id="2147483928" r:id="rId24"/>
    <p:sldLayoutId id="2147483929" r:id="rId25"/>
    <p:sldLayoutId id="2147483930" r:id="rId26"/>
    <p:sldLayoutId id="2147483931" r:id="rId27"/>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31"/>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31"/>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31"/>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31"/>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31"/>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78"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1349374" y="1138012"/>
            <a:ext cx="9491663" cy="687614"/>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1350676" y="1944209"/>
            <a:ext cx="9490362" cy="4232753"/>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 name="Graphic 31">
            <a:extLst>
              <a:ext uri="{FF2B5EF4-FFF2-40B4-BE49-F238E27FC236}">
                <a16:creationId xmlns:a16="http://schemas.microsoft.com/office/drawing/2014/main" id="{4DA8F496-1848-4375-BD96-37C7C2C8E927}"/>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77A34765-C083-4AF8-9D73-1E6C4EA3B5C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2616675508"/>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 id="2147483876" r:id="rId17"/>
    <p:sldLayoutId id="2147483877" r:id="rId18"/>
    <p:sldLayoutId id="2147483878" r:id="rId19"/>
    <p:sldLayoutId id="2147483879" r:id="rId20"/>
    <p:sldLayoutId id="2147483868" r:id="rId21"/>
    <p:sldLayoutId id="2147483869" r:id="rId22"/>
    <p:sldLayoutId id="2147483870" r:id="rId23"/>
    <p:sldLayoutId id="2147483872" r:id="rId24"/>
    <p:sldLayoutId id="2147483873" r:id="rId25"/>
    <p:sldLayoutId id="2147483874" r:id="rId26"/>
    <p:sldLayoutId id="2147483875" r:id="rId27"/>
    <p:sldLayoutId id="2147483880" r:id="rId28"/>
    <p:sldLayoutId id="2147483881" r:id="rId29"/>
    <p:sldLayoutId id="2147483882" r:id="rId30"/>
    <p:sldLayoutId id="2147483900" r:id="rId31"/>
    <p:sldLayoutId id="2147483896" r:id="rId32"/>
    <p:sldLayoutId id="2147483897" r:id="rId33"/>
    <p:sldLayoutId id="2147483898" r:id="rId34"/>
    <p:sldLayoutId id="2147483899" r:id="rId35"/>
    <p:sldLayoutId id="2147483883" r:id="rId36"/>
    <p:sldLayoutId id="2147483884" r:id="rId37"/>
    <p:sldLayoutId id="2147483885" r:id="rId38"/>
    <p:sldLayoutId id="2147483886" r:id="rId39"/>
    <p:sldLayoutId id="2147483888" r:id="rId40"/>
    <p:sldLayoutId id="2147483887" r:id="rId41"/>
    <p:sldLayoutId id="2147483889" r:id="rId42"/>
    <p:sldLayoutId id="2147483894" r:id="rId43"/>
    <p:sldLayoutId id="2147483908" r:id="rId44"/>
    <p:sldLayoutId id="2147483909" r:id="rId45"/>
    <p:sldLayoutId id="2147483910" r:id="rId46"/>
    <p:sldLayoutId id="2147483911" r:id="rId47"/>
    <p:sldLayoutId id="2147483912" r:id="rId48"/>
    <p:sldLayoutId id="2147483913" r:id="rId49"/>
    <p:sldLayoutId id="2147483914" r:id="rId50"/>
    <p:sldLayoutId id="2147483915" r:id="rId51"/>
    <p:sldLayoutId id="2147483916" r:id="rId52"/>
    <p:sldLayoutId id="2147483917" r:id="rId53"/>
    <p:sldLayoutId id="2147483918" r:id="rId54"/>
    <p:sldLayoutId id="2147483919" r:id="rId55"/>
    <p:sldLayoutId id="2147483920" r:id="rId56"/>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60"/>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60"/>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60"/>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60"/>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60"/>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p15:clr>
            <a:srgbClr val="F26B43"/>
          </p15:clr>
        </p15:guide>
        <p15:guide id="2" orient="horz" pos="4081">
          <p15:clr>
            <a:srgbClr val="F26B43"/>
          </p15:clr>
        </p15:guide>
        <p15:guide id="3" pos="237">
          <p15:clr>
            <a:srgbClr val="F26B43"/>
          </p15:clr>
        </p15:guide>
        <p15:guide id="4" pos="732">
          <p15:clr>
            <a:srgbClr val="F26B43"/>
          </p15:clr>
        </p15:guide>
        <p15:guide id="5" pos="850">
          <p15:clr>
            <a:srgbClr val="F26B43"/>
          </p15:clr>
        </p15:guide>
        <p15:guide id="6" pos="1345">
          <p15:clr>
            <a:srgbClr val="F26B43"/>
          </p15:clr>
        </p15:guide>
        <p15:guide id="7" pos="1460">
          <p15:clr>
            <a:srgbClr val="F26B43"/>
          </p15:clr>
        </p15:guide>
        <p15:guide id="8" pos="1954">
          <p15:clr>
            <a:srgbClr val="F26B43"/>
          </p15:clr>
        </p15:guide>
        <p15:guide id="9" pos="2069">
          <p15:clr>
            <a:srgbClr val="F26B43"/>
          </p15:clr>
        </p15:guide>
        <p15:guide id="10" pos="2564">
          <p15:clr>
            <a:srgbClr val="F26B43"/>
          </p15:clr>
        </p15:guide>
        <p15:guide id="11" pos="2678">
          <p15:clr>
            <a:srgbClr val="F26B43"/>
          </p15:clr>
        </p15:guide>
        <p15:guide id="12" pos="3173">
          <p15:clr>
            <a:srgbClr val="F26B43"/>
          </p15:clr>
        </p15:guide>
        <p15:guide id="13" pos="3288">
          <p15:clr>
            <a:srgbClr val="F26B43"/>
          </p15:clr>
        </p15:guide>
        <p15:guide id="14" pos="3782">
          <p15:clr>
            <a:srgbClr val="F26B43"/>
          </p15:clr>
        </p15:guide>
        <p15:guide id="15" pos="3897">
          <p15:clr>
            <a:srgbClr val="F26B43"/>
          </p15:clr>
        </p15:guide>
        <p15:guide id="16" pos="4392">
          <p15:clr>
            <a:srgbClr val="F26B43"/>
          </p15:clr>
        </p15:guide>
        <p15:guide id="17" pos="4506">
          <p15:clr>
            <a:srgbClr val="F26B43"/>
          </p15:clr>
        </p15:guide>
        <p15:guide id="18" pos="5001">
          <p15:clr>
            <a:srgbClr val="F26B43"/>
          </p15:clr>
        </p15:guide>
        <p15:guide id="19" pos="5115">
          <p15:clr>
            <a:srgbClr val="F26B43"/>
          </p15:clr>
        </p15:guide>
        <p15:guide id="20" pos="5610">
          <p15:clr>
            <a:srgbClr val="F26B43"/>
          </p15:clr>
        </p15:guide>
        <p15:guide id="21" pos="5725">
          <p15:clr>
            <a:srgbClr val="F26B43"/>
          </p15:clr>
        </p15:guide>
        <p15:guide id="22" pos="6220">
          <p15:clr>
            <a:srgbClr val="F26B43"/>
          </p15:clr>
        </p15:guide>
        <p15:guide id="23" pos="6334">
          <p15:clr>
            <a:srgbClr val="F26B43"/>
          </p15:clr>
        </p15:guide>
        <p15:guide id="24" pos="6829">
          <p15:clr>
            <a:srgbClr val="F26B43"/>
          </p15:clr>
        </p15:guide>
        <p15:guide id="25" pos="6943">
          <p15:clr>
            <a:srgbClr val="F26B43"/>
          </p15:clr>
        </p15:guide>
        <p15:guide id="26" pos="7438">
          <p15:clr>
            <a:srgbClr val="F26B43"/>
          </p15:clr>
        </p15:guide>
        <p15:guide id="27" pos="3840">
          <p15:clr>
            <a:srgbClr val="9FCC3B"/>
          </p15:clr>
        </p15:guide>
        <p15:guide id="28" orient="horz" pos="21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9DFF0C5-4C99-4CAF-9A83-22496076BB8D}"/>
              </a:ext>
            </a:extLst>
          </p:cNvPr>
          <p:cNvSpPr txBox="1">
            <a:spLocks/>
          </p:cNvSpPr>
          <p:nvPr userDrawn="1"/>
        </p:nvSpPr>
        <p:spPr>
          <a:xfrm>
            <a:off x="1125959" y="377825"/>
            <a:ext cx="9491663" cy="68761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rPr>
              <a:t>Click to edit Master title style</a:t>
            </a:r>
            <a:endParaRPr kumimoji="0" lang="en-GB"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endParaRPr>
          </a:p>
        </p:txBody>
      </p:sp>
      <p:pic>
        <p:nvPicPr>
          <p:cNvPr id="8" name="Graphic 31">
            <a:extLst>
              <a:ext uri="{FF2B5EF4-FFF2-40B4-BE49-F238E27FC236}">
                <a16:creationId xmlns:a16="http://schemas.microsoft.com/office/drawing/2014/main" id="{15850D63-A695-4E54-9B50-1380DF3F2934}"/>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269739" y="377825"/>
            <a:ext cx="738525" cy="522000"/>
          </a:xfrm>
          <a:prstGeom prst="rect">
            <a:avLst/>
          </a:prstGeom>
        </p:spPr>
      </p:pic>
      <p:sp>
        <p:nvSpPr>
          <p:cNvPr id="4" name="Slide Number Placeholder 5">
            <a:extLst>
              <a:ext uri="{FF2B5EF4-FFF2-40B4-BE49-F238E27FC236}">
                <a16:creationId xmlns:a16="http://schemas.microsoft.com/office/drawing/2014/main" id="{53D5031B-6036-416C-A339-3FB0379D4B5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15572109"/>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2" r:id="rId5"/>
    <p:sldLayoutId id="2147483733" r:id="rId6"/>
    <p:sldLayoutId id="2147483734" r:id="rId7"/>
    <p:sldLayoutId id="2147483778" r:id="rId8"/>
    <p:sldLayoutId id="2147483779" r:id="rId9"/>
    <p:sldLayoutId id="2147483780" r:id="rId10"/>
    <p:sldLayoutId id="2147483781" r:id="rId11"/>
    <p:sldLayoutId id="2147483782" r:id="rId12"/>
    <p:sldLayoutId id="2147483783" r:id="rId13"/>
    <p:sldLayoutId id="2147483784" r:id="rId14"/>
    <p:sldLayoutId id="2147483837" r:id="rId15"/>
    <p:sldLayoutId id="2147483838" r:id="rId16"/>
    <p:sldLayoutId id="2147483839" r:id="rId17"/>
    <p:sldLayoutId id="2147483840" r:id="rId18"/>
    <p:sldLayoutId id="2147483841" r:id="rId19"/>
    <p:sldLayoutId id="2147483842" r:id="rId20"/>
    <p:sldLayoutId id="2147483843" r:id="rId21"/>
    <p:sldLayoutId id="2147483844" r:id="rId22"/>
    <p:sldLayoutId id="2147483845" r:id="rId23"/>
    <p:sldLayoutId id="2147483901" r:id="rId24"/>
    <p:sldLayoutId id="2147483902" r:id="rId25"/>
    <p:sldLayoutId id="2147483903" r:id="rId26"/>
    <p:sldLayoutId id="2147483904" r:id="rId27"/>
    <p:sldLayoutId id="2147483905" r:id="rId28"/>
    <p:sldLayoutId id="2147483906" r:id="rId29"/>
    <p:sldLayoutId id="2147483907" r:id="rId30"/>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34"/>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34"/>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34"/>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34"/>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34"/>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p15:clr>
            <a:srgbClr val="F26B43"/>
          </p15:clr>
        </p15:guide>
        <p15:guide id="2" orient="horz" pos="4081">
          <p15:clr>
            <a:srgbClr val="F26B43"/>
          </p15:clr>
        </p15:guide>
        <p15:guide id="3" pos="237">
          <p15:clr>
            <a:srgbClr val="F26B43"/>
          </p15:clr>
        </p15:guide>
        <p15:guide id="4" pos="732">
          <p15:clr>
            <a:srgbClr val="F26B43"/>
          </p15:clr>
        </p15:guide>
        <p15:guide id="5" pos="850">
          <p15:clr>
            <a:srgbClr val="F26B43"/>
          </p15:clr>
        </p15:guide>
        <p15:guide id="6" pos="1345">
          <p15:clr>
            <a:srgbClr val="F26B43"/>
          </p15:clr>
        </p15:guide>
        <p15:guide id="7" pos="1460">
          <p15:clr>
            <a:srgbClr val="F26B43"/>
          </p15:clr>
        </p15:guide>
        <p15:guide id="8" pos="1954">
          <p15:clr>
            <a:srgbClr val="F26B43"/>
          </p15:clr>
        </p15:guide>
        <p15:guide id="9" pos="2069">
          <p15:clr>
            <a:srgbClr val="F26B43"/>
          </p15:clr>
        </p15:guide>
        <p15:guide id="10" pos="2564">
          <p15:clr>
            <a:srgbClr val="F26B43"/>
          </p15:clr>
        </p15:guide>
        <p15:guide id="11" pos="2678">
          <p15:clr>
            <a:srgbClr val="F26B43"/>
          </p15:clr>
        </p15:guide>
        <p15:guide id="12" pos="3173">
          <p15:clr>
            <a:srgbClr val="F26B43"/>
          </p15:clr>
        </p15:guide>
        <p15:guide id="13" pos="3288">
          <p15:clr>
            <a:srgbClr val="F26B43"/>
          </p15:clr>
        </p15:guide>
        <p15:guide id="14" pos="3782">
          <p15:clr>
            <a:srgbClr val="F26B43"/>
          </p15:clr>
        </p15:guide>
        <p15:guide id="15" pos="3897">
          <p15:clr>
            <a:srgbClr val="F26B43"/>
          </p15:clr>
        </p15:guide>
        <p15:guide id="16" pos="4392">
          <p15:clr>
            <a:srgbClr val="F26B43"/>
          </p15:clr>
        </p15:guide>
        <p15:guide id="17" pos="4506">
          <p15:clr>
            <a:srgbClr val="F26B43"/>
          </p15:clr>
        </p15:guide>
        <p15:guide id="18" pos="5001">
          <p15:clr>
            <a:srgbClr val="F26B43"/>
          </p15:clr>
        </p15:guide>
        <p15:guide id="19" pos="5115">
          <p15:clr>
            <a:srgbClr val="F26B43"/>
          </p15:clr>
        </p15:guide>
        <p15:guide id="20" pos="5610">
          <p15:clr>
            <a:srgbClr val="F26B43"/>
          </p15:clr>
        </p15:guide>
        <p15:guide id="21" pos="5725">
          <p15:clr>
            <a:srgbClr val="F26B43"/>
          </p15:clr>
        </p15:guide>
        <p15:guide id="22" pos="6220">
          <p15:clr>
            <a:srgbClr val="F26B43"/>
          </p15:clr>
        </p15:guide>
        <p15:guide id="23" pos="6334">
          <p15:clr>
            <a:srgbClr val="F26B43"/>
          </p15:clr>
        </p15:guide>
        <p15:guide id="24" pos="6829">
          <p15:clr>
            <a:srgbClr val="F26B43"/>
          </p15:clr>
        </p15:guide>
        <p15:guide id="25" pos="6943">
          <p15:clr>
            <a:srgbClr val="F26B43"/>
          </p15:clr>
        </p15:guide>
        <p15:guide id="26" pos="7438">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Common Functions</a:t>
            </a:r>
          </a:p>
        </p:txBody>
      </p:sp>
      <p:sp>
        <p:nvSpPr>
          <p:cNvPr id="5" name="Content Placeholder 2"/>
          <p:cNvSpPr txBox="1">
            <a:spLocks/>
          </p:cNvSpPr>
          <p:nvPr/>
        </p:nvSpPr>
        <p:spPr>
          <a:xfrm>
            <a:off x="385299" y="5768975"/>
            <a:ext cx="5627171" cy="705846"/>
          </a:xfrm>
          <a:prstGeom prst="rect">
            <a:avLst/>
          </a:prstGeom>
        </p:spPr>
        <p:txBody>
          <a:bodyPr/>
          <a:lstStyle>
            <a:lvl1pPr marL="0" indent="0" algn="l" defTabSz="914400" rtl="0" eaLnBrk="1" latinLnBrk="0" hangingPunct="1">
              <a:lnSpc>
                <a:spcPct val="100000"/>
              </a:lnSpc>
              <a:spcBef>
                <a:spcPts val="0"/>
              </a:spcBef>
              <a:spcAft>
                <a:spcPts val="650"/>
              </a:spcAft>
              <a:buSzPct val="115000"/>
              <a:buFontTx/>
              <a:buNone/>
              <a:defRPr sz="18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2"/>
              </a:buBlip>
              <a:tabLst/>
              <a:defRPr sz="18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2"/>
              </a:buBlip>
              <a:tabLst/>
              <a:defRPr sz="18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2"/>
              </a:buBlip>
              <a:tabLst/>
              <a:defRPr sz="18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2"/>
              </a:buBlip>
              <a:tabLst/>
              <a:defRPr sz="18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400" dirty="0"/>
          </a:p>
        </p:txBody>
      </p:sp>
      <p:sp>
        <p:nvSpPr>
          <p:cNvPr id="2" name="TextBox 2">
            <a:extLst>
              <a:ext uri="{FF2B5EF4-FFF2-40B4-BE49-F238E27FC236}">
                <a16:creationId xmlns:a16="http://schemas.microsoft.com/office/drawing/2014/main" id="{F33CB094-6F10-BBB3-4ECD-CAD64FD083DC}"/>
              </a:ext>
            </a:extLst>
          </p:cNvPr>
          <p:cNvSpPr txBox="1"/>
          <p:nvPr/>
        </p:nvSpPr>
        <p:spPr>
          <a:xfrm>
            <a:off x="10720316" y="6474821"/>
            <a:ext cx="1471684" cy="330958"/>
          </a:xfrm>
          <a:prstGeom prst="rect">
            <a:avLst/>
          </a:prstGeom>
        </p:spPr>
        <p:txBody>
          <a:bodyPr vert="horz" wrap="none" lIns="0" tIns="0" rIns="0" bIns="0"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a:t>Version 1.5</a:t>
            </a:r>
            <a:endParaRPr lang="en-GB" dirty="0"/>
          </a:p>
        </p:txBody>
      </p:sp>
    </p:spTree>
    <p:extLst>
      <p:ext uri="{BB962C8B-B14F-4D97-AF65-F5344CB8AC3E}">
        <p14:creationId xmlns:p14="http://schemas.microsoft.com/office/powerpoint/2010/main" val="1792101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84A99F0-DCA2-C743-B49B-C53EEE105A49}"/>
              </a:ext>
            </a:extLst>
          </p:cNvPr>
          <p:cNvSpPr>
            <a:spLocks noGrp="1"/>
          </p:cNvSpPr>
          <p:nvPr>
            <p:ph type="body" sz="quarter" idx="10"/>
          </p:nvPr>
        </p:nvSpPr>
        <p:spPr/>
        <p:txBody>
          <a:bodyPr/>
          <a:lstStyle/>
          <a:p>
            <a:r>
              <a:rPr lang="en-GB" dirty="0"/>
              <a:t>Overview</a:t>
            </a:r>
          </a:p>
        </p:txBody>
      </p:sp>
      <p:sp>
        <p:nvSpPr>
          <p:cNvPr id="7" name="Text Placeholder 6">
            <a:extLst>
              <a:ext uri="{FF2B5EF4-FFF2-40B4-BE49-F238E27FC236}">
                <a16:creationId xmlns:a16="http://schemas.microsoft.com/office/drawing/2014/main" id="{E3365CD4-20EE-E16A-5D9C-2581F4257C12}"/>
              </a:ext>
            </a:extLst>
          </p:cNvPr>
          <p:cNvSpPr>
            <a:spLocks noGrp="1"/>
          </p:cNvSpPr>
          <p:nvPr>
            <p:ph type="body" sz="quarter" idx="11"/>
          </p:nvPr>
        </p:nvSpPr>
        <p:spPr/>
        <p:txBody>
          <a:bodyPr/>
          <a:lstStyle/>
          <a:p>
            <a:pPr marL="285750" indent="-285750">
              <a:buFont typeface="Arial" panose="020B0604020202020204" pitchFamily="34" charset="0"/>
              <a:buChar char="•"/>
            </a:pPr>
            <a:r>
              <a:rPr lang="en-GB" dirty="0"/>
              <a:t>Functions</a:t>
            </a:r>
          </a:p>
          <a:p>
            <a:pPr marL="285750" indent="-285750">
              <a:buFont typeface="Arial" panose="020B0604020202020204" pitchFamily="34" charset="0"/>
              <a:buChar char="•"/>
            </a:pPr>
            <a:r>
              <a:rPr lang="en-GB" dirty="0"/>
              <a:t>Text functions</a:t>
            </a:r>
          </a:p>
          <a:p>
            <a:pPr marL="285750" indent="-285750">
              <a:buFont typeface="Arial" panose="020B0604020202020204" pitchFamily="34" charset="0"/>
              <a:buChar char="•"/>
            </a:pPr>
            <a:r>
              <a:rPr lang="en-GB" dirty="0"/>
              <a:t>Date functions</a:t>
            </a:r>
          </a:p>
          <a:p>
            <a:pPr marL="285750" indent="-285750">
              <a:buFont typeface="Arial" panose="020B0604020202020204" pitchFamily="34" charset="0"/>
              <a:buChar char="•"/>
            </a:pPr>
            <a:r>
              <a:rPr lang="en-GB" dirty="0"/>
              <a:t>Working with nulls</a:t>
            </a:r>
          </a:p>
          <a:p>
            <a:pPr marL="285750" indent="-285750">
              <a:buFont typeface="Arial" panose="020B0604020202020204" pitchFamily="34" charset="0"/>
              <a:buChar char="•"/>
            </a:pPr>
            <a:r>
              <a:rPr lang="en-GB" dirty="0"/>
              <a:t>Data conversion functions</a:t>
            </a:r>
          </a:p>
          <a:p>
            <a:pPr marL="285750" indent="-285750">
              <a:buFont typeface="Arial" panose="020B0604020202020204" pitchFamily="34" charset="0"/>
              <a:buChar char="•"/>
            </a:pPr>
            <a:r>
              <a:rPr lang="en-GB" dirty="0"/>
              <a:t>Hands-on lab</a:t>
            </a:r>
          </a:p>
          <a:p>
            <a:endParaRPr lang="en-GB" dirty="0"/>
          </a:p>
        </p:txBody>
      </p:sp>
    </p:spTree>
    <p:extLst>
      <p:ext uri="{BB962C8B-B14F-4D97-AF65-F5344CB8AC3E}">
        <p14:creationId xmlns:p14="http://schemas.microsoft.com/office/powerpoint/2010/main" val="2929137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OBJECTIVES</a:t>
            </a:r>
            <a:endParaRPr lang="en-IN" dirty="0"/>
          </a:p>
        </p:txBody>
      </p:sp>
      <p:sp>
        <p:nvSpPr>
          <p:cNvPr id="3" name="Text Placeholder 2"/>
          <p:cNvSpPr>
            <a:spLocks noGrp="1"/>
          </p:cNvSpPr>
          <p:nvPr>
            <p:ph type="body" sz="quarter" idx="11"/>
          </p:nvPr>
        </p:nvSpPr>
        <p:spPr/>
        <p:txBody>
          <a:bodyPr/>
          <a:lstStyle/>
          <a:p>
            <a:r>
              <a:rPr lang="en-GB" b="1" dirty="0"/>
              <a:t>At the end of this module you will be able to:</a:t>
            </a:r>
          </a:p>
          <a:p>
            <a:pPr lvl="1">
              <a:buSzPct val="115000"/>
              <a:buFont typeface="Arial" panose="020B0604020202020204" pitchFamily="34" charset="0"/>
              <a:buChar char="•"/>
            </a:pPr>
            <a:endParaRPr lang="en-GB" dirty="0"/>
          </a:p>
          <a:p>
            <a:pPr lvl="1">
              <a:buSzPct val="115000"/>
              <a:buFont typeface="Arial" panose="020B0604020202020204" pitchFamily="34" charset="0"/>
              <a:buChar char="•"/>
            </a:pPr>
            <a:r>
              <a:rPr lang="en-GB" sz="1400" dirty="0"/>
              <a:t>use text manipulation functions</a:t>
            </a:r>
          </a:p>
          <a:p>
            <a:pPr lvl="1">
              <a:buSzPct val="115000"/>
              <a:buFont typeface="Arial" panose="020B0604020202020204" pitchFamily="34" charset="0"/>
              <a:buChar char="•"/>
            </a:pPr>
            <a:r>
              <a:rPr lang="en-GB" sz="1400" dirty="0"/>
              <a:t>use date manipulation functions</a:t>
            </a:r>
          </a:p>
          <a:p>
            <a:pPr lvl="1">
              <a:buSzPct val="115000"/>
              <a:buFont typeface="Arial" panose="020B0604020202020204" pitchFamily="34" charset="0"/>
              <a:buChar char="•"/>
            </a:pPr>
            <a:r>
              <a:rPr lang="en-GB" sz="1400" dirty="0"/>
              <a:t>use the ISNULL function</a:t>
            </a:r>
          </a:p>
          <a:p>
            <a:pPr lvl="1">
              <a:buSzPct val="115000"/>
              <a:buFont typeface="Arial" panose="020B0604020202020204" pitchFamily="34" charset="0"/>
              <a:buChar char="•"/>
            </a:pPr>
            <a:r>
              <a:rPr lang="en-GB" sz="1400" dirty="0"/>
              <a:t>format dates</a:t>
            </a:r>
          </a:p>
        </p:txBody>
      </p:sp>
    </p:spTree>
    <p:extLst>
      <p:ext uri="{BB962C8B-B14F-4D97-AF65-F5344CB8AC3E}">
        <p14:creationId xmlns:p14="http://schemas.microsoft.com/office/powerpoint/2010/main" val="1724294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Functions</a:t>
            </a:r>
          </a:p>
        </p:txBody>
      </p:sp>
    </p:spTree>
    <p:extLst>
      <p:ext uri="{BB962C8B-B14F-4D97-AF65-F5344CB8AC3E}">
        <p14:creationId xmlns:p14="http://schemas.microsoft.com/office/powerpoint/2010/main" val="226527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GB" dirty="0"/>
              <a:t>Functions</a:t>
            </a:r>
            <a:endParaRPr lang="en-IN" dirty="0"/>
          </a:p>
        </p:txBody>
      </p:sp>
      <p:sp>
        <p:nvSpPr>
          <p:cNvPr id="5" name="Text Placeholder 4"/>
          <p:cNvSpPr>
            <a:spLocks noGrp="1"/>
          </p:cNvSpPr>
          <p:nvPr>
            <p:ph type="body" sz="quarter" idx="11"/>
          </p:nvPr>
        </p:nvSpPr>
        <p:spPr/>
        <p:txBody>
          <a:bodyPr/>
          <a:lstStyle/>
          <a:p>
            <a:pPr marL="342900" indent="-342900">
              <a:buFont typeface="Arial" panose="020B0604020202020204" pitchFamily="34" charset="0"/>
              <a:buChar char="•"/>
            </a:pPr>
            <a:r>
              <a:rPr lang="en-GB" b="1" dirty="0"/>
              <a:t>Perform a calculation</a:t>
            </a:r>
          </a:p>
          <a:p>
            <a:pPr marL="342900" indent="-342900">
              <a:buFont typeface="Arial" panose="020B0604020202020204" pitchFamily="34" charset="0"/>
              <a:buChar char="•"/>
            </a:pPr>
            <a:r>
              <a:rPr lang="en-GB" b="1" dirty="0"/>
              <a:t>Can be passed parameters</a:t>
            </a:r>
          </a:p>
          <a:p>
            <a:pPr marL="342900" indent="-342900">
              <a:buFont typeface="Arial" panose="020B0604020202020204" pitchFamily="34" charset="0"/>
              <a:buChar char="•"/>
            </a:pPr>
            <a:r>
              <a:rPr lang="en-GB" b="1" dirty="0"/>
              <a:t>Return a value</a:t>
            </a:r>
          </a:p>
          <a:p>
            <a:pPr marL="342900" indent="-342900">
              <a:buFont typeface="Arial" panose="020B0604020202020204" pitchFamily="34" charset="0"/>
              <a:buChar char="•"/>
            </a:pPr>
            <a:r>
              <a:rPr lang="en-GB" b="1" dirty="0"/>
              <a:t>Can be used wherever an expression is expected</a:t>
            </a:r>
          </a:p>
          <a:p>
            <a:pPr marL="684000" lvl="1" indent="-342900">
              <a:buSzPct val="115000"/>
              <a:buFont typeface="Arial" panose="020B0604020202020204" pitchFamily="34" charset="0"/>
              <a:buChar char="•"/>
            </a:pPr>
            <a:r>
              <a:rPr lang="en-GB" sz="1400" dirty="0"/>
              <a:t>Select lists</a:t>
            </a:r>
          </a:p>
          <a:p>
            <a:pPr marL="684000" lvl="1" indent="-342900">
              <a:buSzPct val="115000"/>
              <a:buFont typeface="Arial" panose="020B0604020202020204" pitchFamily="34" charset="0"/>
              <a:buChar char="•"/>
            </a:pPr>
            <a:r>
              <a:rPr lang="en-GB" sz="1400" dirty="0"/>
              <a:t>WHERE clauses</a:t>
            </a:r>
          </a:p>
          <a:p>
            <a:pPr marL="684000" lvl="1" indent="-342900">
              <a:buSzPct val="115000"/>
              <a:buFont typeface="Arial" panose="020B0604020202020204" pitchFamily="34" charset="0"/>
              <a:buChar char="•"/>
            </a:pPr>
            <a:r>
              <a:rPr lang="en-GB" sz="1400" dirty="0"/>
              <a:t>ORDER BY clauses</a:t>
            </a:r>
          </a:p>
          <a:p>
            <a:endParaRPr lang="en-IN" dirty="0"/>
          </a:p>
        </p:txBody>
      </p:sp>
    </p:spTree>
    <p:extLst>
      <p:ext uri="{BB962C8B-B14F-4D97-AF65-F5344CB8AC3E}">
        <p14:creationId xmlns:p14="http://schemas.microsoft.com/office/powerpoint/2010/main" val="3033603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Text functions</a:t>
            </a:r>
            <a:endParaRPr lang="en-IN" dirty="0"/>
          </a:p>
        </p:txBody>
      </p:sp>
    </p:spTree>
    <p:extLst>
      <p:ext uri="{BB962C8B-B14F-4D97-AF65-F5344CB8AC3E}">
        <p14:creationId xmlns:p14="http://schemas.microsoft.com/office/powerpoint/2010/main" val="3167645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GB" dirty="0"/>
              <a:t>Text functions</a:t>
            </a:r>
            <a:endParaRPr lang="en-IN" dirty="0"/>
          </a:p>
        </p:txBody>
      </p:sp>
      <p:sp>
        <p:nvSpPr>
          <p:cNvPr id="5" name="Text Placeholder 4"/>
          <p:cNvSpPr>
            <a:spLocks noGrp="1"/>
          </p:cNvSpPr>
          <p:nvPr>
            <p:ph type="body" sz="quarter" idx="11"/>
          </p:nvPr>
        </p:nvSpPr>
        <p:spPr/>
        <p:txBody>
          <a:bodyPr/>
          <a:lstStyle/>
          <a:p>
            <a:pPr marL="342900" indent="-342900">
              <a:buFont typeface="Arial" panose="020B0604020202020204" pitchFamily="34" charset="0"/>
              <a:buChar char="•"/>
            </a:pPr>
            <a:r>
              <a:rPr lang="en-GB" b="1" dirty="0"/>
              <a:t>Left / Right </a:t>
            </a:r>
            <a:r>
              <a:rPr lang="en-GB" b="1" i="1" dirty="0"/>
              <a:t>(expr, n)</a:t>
            </a:r>
          </a:p>
          <a:p>
            <a:pPr marL="684000" lvl="1" indent="-342900">
              <a:spcAft>
                <a:spcPts val="650"/>
              </a:spcAft>
              <a:buSzPct val="115000"/>
              <a:buFont typeface="Arial" panose="020B0604020202020204" pitchFamily="34" charset="0"/>
              <a:buChar char="•"/>
            </a:pPr>
            <a:r>
              <a:rPr lang="en-GB" sz="1400" dirty="0"/>
              <a:t>return the left / right -most </a:t>
            </a:r>
            <a:r>
              <a:rPr lang="en-GB" sz="1400" i="1" dirty="0"/>
              <a:t>n</a:t>
            </a:r>
            <a:r>
              <a:rPr lang="en-GB" sz="1400" dirty="0"/>
              <a:t> characters of </a:t>
            </a:r>
            <a:r>
              <a:rPr lang="en-GB" sz="1400" i="1" dirty="0"/>
              <a:t>expr</a:t>
            </a:r>
          </a:p>
          <a:p>
            <a:pPr marL="342900" indent="-342900">
              <a:buFont typeface="Arial" panose="020B0604020202020204" pitchFamily="34" charset="0"/>
              <a:buChar char="•"/>
            </a:pPr>
            <a:r>
              <a:rPr lang="en-GB" b="1" dirty="0"/>
              <a:t>Upper / Lower </a:t>
            </a:r>
            <a:r>
              <a:rPr lang="en-GB" b="1" i="1" dirty="0"/>
              <a:t>(expr)</a:t>
            </a:r>
          </a:p>
          <a:p>
            <a:pPr marL="684000" lvl="1" indent="-342900">
              <a:spcAft>
                <a:spcPts val="650"/>
              </a:spcAft>
              <a:buSzPct val="115000"/>
              <a:buFont typeface="Arial" panose="020B0604020202020204" pitchFamily="34" charset="0"/>
              <a:buChar char="•"/>
            </a:pPr>
            <a:r>
              <a:rPr lang="en-GB" sz="1400" dirty="0"/>
              <a:t>Convert </a:t>
            </a:r>
            <a:r>
              <a:rPr lang="en-GB" sz="1400" i="1" dirty="0"/>
              <a:t>expr</a:t>
            </a:r>
            <a:r>
              <a:rPr lang="en-GB" sz="1400" dirty="0"/>
              <a:t> to all UPPERCASE or all lowercase letters</a:t>
            </a:r>
          </a:p>
          <a:p>
            <a:pPr marL="342900" indent="-342900">
              <a:buFont typeface="Arial" panose="020B0604020202020204" pitchFamily="34" charset="0"/>
              <a:buChar char="•"/>
            </a:pPr>
            <a:r>
              <a:rPr lang="en-GB" b="1" dirty="0" err="1"/>
              <a:t>SubString</a:t>
            </a:r>
            <a:r>
              <a:rPr lang="en-GB" b="1" dirty="0"/>
              <a:t> </a:t>
            </a:r>
            <a:r>
              <a:rPr lang="en-GB" b="1" i="1" dirty="0"/>
              <a:t>(expr, start, length)</a:t>
            </a:r>
          </a:p>
          <a:p>
            <a:pPr marL="684000" lvl="1" indent="-342900">
              <a:spcAft>
                <a:spcPts val="650"/>
              </a:spcAft>
              <a:buSzPct val="115000"/>
              <a:buFont typeface="Arial" panose="020B0604020202020204" pitchFamily="34" charset="0"/>
              <a:buChar char="•"/>
            </a:pPr>
            <a:r>
              <a:rPr lang="en-GB" sz="1400" dirty="0"/>
              <a:t>Take </a:t>
            </a:r>
            <a:r>
              <a:rPr lang="en-GB" sz="1400" i="1" dirty="0"/>
              <a:t>length</a:t>
            </a:r>
            <a:r>
              <a:rPr lang="en-GB" sz="1400" dirty="0"/>
              <a:t> letters from </a:t>
            </a:r>
            <a:r>
              <a:rPr lang="en-GB" sz="1400" i="1" dirty="0"/>
              <a:t>expr, </a:t>
            </a:r>
            <a:r>
              <a:rPr lang="en-GB" sz="1400" dirty="0"/>
              <a:t>starting from </a:t>
            </a:r>
            <a:r>
              <a:rPr lang="en-GB" sz="1400" i="1" dirty="0"/>
              <a:t>start</a:t>
            </a:r>
          </a:p>
          <a:p>
            <a:pPr marL="342900" indent="-342900">
              <a:buFont typeface="Arial" panose="020B0604020202020204" pitchFamily="34" charset="0"/>
              <a:buChar char="•"/>
            </a:pPr>
            <a:r>
              <a:rPr lang="en-GB" b="1" dirty="0" err="1"/>
              <a:t>CharIndex</a:t>
            </a:r>
            <a:r>
              <a:rPr lang="en-GB" b="1" dirty="0"/>
              <a:t> / </a:t>
            </a:r>
            <a:r>
              <a:rPr lang="en-GB" b="1" dirty="0" err="1"/>
              <a:t>PatIndex</a:t>
            </a:r>
            <a:r>
              <a:rPr lang="en-GB" b="1" dirty="0"/>
              <a:t> </a:t>
            </a:r>
            <a:r>
              <a:rPr lang="en-GB" b="1" i="1" dirty="0"/>
              <a:t>(look-for, expr, start)</a:t>
            </a:r>
          </a:p>
          <a:p>
            <a:pPr marL="684000" lvl="1" indent="-342900">
              <a:spcAft>
                <a:spcPts val="650"/>
              </a:spcAft>
              <a:buSzPct val="115000"/>
              <a:buFont typeface="Arial" panose="020B0604020202020204" pitchFamily="34" charset="0"/>
              <a:buChar char="•"/>
            </a:pPr>
            <a:r>
              <a:rPr lang="en-GB" sz="1400" dirty="0" err="1"/>
              <a:t>CharIndex</a:t>
            </a:r>
            <a:r>
              <a:rPr lang="en-GB" sz="1400" dirty="0"/>
              <a:t> looks for an exact match on </a:t>
            </a:r>
            <a:r>
              <a:rPr lang="en-GB" sz="1400" i="1" dirty="0"/>
              <a:t>look-for</a:t>
            </a:r>
            <a:r>
              <a:rPr lang="en-GB" sz="1400" dirty="0"/>
              <a:t> in </a:t>
            </a:r>
            <a:r>
              <a:rPr lang="en-GB" sz="1400" i="1" dirty="0"/>
              <a:t>expr, </a:t>
            </a:r>
            <a:r>
              <a:rPr lang="en-GB" sz="1400" dirty="0"/>
              <a:t>optionally starting at </a:t>
            </a:r>
            <a:r>
              <a:rPr lang="en-GB" sz="1400" i="1" dirty="0"/>
              <a:t>start</a:t>
            </a:r>
          </a:p>
          <a:p>
            <a:pPr marL="684000" lvl="1" indent="-342900">
              <a:spcAft>
                <a:spcPts val="650"/>
              </a:spcAft>
              <a:buSzPct val="115000"/>
              <a:buFont typeface="Arial" panose="020B0604020202020204" pitchFamily="34" charset="0"/>
              <a:buChar char="•"/>
            </a:pPr>
            <a:r>
              <a:rPr lang="en-GB" sz="1400" dirty="0" err="1"/>
              <a:t>PatIndex</a:t>
            </a:r>
            <a:r>
              <a:rPr lang="en-GB" sz="1400" dirty="0"/>
              <a:t> performs pattern matching similar to LIKE</a:t>
            </a:r>
          </a:p>
          <a:p>
            <a:pPr marL="342900" indent="-342900">
              <a:buFont typeface="Arial" panose="020B0604020202020204" pitchFamily="34" charset="0"/>
              <a:buChar char="•"/>
            </a:pPr>
            <a:endParaRPr lang="en-IN" b="1" dirty="0"/>
          </a:p>
        </p:txBody>
      </p:sp>
    </p:spTree>
    <p:extLst>
      <p:ext uri="{BB962C8B-B14F-4D97-AF65-F5344CB8AC3E}">
        <p14:creationId xmlns:p14="http://schemas.microsoft.com/office/powerpoint/2010/main" val="1873635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Date functions</a:t>
            </a:r>
            <a:endParaRPr lang="en-IN" dirty="0"/>
          </a:p>
        </p:txBody>
      </p:sp>
    </p:spTree>
    <p:extLst>
      <p:ext uri="{BB962C8B-B14F-4D97-AF65-F5344CB8AC3E}">
        <p14:creationId xmlns:p14="http://schemas.microsoft.com/office/powerpoint/2010/main" val="344490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GB" dirty="0"/>
              <a:t>Working with dates</a:t>
            </a:r>
            <a:endParaRPr lang="en-IN" dirty="0"/>
          </a:p>
        </p:txBody>
      </p:sp>
      <p:sp>
        <p:nvSpPr>
          <p:cNvPr id="5" name="Text Placeholder 4"/>
          <p:cNvSpPr>
            <a:spLocks noGrp="1"/>
          </p:cNvSpPr>
          <p:nvPr>
            <p:ph type="body" sz="quarter" idx="11"/>
          </p:nvPr>
        </p:nvSpPr>
        <p:spPr/>
        <p:txBody>
          <a:bodyPr/>
          <a:lstStyle/>
          <a:p>
            <a:pPr marL="342900" indent="-342900">
              <a:buFont typeface="Arial" panose="020B0604020202020204" pitchFamily="34" charset="0"/>
              <a:buChar char="•"/>
            </a:pPr>
            <a:r>
              <a:rPr lang="en-GB" b="1" dirty="0" err="1"/>
              <a:t>DateTime</a:t>
            </a:r>
            <a:endParaRPr lang="en-GB" b="1" dirty="0"/>
          </a:p>
          <a:p>
            <a:pPr marL="684000" lvl="1" indent="-342900">
              <a:buSzPct val="115000"/>
              <a:buFont typeface="Arial" panose="020B0604020202020204" pitchFamily="34" charset="0"/>
              <a:buChar char="•"/>
            </a:pPr>
            <a:r>
              <a:rPr lang="en-GB" sz="1400" dirty="0"/>
              <a:t>Date and time, minimum date, 01/01/1753 accurate to 0.00333s</a:t>
            </a:r>
          </a:p>
          <a:p>
            <a:pPr marL="342900" indent="-342900">
              <a:buFont typeface="Arial" panose="020B0604020202020204" pitchFamily="34" charset="0"/>
              <a:buChar char="•"/>
            </a:pPr>
            <a:r>
              <a:rPr lang="en-GB" b="1" dirty="0" err="1"/>
              <a:t>SmallDateTime</a:t>
            </a:r>
            <a:endParaRPr lang="en-GB" b="1" dirty="0"/>
          </a:p>
          <a:p>
            <a:pPr marL="684000" lvl="1" indent="-342900">
              <a:buSzPct val="115000"/>
              <a:buFont typeface="Arial" panose="020B0604020202020204" pitchFamily="34" charset="0"/>
              <a:buChar char="•"/>
            </a:pPr>
            <a:r>
              <a:rPr lang="en-GB" sz="1400" dirty="0"/>
              <a:t>As </a:t>
            </a:r>
            <a:r>
              <a:rPr lang="en-GB" sz="1400" dirty="0" err="1"/>
              <a:t>datetime</a:t>
            </a:r>
            <a:r>
              <a:rPr lang="en-GB" sz="1400" dirty="0"/>
              <a:t> but less accurate (no milliseconds)</a:t>
            </a:r>
          </a:p>
          <a:p>
            <a:pPr marL="342900" indent="-342900">
              <a:buFont typeface="Arial" panose="020B0604020202020204" pitchFamily="34" charset="0"/>
              <a:buChar char="•"/>
            </a:pPr>
            <a:r>
              <a:rPr lang="en-GB" b="1" dirty="0"/>
              <a:t>DateTime2 </a:t>
            </a:r>
            <a:r>
              <a:rPr lang="en-GB" i="1" dirty="0"/>
              <a:t>since SQL Server 2008</a:t>
            </a:r>
          </a:p>
          <a:p>
            <a:pPr marL="684000" lvl="1" indent="-342900">
              <a:buSzPct val="115000"/>
              <a:buFont typeface="Arial" panose="020B0604020202020204" pitchFamily="34" charset="0"/>
              <a:buChar char="•"/>
            </a:pPr>
            <a:r>
              <a:rPr lang="en-GB" sz="1400" dirty="0"/>
              <a:t>date and time, min. 01/01/0001, accurate to 100 nanoseconds</a:t>
            </a:r>
          </a:p>
          <a:p>
            <a:pPr marL="342900" indent="-342900">
              <a:buFont typeface="Arial" panose="020B0604020202020204" pitchFamily="34" charset="0"/>
              <a:buChar char="•"/>
            </a:pPr>
            <a:r>
              <a:rPr lang="en-GB" b="1" dirty="0" err="1"/>
              <a:t>DateTimeOffset</a:t>
            </a:r>
            <a:r>
              <a:rPr lang="en-GB" b="1" dirty="0"/>
              <a:t> </a:t>
            </a:r>
            <a:r>
              <a:rPr lang="en-GB" i="1" dirty="0"/>
              <a:t>since 2008</a:t>
            </a:r>
          </a:p>
          <a:p>
            <a:pPr marL="684000" lvl="1" indent="-342900">
              <a:buSzPct val="115000"/>
              <a:buFont typeface="Arial" panose="020B0604020202020204" pitchFamily="34" charset="0"/>
              <a:buChar char="•"/>
            </a:pPr>
            <a:r>
              <a:rPr lang="en-GB" sz="1400" dirty="0"/>
              <a:t>As DateTime2 also includes a time zone stamp (+/- </a:t>
            </a:r>
            <a:r>
              <a:rPr lang="en-GB" sz="1400" dirty="0" err="1"/>
              <a:t>hh:mm</a:t>
            </a:r>
            <a:r>
              <a:rPr lang="en-GB" sz="1400" dirty="0"/>
              <a:t>)</a:t>
            </a:r>
          </a:p>
          <a:p>
            <a:pPr marL="342900" indent="-342900">
              <a:buFont typeface="Arial" panose="020B0604020202020204" pitchFamily="34" charset="0"/>
              <a:buChar char="•"/>
            </a:pPr>
            <a:r>
              <a:rPr lang="en-GB" b="1" dirty="0"/>
              <a:t>Date / Time </a:t>
            </a:r>
            <a:r>
              <a:rPr lang="en-GB" i="1" dirty="0"/>
              <a:t>since 2008</a:t>
            </a:r>
          </a:p>
          <a:p>
            <a:pPr marL="684000" lvl="1" indent="-342900">
              <a:buSzPct val="115000"/>
              <a:buFont typeface="Arial" panose="020B0604020202020204" pitchFamily="34" charset="0"/>
              <a:buChar char="•"/>
            </a:pPr>
            <a:r>
              <a:rPr lang="en-GB" sz="1400" dirty="0"/>
              <a:t>Date or Time portion of DateTime2 only</a:t>
            </a:r>
          </a:p>
          <a:p>
            <a:endParaRPr lang="en-IN" dirty="0"/>
          </a:p>
        </p:txBody>
      </p:sp>
    </p:spTree>
    <p:extLst>
      <p:ext uri="{BB962C8B-B14F-4D97-AF65-F5344CB8AC3E}">
        <p14:creationId xmlns:p14="http://schemas.microsoft.com/office/powerpoint/2010/main" val="56523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GB" dirty="0"/>
              <a:t>Date functions</a:t>
            </a:r>
            <a:endParaRPr lang="en-IN" dirty="0"/>
          </a:p>
        </p:txBody>
      </p:sp>
      <p:sp>
        <p:nvSpPr>
          <p:cNvPr id="5" name="Text Placeholder 4"/>
          <p:cNvSpPr>
            <a:spLocks noGrp="1"/>
          </p:cNvSpPr>
          <p:nvPr>
            <p:ph type="body" sz="quarter" idx="11"/>
          </p:nvPr>
        </p:nvSpPr>
        <p:spPr/>
        <p:txBody>
          <a:bodyPr/>
          <a:lstStyle/>
          <a:p>
            <a:pPr marL="342900" indent="-342900">
              <a:buFont typeface="Arial" panose="020B0604020202020204" pitchFamily="34" charset="0"/>
              <a:buChar char="•"/>
            </a:pPr>
            <a:r>
              <a:rPr lang="en-GB" b="1" dirty="0" err="1"/>
              <a:t>GetDate</a:t>
            </a:r>
            <a:r>
              <a:rPr lang="en-GB" b="1" dirty="0"/>
              <a:t>() / </a:t>
            </a:r>
            <a:r>
              <a:rPr lang="en-GB" b="1" dirty="0" err="1"/>
              <a:t>GetUTCDate</a:t>
            </a:r>
            <a:r>
              <a:rPr lang="en-GB" b="1" dirty="0"/>
              <a:t>()</a:t>
            </a:r>
          </a:p>
          <a:p>
            <a:pPr lvl="1">
              <a:spcAft>
                <a:spcPts val="650"/>
              </a:spcAft>
              <a:buSzPct val="115000"/>
              <a:buFont typeface="Arial" panose="020B0604020202020204" pitchFamily="34" charset="0"/>
              <a:buChar char="•"/>
            </a:pPr>
            <a:r>
              <a:rPr lang="en-GB" sz="1400" dirty="0"/>
              <a:t>Retrieve the current system data and time</a:t>
            </a:r>
          </a:p>
          <a:p>
            <a:pPr marL="342900" indent="-342900">
              <a:buFont typeface="Arial" panose="020B0604020202020204" pitchFamily="34" charset="0"/>
              <a:buChar char="•"/>
            </a:pPr>
            <a:r>
              <a:rPr lang="en-GB" b="1" dirty="0" err="1"/>
              <a:t>DateAdd</a:t>
            </a:r>
            <a:r>
              <a:rPr lang="en-GB" b="1" i="1" dirty="0"/>
              <a:t>(part, number, expr)</a:t>
            </a:r>
          </a:p>
          <a:p>
            <a:pPr lvl="1">
              <a:spcAft>
                <a:spcPts val="650"/>
              </a:spcAft>
              <a:buSzPct val="115000"/>
              <a:buFont typeface="Arial" panose="020B0604020202020204" pitchFamily="34" charset="0"/>
              <a:buChar char="•"/>
            </a:pPr>
            <a:r>
              <a:rPr lang="en-GB" sz="1400" dirty="0"/>
              <a:t>Add number of parts (months / days / </a:t>
            </a:r>
            <a:r>
              <a:rPr lang="en-GB" sz="1400" dirty="0" err="1"/>
              <a:t>etc</a:t>
            </a:r>
            <a:r>
              <a:rPr lang="en-GB" sz="1400" dirty="0"/>
              <a:t>) to expr</a:t>
            </a:r>
          </a:p>
          <a:p>
            <a:pPr marL="342900" indent="-342900">
              <a:buFont typeface="Arial" panose="020B0604020202020204" pitchFamily="34" charset="0"/>
              <a:buChar char="•"/>
            </a:pPr>
            <a:r>
              <a:rPr lang="en-GB" b="1" dirty="0" err="1"/>
              <a:t>DateDiff</a:t>
            </a:r>
            <a:r>
              <a:rPr lang="en-GB" b="1" i="1" dirty="0"/>
              <a:t>(part, </a:t>
            </a:r>
            <a:r>
              <a:rPr lang="en-GB" b="1" i="1" dirty="0" err="1"/>
              <a:t>startDate</a:t>
            </a:r>
            <a:r>
              <a:rPr lang="en-GB" b="1" i="1" dirty="0"/>
              <a:t>, </a:t>
            </a:r>
            <a:r>
              <a:rPr lang="en-GB" b="1" i="1" dirty="0" err="1"/>
              <a:t>endDate</a:t>
            </a:r>
            <a:r>
              <a:rPr lang="en-GB" b="1" i="1" dirty="0"/>
              <a:t>)</a:t>
            </a:r>
          </a:p>
          <a:p>
            <a:pPr lvl="1">
              <a:spcAft>
                <a:spcPts val="650"/>
              </a:spcAft>
              <a:buSzPct val="115000"/>
              <a:buFont typeface="Arial" panose="020B0604020202020204" pitchFamily="34" charset="0"/>
              <a:buChar char="•"/>
            </a:pPr>
            <a:r>
              <a:rPr lang="en-GB" sz="1400" dirty="0"/>
              <a:t>Return the number of parts difference between start and end</a:t>
            </a:r>
          </a:p>
          <a:p>
            <a:pPr marL="342900" indent="-342900">
              <a:buFont typeface="Arial" panose="020B0604020202020204" pitchFamily="34" charset="0"/>
              <a:buChar char="•"/>
            </a:pPr>
            <a:r>
              <a:rPr lang="en-GB" b="1" dirty="0" err="1"/>
              <a:t>DatePart</a:t>
            </a:r>
            <a:r>
              <a:rPr lang="en-GB" b="1" i="1" dirty="0"/>
              <a:t>(part, expr)</a:t>
            </a:r>
          </a:p>
          <a:p>
            <a:pPr lvl="1">
              <a:spcAft>
                <a:spcPts val="650"/>
              </a:spcAft>
              <a:buSzPct val="115000"/>
              <a:buFont typeface="Arial" panose="020B0604020202020204" pitchFamily="34" charset="0"/>
              <a:buChar char="•"/>
            </a:pPr>
            <a:r>
              <a:rPr lang="en-GB" sz="1400" dirty="0"/>
              <a:t>Return the part value of expr</a:t>
            </a:r>
          </a:p>
          <a:p>
            <a:pPr marL="342900" indent="-342900">
              <a:buFont typeface="Arial" panose="020B0604020202020204" pitchFamily="34" charset="0"/>
              <a:buChar char="•"/>
            </a:pPr>
            <a:r>
              <a:rPr lang="en-GB" b="1" dirty="0"/>
              <a:t>Year / Month / Day </a:t>
            </a:r>
            <a:r>
              <a:rPr lang="en-GB" b="1" i="1" dirty="0"/>
              <a:t>(expr)</a:t>
            </a:r>
          </a:p>
          <a:p>
            <a:pPr marL="342900" indent="-342900">
              <a:buFont typeface="Arial" panose="020B0604020202020204" pitchFamily="34" charset="0"/>
              <a:buChar char="•"/>
            </a:pPr>
            <a:endParaRPr lang="en-IN" dirty="0"/>
          </a:p>
        </p:txBody>
      </p:sp>
    </p:spTree>
    <p:extLst>
      <p:ext uri="{BB962C8B-B14F-4D97-AF65-F5344CB8AC3E}">
        <p14:creationId xmlns:p14="http://schemas.microsoft.com/office/powerpoint/2010/main" val="16229616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Working with nulls</a:t>
            </a:r>
            <a:endParaRPr lang="en-IN" dirty="0"/>
          </a:p>
        </p:txBody>
      </p:sp>
    </p:spTree>
    <p:extLst>
      <p:ext uri="{BB962C8B-B14F-4D97-AF65-F5344CB8AC3E}">
        <p14:creationId xmlns:p14="http://schemas.microsoft.com/office/powerpoint/2010/main" val="550932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GB" dirty="0"/>
              <a:t>DEALING WITH NULLS</a:t>
            </a:r>
            <a:endParaRPr lang="en-IN" dirty="0"/>
          </a:p>
        </p:txBody>
      </p:sp>
      <p:sp>
        <p:nvSpPr>
          <p:cNvPr id="5" name="Text Placeholder 4"/>
          <p:cNvSpPr>
            <a:spLocks noGrp="1"/>
          </p:cNvSpPr>
          <p:nvPr>
            <p:ph type="body" sz="quarter" idx="11"/>
          </p:nvPr>
        </p:nvSpPr>
        <p:spPr/>
        <p:txBody>
          <a:bodyPr/>
          <a:lstStyle/>
          <a:p>
            <a:pPr marL="342900" indent="-342900">
              <a:buFont typeface="Arial" panose="020B0604020202020204" pitchFamily="34" charset="0"/>
              <a:buChar char="•"/>
            </a:pPr>
            <a:r>
              <a:rPr lang="en-GB" b="1" dirty="0"/>
              <a:t>ISNULL(expr, null-value)</a:t>
            </a:r>
          </a:p>
          <a:p>
            <a:pPr marL="684000" lvl="1" indent="-342900">
              <a:buSzPct val="115000"/>
              <a:buFont typeface="Arial" panose="020B0604020202020204" pitchFamily="34" charset="0"/>
              <a:buChar char="•"/>
            </a:pPr>
            <a:r>
              <a:rPr lang="en-GB" sz="1400" dirty="0"/>
              <a:t>If expr IS NULL, return null-value</a:t>
            </a:r>
          </a:p>
          <a:p>
            <a:pPr marL="342900" indent="-342900">
              <a:buFont typeface="Arial" panose="020B0604020202020204" pitchFamily="34" charset="0"/>
              <a:buChar char="•"/>
            </a:pPr>
            <a:r>
              <a:rPr lang="en-GB" b="1" dirty="0"/>
              <a:t>NULLIF(expr1, expr2)</a:t>
            </a:r>
          </a:p>
          <a:p>
            <a:pPr marL="684000" lvl="1" indent="-342900">
              <a:buSzPct val="115000"/>
              <a:buFont typeface="Arial" panose="020B0604020202020204" pitchFamily="34" charset="0"/>
              <a:buChar char="•"/>
            </a:pPr>
            <a:r>
              <a:rPr lang="en-GB" sz="1400" dirty="0"/>
              <a:t>If expr1 equals expr2, return NULL</a:t>
            </a:r>
          </a:p>
          <a:p>
            <a:pPr marL="342900" indent="-342900">
              <a:buFont typeface="Arial" panose="020B0604020202020204" pitchFamily="34" charset="0"/>
              <a:buChar char="•"/>
            </a:pPr>
            <a:endParaRPr lang="en-IN" dirty="0"/>
          </a:p>
        </p:txBody>
      </p:sp>
    </p:spTree>
    <p:extLst>
      <p:ext uri="{BB962C8B-B14F-4D97-AF65-F5344CB8AC3E}">
        <p14:creationId xmlns:p14="http://schemas.microsoft.com/office/powerpoint/2010/main" val="324752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Data conversion functions</a:t>
            </a:r>
            <a:endParaRPr lang="en-IN" dirty="0"/>
          </a:p>
        </p:txBody>
      </p:sp>
    </p:spTree>
    <p:extLst>
      <p:ext uri="{BB962C8B-B14F-4D97-AF65-F5344CB8AC3E}">
        <p14:creationId xmlns:p14="http://schemas.microsoft.com/office/powerpoint/2010/main" val="3262353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GB" dirty="0"/>
              <a:t>Conversion functions</a:t>
            </a:r>
            <a:endParaRPr lang="en-IN" dirty="0"/>
          </a:p>
        </p:txBody>
      </p:sp>
      <p:sp>
        <p:nvSpPr>
          <p:cNvPr id="5" name="Text Placeholder 4"/>
          <p:cNvSpPr>
            <a:spLocks noGrp="1"/>
          </p:cNvSpPr>
          <p:nvPr>
            <p:ph type="body" sz="quarter" idx="11"/>
          </p:nvPr>
        </p:nvSpPr>
        <p:spPr>
          <a:xfrm>
            <a:off x="6236898" y="1261533"/>
            <a:ext cx="5579473" cy="5217055"/>
          </a:xfrm>
        </p:spPr>
        <p:txBody>
          <a:bodyPr/>
          <a:lstStyle/>
          <a:p>
            <a:pPr marL="342900" indent="-342900">
              <a:buFont typeface="Arial" panose="020B0604020202020204" pitchFamily="34" charset="0"/>
              <a:buChar char="•"/>
            </a:pPr>
            <a:r>
              <a:rPr lang="en-GB" b="1" dirty="0"/>
              <a:t>CAST(</a:t>
            </a:r>
            <a:r>
              <a:rPr lang="en-GB" b="1" i="1" dirty="0"/>
              <a:t>expr </a:t>
            </a:r>
            <a:r>
              <a:rPr lang="en-GB" b="1" dirty="0"/>
              <a:t>AS </a:t>
            </a:r>
            <a:r>
              <a:rPr lang="en-GB" b="1" i="1" dirty="0"/>
              <a:t>type</a:t>
            </a:r>
            <a:r>
              <a:rPr lang="en-GB" b="1" dirty="0"/>
              <a:t>)</a:t>
            </a:r>
          </a:p>
          <a:p>
            <a:pPr marL="342900" indent="-342900">
              <a:buFont typeface="Arial" panose="020B0604020202020204" pitchFamily="34" charset="0"/>
              <a:buChar char="•"/>
            </a:pPr>
            <a:r>
              <a:rPr lang="en-GB" b="1" dirty="0"/>
              <a:t>CONVERT(</a:t>
            </a:r>
            <a:r>
              <a:rPr lang="en-GB" b="1" i="1" dirty="0"/>
              <a:t>type, expr</a:t>
            </a:r>
            <a:r>
              <a:rPr lang="en-GB" b="1" dirty="0"/>
              <a:t>)</a:t>
            </a:r>
          </a:p>
          <a:p>
            <a:pPr marL="342900" indent="-342900">
              <a:buFont typeface="Arial" panose="020B0604020202020204" pitchFamily="34" charset="0"/>
              <a:buChar char="•"/>
            </a:pPr>
            <a:r>
              <a:rPr lang="en-GB" b="1" dirty="0"/>
              <a:t>CONVERT(</a:t>
            </a:r>
            <a:r>
              <a:rPr lang="en-GB" b="1" i="1" dirty="0"/>
              <a:t>type, expr, format</a:t>
            </a:r>
            <a:r>
              <a:rPr lang="en-GB" b="1" dirty="0"/>
              <a:t>)</a:t>
            </a:r>
          </a:p>
          <a:p>
            <a:endParaRPr lang="en-GB" b="1" dirty="0"/>
          </a:p>
          <a:p>
            <a:r>
              <a:rPr lang="en-GB" b="1" dirty="0"/>
              <a:t>New in SQL Server 2012:</a:t>
            </a:r>
          </a:p>
          <a:p>
            <a:pPr marL="342900" indent="-342900">
              <a:buFont typeface="Arial" panose="020B0604020202020204" pitchFamily="34" charset="0"/>
              <a:buChar char="•"/>
            </a:pPr>
            <a:r>
              <a:rPr lang="en-GB" b="1" dirty="0"/>
              <a:t>PARSE</a:t>
            </a:r>
          </a:p>
          <a:p>
            <a:pPr marL="342900" indent="-342900">
              <a:buFont typeface="Arial" panose="020B0604020202020204" pitchFamily="34" charset="0"/>
              <a:buChar char="•"/>
            </a:pPr>
            <a:r>
              <a:rPr lang="en-GB" b="1" dirty="0"/>
              <a:t>TRY_PARSE</a:t>
            </a:r>
          </a:p>
          <a:p>
            <a:pPr marL="342900" indent="-342900">
              <a:buFont typeface="Arial" panose="020B0604020202020204" pitchFamily="34" charset="0"/>
              <a:buChar char="•"/>
            </a:pPr>
            <a:r>
              <a:rPr lang="en-GB" b="1" dirty="0"/>
              <a:t>TRY_CONVERT</a:t>
            </a:r>
          </a:p>
          <a:p>
            <a:pPr marL="342900" indent="-342900">
              <a:buFont typeface="Arial" panose="020B0604020202020204" pitchFamily="34" charset="0"/>
              <a:buChar char="•"/>
            </a:pPr>
            <a:endParaRPr lang="en-GB" b="1" dirty="0"/>
          </a:p>
          <a:p>
            <a:r>
              <a:rPr lang="en-GB" b="1" dirty="0"/>
              <a:t>New in SQL Server 2016:</a:t>
            </a:r>
          </a:p>
          <a:p>
            <a:pPr marL="342900" indent="-342900">
              <a:buFont typeface="Arial" panose="020B0604020202020204" pitchFamily="34" charset="0"/>
              <a:buChar char="•"/>
            </a:pPr>
            <a:r>
              <a:rPr lang="en-GB" b="1" dirty="0"/>
              <a:t>TRY_CAST</a:t>
            </a:r>
          </a:p>
          <a:p>
            <a:endParaRPr lang="en-IN" b="1" dirty="0"/>
          </a:p>
        </p:txBody>
      </p:sp>
    </p:spTree>
    <p:extLst>
      <p:ext uri="{BB962C8B-B14F-4D97-AF65-F5344CB8AC3E}">
        <p14:creationId xmlns:p14="http://schemas.microsoft.com/office/powerpoint/2010/main" val="1553386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Hands-on lab</a:t>
            </a:r>
            <a:endParaRPr lang="en-IN" dirty="0"/>
          </a:p>
        </p:txBody>
      </p:sp>
      <p:sp>
        <p:nvSpPr>
          <p:cNvPr id="2" name="Text Placeholder 1">
            <a:extLst>
              <a:ext uri="{FF2B5EF4-FFF2-40B4-BE49-F238E27FC236}">
                <a16:creationId xmlns:a16="http://schemas.microsoft.com/office/drawing/2014/main" id="{485567AB-2DF4-1011-3473-43DD7DF1BE41}"/>
              </a:ext>
            </a:extLst>
          </p:cNvPr>
          <p:cNvSpPr>
            <a:spLocks noGrp="1"/>
          </p:cNvSpPr>
          <p:nvPr>
            <p:ph type="body" sz="quarter" idx="10"/>
          </p:nvPr>
        </p:nvSpPr>
        <p:spPr/>
        <p:txBody>
          <a:bodyPr/>
          <a:lstStyle/>
          <a:p>
            <a:pPr marL="342900" indent="-342900">
              <a:buFont typeface="Arial" panose="020B0604020202020204" pitchFamily="34" charset="0"/>
              <a:buChar char="•"/>
            </a:pPr>
            <a:r>
              <a:rPr lang="en-GB" b="1" dirty="0"/>
              <a:t>Text functions</a:t>
            </a:r>
          </a:p>
          <a:p>
            <a:pPr marL="342900" indent="-342900">
              <a:buFont typeface="Arial" panose="020B0604020202020204" pitchFamily="34" charset="0"/>
              <a:buChar char="•"/>
            </a:pPr>
            <a:r>
              <a:rPr lang="en-GB" b="1" dirty="0"/>
              <a:t>Date functions</a:t>
            </a:r>
          </a:p>
          <a:p>
            <a:pPr marL="342900" indent="-342900">
              <a:buFont typeface="Arial" panose="020B0604020202020204" pitchFamily="34" charset="0"/>
              <a:buChar char="•"/>
            </a:pPr>
            <a:r>
              <a:rPr lang="en-GB" b="1" dirty="0"/>
              <a:t>NULL functions</a:t>
            </a:r>
          </a:p>
          <a:p>
            <a:pPr marL="342900" indent="-342900">
              <a:buFont typeface="Arial" panose="020B0604020202020204" pitchFamily="34" charset="0"/>
              <a:buChar char="•"/>
            </a:pPr>
            <a:r>
              <a:rPr lang="en-GB" b="1" dirty="0"/>
              <a:t>Formatting dates</a:t>
            </a:r>
          </a:p>
          <a:p>
            <a:endParaRPr lang="en-GB" dirty="0"/>
          </a:p>
        </p:txBody>
      </p:sp>
    </p:spTree>
    <p:extLst>
      <p:ext uri="{BB962C8B-B14F-4D97-AF65-F5344CB8AC3E}">
        <p14:creationId xmlns:p14="http://schemas.microsoft.com/office/powerpoint/2010/main" val="1903004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EA569-D2B7-75F7-88E3-4AC138022C91}"/>
              </a:ext>
            </a:extLst>
          </p:cNvPr>
          <p:cNvSpPr>
            <a:spLocks noGrp="1"/>
          </p:cNvSpPr>
          <p:nvPr>
            <p:ph type="ctrTitle"/>
          </p:nvPr>
        </p:nvSpPr>
        <p:spPr/>
        <p:txBody>
          <a:bodyPr/>
          <a:lstStyle/>
          <a:p>
            <a:r>
              <a:rPr lang="en-GB" dirty="0"/>
              <a:t>Review</a:t>
            </a:r>
          </a:p>
        </p:txBody>
      </p:sp>
      <p:sp>
        <p:nvSpPr>
          <p:cNvPr id="5" name="Text Placeholder 4"/>
          <p:cNvSpPr>
            <a:spLocks noGrp="1"/>
          </p:cNvSpPr>
          <p:nvPr>
            <p:ph type="body" sz="quarter" idx="4294967295"/>
          </p:nvPr>
        </p:nvSpPr>
        <p:spPr>
          <a:xfrm>
            <a:off x="3549470" y="4219785"/>
            <a:ext cx="5718175" cy="2224147"/>
          </a:xfrm>
        </p:spPr>
        <p:txBody>
          <a:bodyPr/>
          <a:lstStyle/>
          <a:p>
            <a:pPr marL="342900" indent="-342900">
              <a:buFont typeface="Arial" panose="020B0604020202020204" pitchFamily="34" charset="0"/>
              <a:buChar char="•"/>
            </a:pPr>
            <a:r>
              <a:rPr lang="en-GB" b="1" dirty="0"/>
              <a:t>Functions</a:t>
            </a:r>
          </a:p>
          <a:p>
            <a:pPr marL="342900" indent="-342900">
              <a:buFont typeface="Arial" panose="020B0604020202020204" pitchFamily="34" charset="0"/>
              <a:buChar char="•"/>
            </a:pPr>
            <a:r>
              <a:rPr lang="en-GB" b="1" dirty="0"/>
              <a:t>Text functions</a:t>
            </a:r>
          </a:p>
          <a:p>
            <a:pPr marL="342900" indent="-342900">
              <a:buFont typeface="Arial" panose="020B0604020202020204" pitchFamily="34" charset="0"/>
              <a:buChar char="•"/>
            </a:pPr>
            <a:r>
              <a:rPr lang="en-GB" b="1" dirty="0"/>
              <a:t>Date functions</a:t>
            </a:r>
          </a:p>
          <a:p>
            <a:pPr marL="342900" indent="-342900">
              <a:buFont typeface="Arial" panose="020B0604020202020204" pitchFamily="34" charset="0"/>
              <a:buChar char="•"/>
            </a:pPr>
            <a:r>
              <a:rPr lang="en-GB" b="1" dirty="0"/>
              <a:t>Working with nulls</a:t>
            </a:r>
          </a:p>
          <a:p>
            <a:pPr marL="342900" indent="-342900">
              <a:buFont typeface="Arial" panose="020B0604020202020204" pitchFamily="34" charset="0"/>
              <a:buChar char="•"/>
            </a:pPr>
            <a:r>
              <a:rPr lang="en-GB" b="1" dirty="0"/>
              <a:t>Data conversion functions</a:t>
            </a:r>
          </a:p>
          <a:p>
            <a:pPr marL="342900" indent="-342900">
              <a:buFont typeface="Arial" panose="020B0604020202020204" pitchFamily="34" charset="0"/>
              <a:buChar char="•"/>
            </a:pPr>
            <a:endParaRPr lang="en-IN" b="1" dirty="0"/>
          </a:p>
        </p:txBody>
      </p:sp>
    </p:spTree>
    <p:extLst>
      <p:ext uri="{BB962C8B-B14F-4D97-AF65-F5344CB8AC3E}">
        <p14:creationId xmlns:p14="http://schemas.microsoft.com/office/powerpoint/2010/main" val="473266655"/>
      </p:ext>
    </p:extLst>
  </p:cSld>
  <p:clrMapOvr>
    <a:masterClrMapping/>
  </p:clrMapOvr>
</p:sld>
</file>

<file path=ppt/theme/theme1.xml><?xml version="1.0" encoding="utf-8"?>
<a:theme xmlns:a="http://schemas.openxmlformats.org/drawingml/2006/main" name="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784FBE3F-1EB5-4B78-902F-FFB6209BBDDA}"/>
    </a:ext>
  </a:extLst>
</a:theme>
</file>

<file path=ppt/theme/theme2.xml><?xml version="1.0" encoding="utf-8"?>
<a:theme xmlns:a="http://schemas.openxmlformats.org/drawingml/2006/main" name="2_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655FDAEA-07BD-40A8-9536-EB653008393D}"/>
    </a:ext>
  </a:extLst>
</a:theme>
</file>

<file path=ppt/theme/theme3.xml><?xml version="1.0" encoding="utf-8"?>
<a:theme xmlns:a="http://schemas.openxmlformats.org/drawingml/2006/main" name="1_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40FC1162-964C-4C87-AECA-550FFE3793A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e706368-9a73-4dcc-9221-b8fc62424fbc" xsi:nil="true"/>
    <lcf76f155ced4ddcb4097134ff3c332f xmlns="eb7c3fc1-ccd5-477b-94a4-7b6dc96a8d59">
      <Terms xmlns="http://schemas.microsoft.com/office/infopath/2007/PartnerControls"/>
    </lcf76f155ced4ddcb4097134ff3c332f>
    <SharedWithUsers xmlns="9e706368-9a73-4dcc-9221-b8fc62424fbc">
      <UserInfo>
        <DisplayName/>
        <AccountId xsi:nil="true"/>
        <AccountType/>
      </UserInfo>
    </SharedWithUsers>
    <MediaLengthInSeconds xmlns="eb7c3fc1-ccd5-477b-94a4-7b6dc96a8d5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117C33DDE971642A3AD62E1BE8FB4A8" ma:contentTypeVersion="18" ma:contentTypeDescription="Create a new document." ma:contentTypeScope="" ma:versionID="e27b6b193086ccf2492fa4a1c3beb17a">
  <xsd:schema xmlns:xsd="http://www.w3.org/2001/XMLSchema" xmlns:xs="http://www.w3.org/2001/XMLSchema" xmlns:p="http://schemas.microsoft.com/office/2006/metadata/properties" xmlns:ns2="eb7c3fc1-ccd5-477b-94a4-7b6dc96a8d59" xmlns:ns3="9e706368-9a73-4dcc-9221-b8fc62424fbc" targetNamespace="http://schemas.microsoft.com/office/2006/metadata/properties" ma:root="true" ma:fieldsID="1cbe3fd12ddf180cd07389aecbb7c154" ns2:_="" ns3:_="">
    <xsd:import namespace="eb7c3fc1-ccd5-477b-94a4-7b6dc96a8d59"/>
    <xsd:import namespace="9e706368-9a73-4dcc-9221-b8fc62424fb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7c3fc1-ccd5-477b-94a4-7b6dc96a8d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706368-9a73-4dcc-9221-b8fc62424fb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0d56f4e-fc78-4139-b8cb-10eb5f78ae8a}" ma:internalName="TaxCatchAll" ma:showField="CatchAllData" ma:web="9e706368-9a73-4dcc-9221-b8fc62424f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BC0D1A9-62D4-4D38-98A5-BE95FE2B3BF6}">
  <ds:schemaRefs>
    <ds:schemaRef ds:uri="http://purl.org/dc/elements/1.1/"/>
    <ds:schemaRef ds:uri="http://schemas.microsoft.com/office/2006/metadata/properties"/>
    <ds:schemaRef ds:uri="http://purl.org/dc/terms/"/>
    <ds:schemaRef ds:uri="98F23120-B9C0-4326-80F1-742994D56820"/>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 ds:uri="ae7a5ef5-f60e-4918-a47e-25aad02606cf"/>
    <ds:schemaRef ds:uri="35c74202-6262-43ee-80e5-eb97de261190"/>
    <ds:schemaRef ds:uri="9e706368-9a73-4dcc-9221-b8fc62424fbc"/>
    <ds:schemaRef ds:uri="eb7c3fc1-ccd5-477b-94a4-7b6dc96a8d59"/>
  </ds:schemaRefs>
</ds:datastoreItem>
</file>

<file path=customXml/itemProps2.xml><?xml version="1.0" encoding="utf-8"?>
<ds:datastoreItem xmlns:ds="http://schemas.openxmlformats.org/officeDocument/2006/customXml" ds:itemID="{A453B986-B55D-4CC2-B203-3D8031D76B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7c3fc1-ccd5-477b-94a4-7b6dc96a8d59"/>
    <ds:schemaRef ds:uri="9e706368-9a73-4dcc-9221-b8fc62424f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30C460-91BC-4486-927B-7DEF612172C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QA PPT Template</Template>
  <TotalTime>460</TotalTime>
  <Words>1582</Words>
  <Application>Microsoft Office PowerPoint</Application>
  <PresentationFormat>Widescreen</PresentationFormat>
  <Paragraphs>196</Paragraphs>
  <Slides>16</Slides>
  <Notes>8</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16</vt:i4>
      </vt:variant>
    </vt:vector>
  </HeadingPairs>
  <TitlesOfParts>
    <vt:vector size="26" baseType="lpstr">
      <vt:lpstr>Arial</vt:lpstr>
      <vt:lpstr>Book Antiqua</vt:lpstr>
      <vt:lpstr>Calibri</vt:lpstr>
      <vt:lpstr>Consolas</vt:lpstr>
      <vt:lpstr>Krana Fat B</vt:lpstr>
      <vt:lpstr>Montserrat</vt:lpstr>
      <vt:lpstr>Montserrat Black</vt:lpstr>
      <vt:lpstr>Office Theme</vt:lpstr>
      <vt:lpstr>2_Office Theme</vt:lpstr>
      <vt:lpstr>1_Office Theme</vt:lpstr>
      <vt:lpstr>Common Functions</vt:lpstr>
      <vt:lpstr>PowerPoint Presentation</vt:lpstr>
      <vt:lpstr>PowerPoint Presentation</vt:lpstr>
      <vt:lpstr>Functions</vt:lpstr>
      <vt:lpstr>PowerPoint Presentation</vt:lpstr>
      <vt:lpstr>Text functions</vt:lpstr>
      <vt:lpstr>PowerPoint Presentation</vt:lpstr>
      <vt:lpstr>Date functions</vt:lpstr>
      <vt:lpstr>PowerPoint Presentation</vt:lpstr>
      <vt:lpstr>PowerPoint Presentation</vt:lpstr>
      <vt:lpstr>Working with nulls</vt:lpstr>
      <vt:lpstr>PowerPoint Presentation</vt:lpstr>
      <vt:lpstr>Data conversion functions</vt:lpstr>
      <vt:lpstr>PowerPoint Presentation</vt:lpstr>
      <vt:lpstr>Hands-on lab</vt:lpstr>
      <vt:lpstr>Review</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Common Functions</dc:title>
  <dc:subject/>
  <dc:creator>Lee, Peter</dc:creator>
  <cp:keywords/>
  <dc:description/>
  <cp:lastModifiedBy>Rob Menzies</cp:lastModifiedBy>
  <cp:revision>14</cp:revision>
  <cp:lastPrinted>2021-06-30T10:37:00Z</cp:lastPrinted>
  <dcterms:created xsi:type="dcterms:W3CDTF">2023-03-20T12:05:47Z</dcterms:created>
  <dcterms:modified xsi:type="dcterms:W3CDTF">2024-07-09T14:00:51Z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0x010100A117C33DDE971642A3AD62E1BE8FB4A8</vt:lpwstr>
  </property>
  <property fmtid="{D5CDD505-2E9C-101B-9397-08002B2CF9AE}" pid="3" name="BookType">
    <vt:lpwstr>10</vt:lpwstr>
  </property>
  <property fmtid="{D5CDD505-2E9C-101B-9397-08002B2CF9AE}" pid="4" name="Order">
    <vt:r8>26363700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y fmtid="{D5CDD505-2E9C-101B-9397-08002B2CF9AE}" pid="13" name="MediaServiceImageTags">
    <vt:lpwstr/>
  </property>
</Properties>
</file>