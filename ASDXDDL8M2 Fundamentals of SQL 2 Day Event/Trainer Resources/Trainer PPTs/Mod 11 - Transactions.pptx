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550" r:id="rId4"/>
    <p:sldMasterId id="2147484442" r:id="rId5"/>
  </p:sldMasterIdLst>
  <p:notesMasterIdLst>
    <p:notesMasterId r:id="rId15"/>
  </p:notesMasterIdLst>
  <p:handoutMasterIdLst>
    <p:handoutMasterId r:id="rId16"/>
  </p:handoutMasterIdLst>
  <p:sldIdLst>
    <p:sldId id="256" r:id="rId6"/>
    <p:sldId id="272" r:id="rId7"/>
    <p:sldId id="273" r:id="rId8"/>
    <p:sldId id="275" r:id="rId9"/>
    <p:sldId id="278" r:id="rId10"/>
    <p:sldId id="279" r:id="rId11"/>
    <p:sldId id="280" r:id="rId12"/>
    <p:sldId id="289" r:id="rId13"/>
    <p:sldId id="290" r:id="rId14"/>
  </p:sldIdLst>
  <p:sldSz cx="12192000" cy="6858000"/>
  <p:notesSz cx="6645275" cy="9775825"/>
  <p:custDataLst>
    <p:tags r:id="rId17"/>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11"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Grant" initials="G" lastIdx="1" clrIdx="2">
    <p:extLst>
      <p:ext uri="{19B8F6BF-5375-455C-9EA6-DF929625EA0E}">
        <p15:presenceInfo xmlns:p15="http://schemas.microsoft.com/office/powerpoint/2012/main" userId="Grant" providerId="None"/>
      </p:ext>
    </p:extLst>
  </p:cmAuthor>
  <p:cmAuthor id="4" name="Foppa, Pedro" initials="FP" lastIdx="1" clrIdx="3">
    <p:extLst>
      <p:ext uri="{19B8F6BF-5375-455C-9EA6-DF929625EA0E}">
        <p15:presenceInfo xmlns:p15="http://schemas.microsoft.com/office/powerpoint/2012/main" userId="S::pfoppa@qa.com::78b15ebb-14ab-45f0-97b3-f50a9b67ce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FFFF"/>
    <a:srgbClr val="00CEF9"/>
    <a:srgbClr val="03EAB3"/>
    <a:srgbClr val="00D2FE"/>
    <a:srgbClr val="28CEF6"/>
    <a:srgbClr val="FFD217"/>
    <a:srgbClr val="FF6124"/>
    <a:srgbClr val="EECF40"/>
    <a:srgbClr val="00EDB5"/>
    <a:srgbClr val="0FEE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4084CF-956A-134F-AFFA-CF418E52523A}" v="72" dt="2021-06-22T16:07:13.8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91"/>
    <p:restoredTop sz="92326" autoAdjust="0"/>
  </p:normalViewPr>
  <p:slideViewPr>
    <p:cSldViewPr snapToGrid="0">
      <p:cViewPr varScale="1">
        <p:scale>
          <a:sx n="95" d="100"/>
          <a:sy n="95" d="100"/>
        </p:scale>
        <p:origin x="1038" y="306"/>
      </p:cViewPr>
      <p:guideLst>
        <p:guide pos="3840"/>
        <p:guide orient="horz" pos="3771"/>
      </p:guideLst>
    </p:cSldViewPr>
  </p:slideViewPr>
  <p:notesTextViewPr>
    <p:cViewPr>
      <p:scale>
        <a:sx n="100" d="100"/>
        <a:sy n="100" d="100"/>
      </p:scale>
      <p:origin x="0" y="0"/>
    </p:cViewPr>
  </p:notesTextViewPr>
  <p:notesViewPr>
    <p:cSldViewPr snapToGrid="0">
      <p:cViewPr varScale="1">
        <p:scale>
          <a:sx n="47" d="100"/>
          <a:sy n="47" d="100"/>
        </p:scale>
        <p:origin x="2816"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07/02/2025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vl1pPr>
          </a:lstStyle>
          <a:p>
            <a:fld id="{1D6B66C6-1E92-0F4E-A300-9D4ED1F0C23F}" type="datetimeFigureOut">
              <a:rPr lang="en-GB" smtClean="0"/>
              <a:t>07/02/2025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t>1</a:t>
            </a:fld>
            <a:endParaRPr lang="en-GB"/>
          </a:p>
        </p:txBody>
      </p:sp>
    </p:spTree>
    <p:extLst>
      <p:ext uri="{BB962C8B-B14F-4D97-AF65-F5344CB8AC3E}">
        <p14:creationId xmlns:p14="http://schemas.microsoft.com/office/powerpoint/2010/main" val="236389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2</a:t>
            </a:fld>
            <a:endParaRPr lang="en-GB"/>
          </a:p>
        </p:txBody>
      </p:sp>
    </p:spTree>
    <p:extLst>
      <p:ext uri="{BB962C8B-B14F-4D97-AF65-F5344CB8AC3E}">
        <p14:creationId xmlns:p14="http://schemas.microsoft.com/office/powerpoint/2010/main" val="2032040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Transactions</a:t>
            </a:r>
          </a:p>
          <a:p>
            <a:endParaRPr lang="en-GB" b="1" dirty="0"/>
          </a:p>
          <a:p>
            <a:pPr marL="171450" indent="-171450">
              <a:buFont typeface="Arial" panose="020B0604020202020204" pitchFamily="34" charset="0"/>
              <a:buChar char="•"/>
            </a:pPr>
            <a:r>
              <a:rPr lang="en-GB" dirty="0"/>
              <a:t>A set of tasks that must all be completed successfully or aborted</a:t>
            </a:r>
          </a:p>
          <a:p>
            <a:pPr marL="619125" lvl="1" indent="-171450">
              <a:buFont typeface="Arial" panose="020B0604020202020204" pitchFamily="34" charset="0"/>
              <a:buChar char="•"/>
            </a:pPr>
            <a:r>
              <a:rPr lang="en-GB" dirty="0"/>
              <a:t>A transaction can be committed (save all changes) or rolled-back (undo all changes)</a:t>
            </a:r>
          </a:p>
          <a:p>
            <a:pPr marL="171450" indent="-171450">
              <a:buFont typeface="Arial" panose="020B0604020202020204" pitchFamily="34" charset="0"/>
              <a:buChar char="•"/>
            </a:pPr>
            <a:r>
              <a:rPr lang="en-GB" dirty="0"/>
              <a:t>A subset of tasks cannot be completed if some fail</a:t>
            </a:r>
          </a:p>
          <a:p>
            <a:pPr marL="619125" lvl="1" indent="-171450">
              <a:buFont typeface="Arial" panose="020B0604020202020204" pitchFamily="34" charset="0"/>
              <a:buChar char="•"/>
            </a:pPr>
            <a:r>
              <a:rPr lang="en-GB" dirty="0"/>
              <a:t>Partial completion of a transaction is not allowed</a:t>
            </a:r>
          </a:p>
          <a:p>
            <a:pPr marL="171450" indent="-171450">
              <a:buFont typeface="Arial" panose="020B0604020202020204" pitchFamily="34" charset="0"/>
              <a:buChar char="•"/>
            </a:pPr>
            <a:r>
              <a:rPr lang="en-GB" dirty="0"/>
              <a:t>Individual data modifications are committed automatically</a:t>
            </a:r>
          </a:p>
          <a:p>
            <a:pPr marL="619125" lvl="1" indent="-171450">
              <a:buFont typeface="Arial" panose="020B0604020202020204" pitchFamily="34" charset="0"/>
              <a:buChar char="•"/>
            </a:pPr>
            <a:r>
              <a:rPr lang="en-GB" dirty="0"/>
              <a:t>As the individual statements are not covered by a transaction, each is treated as a transaction, so does not affect any other statements</a:t>
            </a:r>
          </a:p>
          <a:p>
            <a:endParaRPr lang="en-GB" dirty="0"/>
          </a:p>
          <a:p>
            <a:r>
              <a:rPr lang="en-GB" b="1" dirty="0"/>
              <a:t>Examples</a:t>
            </a:r>
          </a:p>
          <a:p>
            <a:pPr marL="228600" indent="-228600">
              <a:buAutoNum type="arabicPeriod"/>
            </a:pPr>
            <a:r>
              <a:rPr lang="en-GB" dirty="0"/>
              <a:t>Exchanging group of 3 seats in a stadium</a:t>
            </a:r>
          </a:p>
          <a:p>
            <a:pPr marL="685800" lvl="1" indent="-228600">
              <a:buFont typeface="Arial" panose="020B0604020202020204" pitchFamily="34" charset="0"/>
              <a:buChar char="•"/>
            </a:pPr>
            <a:r>
              <a:rPr lang="en-GB" dirty="0"/>
              <a:t>Allocate customers to seats B1,B2,B3</a:t>
            </a:r>
          </a:p>
          <a:p>
            <a:pPr marL="685800" lvl="1" indent="-228600">
              <a:buFont typeface="Arial" panose="020B0604020202020204" pitchFamily="34" charset="0"/>
              <a:buChar char="•"/>
            </a:pPr>
            <a:r>
              <a:rPr lang="en-GB" dirty="0"/>
              <a:t>Remove the customers from seats A50,A51,A52</a:t>
            </a:r>
          </a:p>
          <a:p>
            <a:pPr marL="685800" lvl="1" indent="-228600">
              <a:buFont typeface="Arial" panose="020B0604020202020204" pitchFamily="34" charset="0"/>
              <a:buChar char="•"/>
            </a:pPr>
            <a:endParaRPr lang="en-GB" dirty="0"/>
          </a:p>
          <a:p>
            <a:pPr marL="685800" lvl="1" indent="-228600">
              <a:buFont typeface="Arial" panose="020B0604020202020204" pitchFamily="34" charset="0"/>
              <a:buChar char="•"/>
            </a:pPr>
            <a:r>
              <a:rPr lang="en-GB" dirty="0"/>
              <a:t>Possible outcomes without a transaction covering both steps</a:t>
            </a:r>
          </a:p>
          <a:p>
            <a:pPr marL="1143000" lvl="2" indent="-228600">
              <a:buFont typeface="Arial" panose="020B0604020202020204" pitchFamily="34" charset="0"/>
              <a:buAutoNum type="arabicParenR"/>
            </a:pPr>
            <a:r>
              <a:rPr lang="en-GB" dirty="0"/>
              <a:t>Customer has 6 seats if the remove step fails</a:t>
            </a:r>
          </a:p>
          <a:p>
            <a:pPr marL="1143000" lvl="2" indent="-228600">
              <a:buFont typeface="Arial" panose="020B0604020202020204" pitchFamily="34" charset="0"/>
              <a:buAutoNum type="arabicParenR"/>
            </a:pPr>
            <a:r>
              <a:rPr lang="en-GB" dirty="0"/>
              <a:t>Customer has no seats if the allocate step fails</a:t>
            </a:r>
          </a:p>
          <a:p>
            <a:pPr marL="457200" lvl="1" indent="0">
              <a:buFont typeface="Arial" panose="020B0604020202020204" pitchFamily="34" charset="0"/>
              <a:buNone/>
            </a:pPr>
            <a:endParaRPr lang="en-GB" dirty="0"/>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t>3</a:t>
            </a:fld>
            <a:endParaRPr lang="en-GB"/>
          </a:p>
        </p:txBody>
      </p:sp>
    </p:spTree>
    <p:extLst>
      <p:ext uri="{BB962C8B-B14F-4D97-AF65-F5344CB8AC3E}">
        <p14:creationId xmlns:p14="http://schemas.microsoft.com/office/powerpoint/2010/main" val="2380890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transaction above the three steps are:</a:t>
            </a:r>
          </a:p>
          <a:p>
            <a:pPr marL="228600" indent="-228600">
              <a:buFont typeface="+mj-lt"/>
              <a:buAutoNum type="arabicPeriod"/>
            </a:pPr>
            <a:r>
              <a:rPr lang="en-GB" dirty="0"/>
              <a:t>Insert a row into the banking transactions table showing amount requested.</a:t>
            </a:r>
          </a:p>
          <a:p>
            <a:pPr marL="228600" indent="-228600">
              <a:buFont typeface="+mj-lt"/>
              <a:buAutoNum type="arabicPeriod"/>
            </a:pPr>
            <a:r>
              <a:rPr lang="en-GB" dirty="0"/>
              <a:t>Update the accounts row for the customer deducting the amount.</a:t>
            </a:r>
          </a:p>
          <a:p>
            <a:pPr marL="228600" indent="-228600">
              <a:buFont typeface="+mj-lt"/>
              <a:buAutoNum type="arabicPeriod"/>
            </a:pPr>
            <a:r>
              <a:rPr lang="en-GB" dirty="0"/>
              <a:t>Pay the money at the cash machine.</a:t>
            </a:r>
          </a:p>
          <a:p>
            <a:pPr marL="228600" indent="-228600">
              <a:buFont typeface="+mj-lt"/>
              <a:buAutoNum type="arabicPeriod"/>
            </a:pPr>
            <a:endParaRPr lang="en-GB" dirty="0"/>
          </a:p>
          <a:p>
            <a:pPr marL="0" indent="0">
              <a:buFont typeface="+mj-lt"/>
              <a:buNone/>
            </a:pPr>
            <a:r>
              <a:rPr lang="en-GB" dirty="0"/>
              <a:t>Each step should be in a transaction so that if any step fails, none of the steps will be enacted.  If a step fails, the transaction should fail immediately and not process subsequent steps.</a:t>
            </a:r>
          </a:p>
          <a:p>
            <a:pPr marL="0" indent="0">
              <a:buFont typeface="+mj-lt"/>
              <a:buNone/>
            </a:pPr>
            <a:endParaRPr lang="en-GB" dirty="0"/>
          </a:p>
          <a:p>
            <a:pPr marL="0" indent="0">
              <a:buFont typeface="+mj-lt"/>
              <a:buNone/>
            </a:pPr>
            <a:r>
              <a:rPr lang="en-GB" i="1" dirty="0"/>
              <a:t>Possible outcomes</a:t>
            </a:r>
          </a:p>
          <a:p>
            <a:pPr marL="228600" indent="-228600">
              <a:buFont typeface="+mj-lt"/>
              <a:buAutoNum type="arabicParenR"/>
            </a:pPr>
            <a:r>
              <a:rPr lang="en-GB" dirty="0"/>
              <a:t>Insert transaction succeeds, balance update succeeds, pay money step succeeds</a:t>
            </a:r>
          </a:p>
          <a:p>
            <a:pPr marL="685800" lvl="1" indent="-228600">
              <a:buFont typeface="Arial" panose="020B0604020202020204" pitchFamily="34" charset="0"/>
              <a:buChar char="•"/>
            </a:pPr>
            <a:r>
              <a:rPr lang="en-GB" dirty="0"/>
              <a:t>Outside a transaction = transaction and account records are consistent, and customer has been delivered money</a:t>
            </a:r>
          </a:p>
          <a:p>
            <a:pPr marL="685800" lvl="1" indent="-228600">
              <a:buFont typeface="Arial" panose="020B0604020202020204" pitchFamily="34" charset="0"/>
              <a:buChar char="•"/>
            </a:pPr>
            <a:r>
              <a:rPr lang="en-GB" dirty="0"/>
              <a:t>Inside a transaction = transaction and account records are consistent, and customer has been delivered money</a:t>
            </a:r>
          </a:p>
          <a:p>
            <a:pPr marL="228600" indent="-228600">
              <a:buFont typeface="+mj-lt"/>
              <a:buAutoNum type="arabicParenR"/>
            </a:pPr>
            <a:r>
              <a:rPr lang="en-GB" dirty="0"/>
              <a:t>Insert transaction fails, other two steps do not execute</a:t>
            </a:r>
          </a:p>
          <a:p>
            <a:pPr marL="685800" lvl="1" indent="-228600">
              <a:buFont typeface="Arial" panose="020B0604020202020204" pitchFamily="34" charset="0"/>
              <a:buChar char="•"/>
            </a:pPr>
            <a:r>
              <a:rPr lang="en-GB" dirty="0"/>
              <a:t>Outside a transaction = transaction and account records are inconsistent, and no money delivered</a:t>
            </a:r>
          </a:p>
          <a:p>
            <a:pPr marL="685800" lvl="1" indent="-228600">
              <a:buFont typeface="Arial" panose="020B0604020202020204" pitchFamily="34" charset="0"/>
              <a:buChar char="•"/>
            </a:pPr>
            <a:r>
              <a:rPr lang="en-GB" dirty="0"/>
              <a:t>Inside a transaction = transaction is rolled back, so records are consistent</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t>4</a:t>
            </a:fld>
            <a:endParaRPr lang="en-GB"/>
          </a:p>
        </p:txBody>
      </p:sp>
    </p:spTree>
    <p:extLst>
      <p:ext uri="{BB962C8B-B14F-4D97-AF65-F5344CB8AC3E}">
        <p14:creationId xmlns:p14="http://schemas.microsoft.com/office/powerpoint/2010/main" val="3897906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Each explicit transaction should have two or three transaction related statements.</a:t>
            </a:r>
          </a:p>
          <a:p>
            <a:endParaRPr lang="en-GB" dirty="0"/>
          </a:p>
          <a:p>
            <a:pPr marL="171450" indent="-171450">
              <a:buFont typeface="Arial" panose="020B0604020202020204" pitchFamily="34" charset="0"/>
              <a:buChar char="•"/>
            </a:pPr>
            <a:r>
              <a:rPr lang="en-GB" b="1" dirty="0"/>
              <a:t>BEGIN TRANSACTION </a:t>
            </a:r>
            <a:r>
              <a:rPr lang="en-GB" dirty="0"/>
              <a:t>– marks the start of the transaction</a:t>
            </a:r>
          </a:p>
          <a:p>
            <a:pPr marL="619125" lvl="1" indent="-171450">
              <a:buFont typeface="Arial" panose="020B0604020202020204" pitchFamily="34" charset="0"/>
              <a:buChar char="•"/>
            </a:pPr>
            <a:r>
              <a:rPr lang="en-GB" dirty="0"/>
              <a:t>Any data modification statement after this point would be held as a part of the transaction and liable to be rolled-back if required</a:t>
            </a:r>
          </a:p>
          <a:p>
            <a:pPr marL="171450" indent="-171450">
              <a:buFont typeface="Arial" panose="020B0604020202020204" pitchFamily="34" charset="0"/>
              <a:buChar char="•"/>
            </a:pPr>
            <a:r>
              <a:rPr lang="en-GB" b="1" dirty="0"/>
              <a:t>COMMIT TRANSACTION </a:t>
            </a:r>
            <a:r>
              <a:rPr lang="en-GB" dirty="0"/>
              <a:t>– completes the transaction and all modifications are enforced</a:t>
            </a:r>
          </a:p>
          <a:p>
            <a:pPr marL="619125" lvl="1" indent="-171450">
              <a:buFont typeface="Arial" panose="020B0604020202020204" pitchFamily="34" charset="0"/>
              <a:buChar char="•"/>
            </a:pPr>
            <a:r>
              <a:rPr lang="en-GB" dirty="0"/>
              <a:t>Once a transaction has been committed it cannot be rolled-back</a:t>
            </a:r>
          </a:p>
          <a:p>
            <a:pPr marL="171450" indent="-171450">
              <a:buFont typeface="Arial" panose="020B0604020202020204" pitchFamily="34" charset="0"/>
              <a:buChar char="•"/>
            </a:pPr>
            <a:r>
              <a:rPr lang="en-GB" b="1" dirty="0"/>
              <a:t>ROLLBACK TRANSACTION </a:t>
            </a:r>
            <a:r>
              <a:rPr lang="en-GB" dirty="0"/>
              <a:t>– completes the transaction but all modifications are undone</a:t>
            </a:r>
          </a:p>
          <a:p>
            <a:pPr marL="619125" lvl="1" indent="-171450">
              <a:buFont typeface="Arial" panose="020B0604020202020204" pitchFamily="34" charset="0"/>
              <a:buChar char="•"/>
            </a:pPr>
            <a:r>
              <a:rPr lang="en-GB" dirty="0"/>
              <a:t>Once a transaction is rolled-back it cannot be committed</a:t>
            </a:r>
          </a:p>
          <a:p>
            <a:endParaRPr lang="en-GB" dirty="0"/>
          </a:p>
          <a:p>
            <a:r>
              <a:rPr lang="en-GB" dirty="0"/>
              <a:t>SQL Server can automatically rollback the current transaction on error if XACT_ABORT setting is enabled.  Any statement after the begin transaction that fails at runtime will cause the transaction to be automatically rolled-back.  </a:t>
            </a:r>
          </a:p>
          <a:p>
            <a:endParaRPr lang="en-GB" dirty="0"/>
          </a:p>
          <a:p>
            <a:pPr lvl="0" eaLnBrk="1" fontAlgn="auto" hangingPunct="1">
              <a:spcBef>
                <a:spcPts val="0"/>
              </a:spcBef>
              <a:spcAft>
                <a:spcPts val="0"/>
              </a:spcAft>
              <a:tabLst/>
              <a:defRPr/>
            </a:pPr>
            <a:r>
              <a:rPr lang="en-GB" dirty="0"/>
              <a:t>The developer can combine transactions within a TRY / CATCH block to gain more control.  If any error is raised within the TRY block processing will switch to the CATCH block.  Usually, the COMMIT TRAN statement is placed within the TRY block and the ROLLBACK TRAN statement is placed within the CATCH block.</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t>5</a:t>
            </a:fld>
            <a:endParaRPr lang="en-GB"/>
          </a:p>
        </p:txBody>
      </p:sp>
    </p:spTree>
    <p:extLst>
      <p:ext uri="{BB962C8B-B14F-4D97-AF65-F5344CB8AC3E}">
        <p14:creationId xmlns:p14="http://schemas.microsoft.com/office/powerpoint/2010/main" val="743550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t>6</a:t>
            </a:fld>
            <a:endParaRPr lang="en-GB"/>
          </a:p>
        </p:txBody>
      </p:sp>
    </p:spTree>
    <p:extLst>
      <p:ext uri="{BB962C8B-B14F-4D97-AF65-F5344CB8AC3E}">
        <p14:creationId xmlns:p14="http://schemas.microsoft.com/office/powerpoint/2010/main" val="944368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7</a:t>
            </a:fld>
            <a:endParaRPr lang="en-GB"/>
          </a:p>
        </p:txBody>
      </p:sp>
    </p:spTree>
    <p:extLst>
      <p:ext uri="{BB962C8B-B14F-4D97-AF65-F5344CB8AC3E}">
        <p14:creationId xmlns:p14="http://schemas.microsoft.com/office/powerpoint/2010/main" val="3421881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t>8</a:t>
            </a:fld>
            <a:endParaRPr lang="en-GB"/>
          </a:p>
        </p:txBody>
      </p:sp>
    </p:spTree>
    <p:extLst>
      <p:ext uri="{BB962C8B-B14F-4D97-AF65-F5344CB8AC3E}">
        <p14:creationId xmlns:p14="http://schemas.microsoft.com/office/powerpoint/2010/main" val="2011871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p:sp>
      <p:sp>
        <p:nvSpPr>
          <p:cNvPr id="6" name="Notes Placeholder 5"/>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726277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24.sv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27.svg"/><Relationship Id="rId4" Type="http://schemas.openxmlformats.org/officeDocument/2006/relationships/image" Target="../media/image26.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2.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jpeg"/><Relationship Id="rId1" Type="http://schemas.openxmlformats.org/officeDocument/2006/relationships/slideMaster" Target="../slideMasters/slideMaster2.xml"/><Relationship Id="rId4" Type="http://schemas.openxmlformats.org/officeDocument/2006/relationships/image" Target="../media/image3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517260520"/>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600550817"/>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88554086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18114980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55591114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1650734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5191459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79416900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6557335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63699504"/>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427953201"/>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670567412"/>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976575723"/>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Header - Re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565183705"/>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 1ARROW">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57473790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142055473"/>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842801814"/>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611813416"/>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640823408"/>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406616933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663360665"/>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826628121"/>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841656244"/>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73576848"/>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002437542"/>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497833679"/>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9" name="Graphic 31">
            <a:extLst>
              <a:ext uri="{FF2B5EF4-FFF2-40B4-BE49-F238E27FC236}">
                <a16:creationId xmlns:a16="http://schemas.microsoft.com/office/drawing/2014/main" id="{D520D37C-3F09-4DD0-96FA-E675E5FDD515}"/>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12" name="Freeform 9">
            <a:extLst>
              <a:ext uri="{FF2B5EF4-FFF2-40B4-BE49-F238E27FC236}">
                <a16:creationId xmlns:a16="http://schemas.microsoft.com/office/drawing/2014/main" id="{9A4381DF-FA8B-4AE4-821A-4C498C0F4518}"/>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7036846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12" name="Graphic 31">
            <a:extLst>
              <a:ext uri="{FF2B5EF4-FFF2-40B4-BE49-F238E27FC236}">
                <a16:creationId xmlns:a16="http://schemas.microsoft.com/office/drawing/2014/main" id="{FF05B14E-65F9-466E-825F-919F4F622DE8}"/>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13" name="Freeform 9">
            <a:extLst>
              <a:ext uri="{FF2B5EF4-FFF2-40B4-BE49-F238E27FC236}">
                <a16:creationId xmlns:a16="http://schemas.microsoft.com/office/drawing/2014/main" id="{8954500A-F7F6-4926-986F-2618286E8D6B}"/>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4" name="Rectangle 13">
            <a:extLst>
              <a:ext uri="{FF2B5EF4-FFF2-40B4-BE49-F238E27FC236}">
                <a16:creationId xmlns:a16="http://schemas.microsoft.com/office/drawing/2014/main" id="{2DDD2513-EED3-4C9A-8450-A36623F97DD7}"/>
              </a:ext>
            </a:extLst>
          </p:cNvPr>
          <p:cNvSpPr/>
          <p:nvPr userDrawn="1"/>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986359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10" name="Graphic 31">
            <a:extLst>
              <a:ext uri="{FF2B5EF4-FFF2-40B4-BE49-F238E27FC236}">
                <a16:creationId xmlns:a16="http://schemas.microsoft.com/office/drawing/2014/main" id="{C8A23E84-D3BB-4B10-9E70-5ABD8B44E45F}"/>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12" name="Freeform 10">
            <a:extLst>
              <a:ext uri="{FF2B5EF4-FFF2-40B4-BE49-F238E27FC236}">
                <a16:creationId xmlns:a16="http://schemas.microsoft.com/office/drawing/2014/main" id="{96AC3F71-A8F9-419E-9466-E4C077BD070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38317124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8" name="Graphic 31">
            <a:extLst>
              <a:ext uri="{FF2B5EF4-FFF2-40B4-BE49-F238E27FC236}">
                <a16:creationId xmlns:a16="http://schemas.microsoft.com/office/drawing/2014/main" id="{157ABAF7-1FCA-4AE7-AC5A-7C74EC60FE72}"/>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9" name="Freeform 14">
            <a:extLst>
              <a:ext uri="{FF2B5EF4-FFF2-40B4-BE49-F238E27FC236}">
                <a16:creationId xmlns:a16="http://schemas.microsoft.com/office/drawing/2014/main" id="{95179A32-E83F-4880-8D7C-7DFB3C39E43D}"/>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7020368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10" name="Graphic 31">
            <a:extLst>
              <a:ext uri="{FF2B5EF4-FFF2-40B4-BE49-F238E27FC236}">
                <a16:creationId xmlns:a16="http://schemas.microsoft.com/office/drawing/2014/main" id="{3AABF994-3D89-4A20-A9E1-DAFFCA1A26B5}"/>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11" name="Freeform 11">
            <a:extLst>
              <a:ext uri="{FF2B5EF4-FFF2-40B4-BE49-F238E27FC236}">
                <a16:creationId xmlns:a16="http://schemas.microsoft.com/office/drawing/2014/main" id="{37868BB8-72CD-43EE-A8C6-C5B47F2F3B04}"/>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7658298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grpSp>
        <p:nvGrpSpPr>
          <p:cNvPr id="12" name="Group 11">
            <a:extLst>
              <a:ext uri="{FF2B5EF4-FFF2-40B4-BE49-F238E27FC236}">
                <a16:creationId xmlns:a16="http://schemas.microsoft.com/office/drawing/2014/main" id="{277FA863-A007-4332-B58B-A428E1161C94}"/>
              </a:ext>
            </a:extLst>
          </p:cNvPr>
          <p:cNvGrpSpPr/>
          <p:nvPr userDrawn="1"/>
        </p:nvGrpSpPr>
        <p:grpSpPr>
          <a:xfrm>
            <a:off x="-754639" y="4113557"/>
            <a:ext cx="5797612" cy="2365031"/>
            <a:chOff x="-2229" y="2361812"/>
            <a:chExt cx="11067619" cy="4514835"/>
          </a:xfrm>
          <a:solidFill>
            <a:srgbClr val="28CEF6"/>
          </a:solidFill>
        </p:grpSpPr>
        <p:sp>
          <p:nvSpPr>
            <p:cNvPr id="14" name="Freeform 19">
              <a:extLst>
                <a:ext uri="{FF2B5EF4-FFF2-40B4-BE49-F238E27FC236}">
                  <a16:creationId xmlns:a16="http://schemas.microsoft.com/office/drawing/2014/main" id="{F46CBFE2-23AE-42FF-AB2B-250751FBEE31}"/>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5" name="Freeform 20">
              <a:extLst>
                <a:ext uri="{FF2B5EF4-FFF2-40B4-BE49-F238E27FC236}">
                  <a16:creationId xmlns:a16="http://schemas.microsoft.com/office/drawing/2014/main" id="{7080CC5C-C537-4542-98A7-DC3CCC9F3C25}"/>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21">
              <a:extLst>
                <a:ext uri="{FF2B5EF4-FFF2-40B4-BE49-F238E27FC236}">
                  <a16:creationId xmlns:a16="http://schemas.microsoft.com/office/drawing/2014/main" id="{8DC14C6E-8652-44C9-881B-F2515D6C0CB3}"/>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7" name="Graphic 31">
            <a:extLst>
              <a:ext uri="{FF2B5EF4-FFF2-40B4-BE49-F238E27FC236}">
                <a16:creationId xmlns:a16="http://schemas.microsoft.com/office/drawing/2014/main" id="{71BE2FE8-660B-419E-AE59-075549F12694}"/>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06050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
        <p:nvSpPr>
          <p:cNvPr id="10" name="Freeform 12">
            <a:extLst>
              <a:ext uri="{FF2B5EF4-FFF2-40B4-BE49-F238E27FC236}">
                <a16:creationId xmlns:a16="http://schemas.microsoft.com/office/drawing/2014/main" id="{D90EE933-A4C5-49A3-B4DF-3550076C3BE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11" name="Graphic 31">
            <a:extLst>
              <a:ext uri="{FF2B5EF4-FFF2-40B4-BE49-F238E27FC236}">
                <a16:creationId xmlns:a16="http://schemas.microsoft.com/office/drawing/2014/main" id="{EFEF4492-D9CE-4E59-B51A-9F3A41BD1D71}"/>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450998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95192917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34080839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38223645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35276140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82460430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69185094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596836553"/>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42957638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38853422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544936749"/>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71100996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8655749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72109352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8532832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11282033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2_Arrow Left 06">
    <p:spTree>
      <p:nvGrpSpPr>
        <p:cNvPr id="1" name=""/>
        <p:cNvGrpSpPr/>
        <p:nvPr/>
      </p:nvGrpSpPr>
      <p:grpSpPr>
        <a:xfrm>
          <a:off x="0" y="0"/>
          <a:ext cx="0" cy="0"/>
          <a:chOff x="0" y="0"/>
          <a:chExt cx="0" cy="0"/>
        </a:xfrm>
      </p:grpSpPr>
      <p:grpSp>
        <p:nvGrpSpPr>
          <p:cNvPr id="19" name="Group 18"/>
          <p:cNvGrpSpPr/>
          <p:nvPr/>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60432225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59806372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1541907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52397329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23399943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7566736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21801113"/>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9011579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ext Slide A">
    <p:spTree>
      <p:nvGrpSpPr>
        <p:cNvPr id="1" name=""/>
        <p:cNvGrpSpPr/>
        <p:nvPr/>
      </p:nvGrpSpPr>
      <p:grpSpPr>
        <a:xfrm>
          <a:off x="0" y="0"/>
          <a:ext cx="0" cy="0"/>
          <a:chOff x="0" y="0"/>
          <a:chExt cx="0" cy="0"/>
        </a:xfrm>
      </p:grpSpPr>
      <p:pic>
        <p:nvPicPr>
          <p:cNvPr id="40" name="Picture 39"/>
          <p:cNvPicPr>
            <a:picLocks noChangeAspect="1"/>
          </p:cNvPicPr>
          <p:nvPr/>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76737903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74726661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84328585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46298664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771713623"/>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02587857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61954245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1_Arrow Left 06">
    <p:spTree>
      <p:nvGrpSpPr>
        <p:cNvPr id="1" name=""/>
        <p:cNvGrpSpPr/>
        <p:nvPr/>
      </p:nvGrpSpPr>
      <p:grpSpPr>
        <a:xfrm>
          <a:off x="0" y="0"/>
          <a:ext cx="0" cy="0"/>
          <a:chOff x="0" y="0"/>
          <a:chExt cx="0" cy="0"/>
        </a:xfrm>
      </p:grpSpPr>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62967687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05004740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5791948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11735069"/>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48464195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Contents or agenda">
    <p:spTree>
      <p:nvGrpSpPr>
        <p:cNvPr id="1" name=""/>
        <p:cNvGrpSpPr/>
        <p:nvPr/>
      </p:nvGrpSpPr>
      <p:grpSpPr>
        <a:xfrm>
          <a:off x="0" y="0"/>
          <a:ext cx="0" cy="0"/>
          <a:chOff x="0" y="0"/>
          <a:chExt cx="0" cy="0"/>
        </a:xfrm>
      </p:grpSpPr>
      <p:cxnSp>
        <p:nvCxnSpPr>
          <p:cNvPr id="13" name="Straight Connector 12"/>
          <p:cNvCxnSpPr/>
          <p:nvPr/>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30771437"/>
      </p:ext>
    </p:extLst>
  </p:cSld>
  <p:clrMapOvr>
    <a:masterClrMapping/>
  </p:clrMapOvr>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37827189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0063376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916142469"/>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1422911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45227738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3_Arrow Left 06">
    <p:spTree>
      <p:nvGrpSpPr>
        <p:cNvPr id="1" name=""/>
        <p:cNvGrpSpPr/>
        <p:nvPr/>
      </p:nvGrpSpPr>
      <p:grpSpPr>
        <a:xfrm>
          <a:off x="0" y="0"/>
          <a:ext cx="0" cy="0"/>
          <a:chOff x="0" y="0"/>
          <a:chExt cx="0" cy="0"/>
        </a:xfrm>
      </p:grpSpPr>
      <p:grpSp>
        <p:nvGrpSpPr>
          <p:cNvPr id="19" name="Group 18"/>
          <p:cNvGrpSpPr/>
          <p:nvPr/>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83008503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01972550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80359286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60204433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869961253"/>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86090009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57253329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14748809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2" name="Rectangle 11">
            <a:extLst>
              <a:ext uri="{FF2B5EF4-FFF2-40B4-BE49-F238E27FC236}">
                <a16:creationId xmlns:a16="http://schemas.microsoft.com/office/drawing/2014/main" id="{F67459AB-73C6-41CC-9A4B-44DF439AE777}"/>
              </a:ext>
            </a:extLst>
          </p:cNvPr>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8">
            <a:extLst>
              <a:ext uri="{FF2B5EF4-FFF2-40B4-BE49-F238E27FC236}">
                <a16:creationId xmlns:a16="http://schemas.microsoft.com/office/drawing/2014/main" id="{73178AA2-30EE-456C-B539-6CFC08EAC169}"/>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pic>
        <p:nvPicPr>
          <p:cNvPr id="14" name="Graphic 31">
            <a:extLst>
              <a:ext uri="{FF2B5EF4-FFF2-40B4-BE49-F238E27FC236}">
                <a16:creationId xmlns:a16="http://schemas.microsoft.com/office/drawing/2014/main" id="{E4B88958-8E23-4172-840C-6EEE23AA3F7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2438836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0" name="Rectangle 9">
            <a:extLst>
              <a:ext uri="{FF2B5EF4-FFF2-40B4-BE49-F238E27FC236}">
                <a16:creationId xmlns:a16="http://schemas.microsoft.com/office/drawing/2014/main" id="{658E5604-ABA0-4667-A029-EDFF1C140748}"/>
              </a:ext>
            </a:extLst>
          </p:cNvPr>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Freeform 12">
            <a:extLst>
              <a:ext uri="{FF2B5EF4-FFF2-40B4-BE49-F238E27FC236}">
                <a16:creationId xmlns:a16="http://schemas.microsoft.com/office/drawing/2014/main" id="{9FA5CF11-0086-42CA-BBB8-5DA9922C9409}"/>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pic>
        <p:nvPicPr>
          <p:cNvPr id="14" name="Graphic 31">
            <a:extLst>
              <a:ext uri="{FF2B5EF4-FFF2-40B4-BE49-F238E27FC236}">
                <a16:creationId xmlns:a16="http://schemas.microsoft.com/office/drawing/2014/main" id="{79932210-F304-4ADB-A8A5-32F08C75589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254220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3" name="Rectangle 12">
            <a:extLst>
              <a:ext uri="{FF2B5EF4-FFF2-40B4-BE49-F238E27FC236}">
                <a16:creationId xmlns:a16="http://schemas.microsoft.com/office/drawing/2014/main" id="{B5868C50-3DD7-465F-B80E-0898A0541BD7}"/>
              </a:ext>
            </a:extLst>
          </p:cNvPr>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139FE18B-1E1D-4084-90AE-FDBE2D9BB069}"/>
              </a:ext>
            </a:extLst>
          </p:cNvPr>
          <p:cNvGrpSpPr/>
          <p:nvPr userDrawn="1"/>
        </p:nvGrpSpPr>
        <p:grpSpPr>
          <a:xfrm>
            <a:off x="-562704" y="4391077"/>
            <a:ext cx="5338709" cy="2177830"/>
            <a:chOff x="-2229" y="2361812"/>
            <a:chExt cx="11067619" cy="4514835"/>
          </a:xfrm>
          <a:solidFill>
            <a:schemeClr val="tx1"/>
          </a:solidFill>
        </p:grpSpPr>
        <p:sp>
          <p:nvSpPr>
            <p:cNvPr id="15" name="Freeform 18">
              <a:extLst>
                <a:ext uri="{FF2B5EF4-FFF2-40B4-BE49-F238E27FC236}">
                  <a16:creationId xmlns:a16="http://schemas.microsoft.com/office/drawing/2014/main" id="{61501FDC-403A-439C-B0C7-152B42A0D237}"/>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6" name="Freeform 19">
              <a:extLst>
                <a:ext uri="{FF2B5EF4-FFF2-40B4-BE49-F238E27FC236}">
                  <a16:creationId xmlns:a16="http://schemas.microsoft.com/office/drawing/2014/main" id="{F62A5729-ADB7-4855-AE92-A035B412B765}"/>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0">
              <a:extLst>
                <a:ext uri="{FF2B5EF4-FFF2-40B4-BE49-F238E27FC236}">
                  <a16:creationId xmlns:a16="http://schemas.microsoft.com/office/drawing/2014/main" id="{F4595E64-3E5B-4101-8344-336A8E6DBEDE}"/>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23" name="Graphic 31">
            <a:extLst>
              <a:ext uri="{FF2B5EF4-FFF2-40B4-BE49-F238E27FC236}">
                <a16:creationId xmlns:a16="http://schemas.microsoft.com/office/drawing/2014/main" id="{B7FB220D-B917-4B27-A716-F021BEFAE4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6564290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0" name="Rectangle 9">
            <a:extLst>
              <a:ext uri="{FF2B5EF4-FFF2-40B4-BE49-F238E27FC236}">
                <a16:creationId xmlns:a16="http://schemas.microsoft.com/office/drawing/2014/main" id="{B9DD2DDE-F550-4BD8-893D-EFF6106AF4B0}"/>
              </a:ext>
            </a:extLst>
          </p:cNvPr>
          <p:cNvSpPr/>
          <p:nvPr userDrawn="1"/>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10">
            <a:extLst>
              <a:ext uri="{FF2B5EF4-FFF2-40B4-BE49-F238E27FC236}">
                <a16:creationId xmlns:a16="http://schemas.microsoft.com/office/drawing/2014/main" id="{6AE2AB4A-BEA0-4DB7-9EC6-1F6679AB269C}"/>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pic>
        <p:nvPicPr>
          <p:cNvPr id="14" name="Graphic 31">
            <a:extLst>
              <a:ext uri="{FF2B5EF4-FFF2-40B4-BE49-F238E27FC236}">
                <a16:creationId xmlns:a16="http://schemas.microsoft.com/office/drawing/2014/main" id="{3FFF8339-C198-4EC9-8C2F-AE226931CFA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480707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3" name="Rectangle 12">
            <a:extLst>
              <a:ext uri="{FF2B5EF4-FFF2-40B4-BE49-F238E27FC236}">
                <a16:creationId xmlns:a16="http://schemas.microsoft.com/office/drawing/2014/main" id="{53E82773-6B07-435C-8571-234A3E398BF7}"/>
              </a:ext>
            </a:extLst>
          </p:cNvPr>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14" name="Freeform 20">
            <a:extLst>
              <a:ext uri="{FF2B5EF4-FFF2-40B4-BE49-F238E27FC236}">
                <a16:creationId xmlns:a16="http://schemas.microsoft.com/office/drawing/2014/main" id="{64FDC573-5C46-4C4F-969B-0672C7D7881B}"/>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5" name="Graphic 31">
            <a:extLst>
              <a:ext uri="{FF2B5EF4-FFF2-40B4-BE49-F238E27FC236}">
                <a16:creationId xmlns:a16="http://schemas.microsoft.com/office/drawing/2014/main" id="{C1FA7D54-D298-43BD-BF89-E6F33C7434C3}"/>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797373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3" name="Rectangle 12">
            <a:extLst>
              <a:ext uri="{FF2B5EF4-FFF2-40B4-BE49-F238E27FC236}">
                <a16:creationId xmlns:a16="http://schemas.microsoft.com/office/drawing/2014/main" id="{B0053E42-EEFD-4339-8B3B-0FEF5DE9D7DF}"/>
              </a:ext>
            </a:extLst>
          </p:cNvPr>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CE4B3C5F-3AEC-4F91-8CB3-3D7A3EAC0F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
        <p:nvSpPr>
          <p:cNvPr id="16" name="Freeform 9">
            <a:extLst>
              <a:ext uri="{FF2B5EF4-FFF2-40B4-BE49-F238E27FC236}">
                <a16:creationId xmlns:a16="http://schemas.microsoft.com/office/drawing/2014/main" id="{F900F162-7E4C-4F80-9771-C7414F7398C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7" name="Rectangle 16">
            <a:extLst>
              <a:ext uri="{FF2B5EF4-FFF2-40B4-BE49-F238E27FC236}">
                <a16:creationId xmlns:a16="http://schemas.microsoft.com/office/drawing/2014/main" id="{7BAF74A1-6461-4D0D-9CD5-384290164E93}"/>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336797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0" name="Rectangle 9">
            <a:extLst>
              <a:ext uri="{FF2B5EF4-FFF2-40B4-BE49-F238E27FC236}">
                <a16:creationId xmlns:a16="http://schemas.microsoft.com/office/drawing/2014/main" id="{2567BBAD-58CB-4A70-9BA3-A02B824A0F8E}"/>
              </a:ext>
            </a:extLst>
          </p:cNvPr>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10">
            <a:extLst>
              <a:ext uri="{FF2B5EF4-FFF2-40B4-BE49-F238E27FC236}">
                <a16:creationId xmlns:a16="http://schemas.microsoft.com/office/drawing/2014/main" id="{0BD2B122-84DC-46FF-8CBC-E0441CDB5E24}"/>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pic>
        <p:nvPicPr>
          <p:cNvPr id="14" name="Graphic 31">
            <a:extLst>
              <a:ext uri="{FF2B5EF4-FFF2-40B4-BE49-F238E27FC236}">
                <a16:creationId xmlns:a16="http://schemas.microsoft.com/office/drawing/2014/main" id="{9A692C3E-A494-4C94-8776-09D9842F68A0}"/>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3614203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2_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649739558"/>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2_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638413039"/>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2_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313877125"/>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2_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906233262"/>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2_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277116988"/>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2_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424752069"/>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2_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308972646"/>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1090152981"/>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1_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197280766"/>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796374401"/>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1_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121738513"/>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1_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563334566"/>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_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066059449"/>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_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380880030"/>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Text Slide - With side bar B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459775265"/>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_Text Slide - With side bar B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259374536"/>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3_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790196402"/>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3_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511903403"/>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3_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109836222"/>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3_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352697832"/>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3_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93191252"/>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3_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947520806"/>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3_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129852099"/>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pic>
        <p:nvPicPr>
          <p:cNvPr id="3" name="Graphic 31">
            <a:extLst>
              <a:ext uri="{FF2B5EF4-FFF2-40B4-BE49-F238E27FC236}">
                <a16:creationId xmlns:a16="http://schemas.microsoft.com/office/drawing/2014/main" id="{BF07CB53-EE82-464E-99DB-433208E1C2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8851654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Title slide 2">
    <p:bg>
      <p:bgPr>
        <a:solidFill>
          <a:srgbClr val="00D2FE"/>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F1EF07-579B-8642-8596-9F426AD35B5F}"/>
              </a:ext>
            </a:extLst>
          </p:cNvPr>
          <p:cNvPicPr>
            <a:picLocks noChangeAspect="1"/>
          </p:cNvPicPr>
          <p:nvPr userDrawn="1"/>
        </p:nvPicPr>
        <p:blipFill rotWithShape="1">
          <a:blip r:embed="rId2"/>
          <a:srcRect r="20749" b="9692"/>
          <a:stretch/>
        </p:blipFill>
        <p:spPr>
          <a:xfrm>
            <a:off x="3335409" y="-1"/>
            <a:ext cx="9023859" cy="6858001"/>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2" y="302478"/>
            <a:ext cx="2643023" cy="1610367"/>
          </a:xfrm>
          <a:prstGeom prst="rect">
            <a:avLst/>
          </a:prstGeom>
        </p:spPr>
      </p:pic>
      <p:sp>
        <p:nvSpPr>
          <p:cNvPr id="14" name="Text Placeholder 6">
            <a:extLst>
              <a:ext uri="{FF2B5EF4-FFF2-40B4-BE49-F238E27FC236}">
                <a16:creationId xmlns:a16="http://schemas.microsoft.com/office/drawing/2014/main" id="{1A80707B-EF25-DA4C-9A4E-25ABE2DD6EB2}"/>
              </a:ext>
            </a:extLst>
          </p:cNvPr>
          <p:cNvSpPr>
            <a:spLocks noGrp="1"/>
          </p:cNvSpPr>
          <p:nvPr>
            <p:ph type="body" sz="quarter" idx="12" hasCustomPrompt="1"/>
          </p:nvPr>
        </p:nvSpPr>
        <p:spPr>
          <a:xfrm>
            <a:off x="385300" y="5306004"/>
            <a:ext cx="3919999"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
        <p:nvSpPr>
          <p:cNvPr id="15" name="Title 1">
            <a:extLst>
              <a:ext uri="{FF2B5EF4-FFF2-40B4-BE49-F238E27FC236}">
                <a16:creationId xmlns:a16="http://schemas.microsoft.com/office/drawing/2014/main" id="{D4974619-55D6-4B46-8058-443F48A5B9F3}"/>
              </a:ext>
            </a:extLst>
          </p:cNvPr>
          <p:cNvSpPr>
            <a:spLocks noGrp="1"/>
          </p:cNvSpPr>
          <p:nvPr>
            <p:ph type="ctrTitle" hasCustomPrompt="1"/>
          </p:nvPr>
        </p:nvSpPr>
        <p:spPr>
          <a:xfrm>
            <a:off x="385300" y="1914129"/>
            <a:ext cx="3919999" cy="2277604"/>
          </a:xfrm>
        </p:spPr>
        <p:txBody>
          <a:bodyPr anchor="b" anchorCtr="0">
            <a:noAutofit/>
          </a:bodyPr>
          <a:lstStyle>
            <a:lvl1pPr algn="l">
              <a:lnSpc>
                <a:spcPct val="100000"/>
              </a:lnSpc>
              <a:defRPr sz="3600" cap="all" baseline="0"/>
            </a:lvl1pPr>
          </a:lstStyle>
          <a:p>
            <a:r>
              <a:rPr lang="en-US" noProof="0"/>
              <a:t>CLICK TO EDIT TITLE</a:t>
            </a:r>
            <a:endParaRPr lang="en-GB" noProof="0"/>
          </a:p>
        </p:txBody>
      </p:sp>
      <p:grpSp>
        <p:nvGrpSpPr>
          <p:cNvPr id="16" name="Group 15">
            <a:extLst>
              <a:ext uri="{FF2B5EF4-FFF2-40B4-BE49-F238E27FC236}">
                <a16:creationId xmlns:a16="http://schemas.microsoft.com/office/drawing/2014/main" id="{E5EFA001-2A07-7243-BC28-927EDC012C51}"/>
              </a:ext>
            </a:extLst>
          </p:cNvPr>
          <p:cNvGrpSpPr/>
          <p:nvPr userDrawn="1"/>
        </p:nvGrpSpPr>
        <p:grpSpPr>
          <a:xfrm>
            <a:off x="509568"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B818F7F9-7D4A-584C-BCC2-5E46653308A1}"/>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1B2B72B1-925A-9D45-A7E3-A8D331C22D8F}"/>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728EA6FF-B806-9D4D-BC77-813904D1A18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
        <p:nvSpPr>
          <p:cNvPr id="20" name="Rectangle 19">
            <a:extLst>
              <a:ext uri="{FF2B5EF4-FFF2-40B4-BE49-F238E27FC236}">
                <a16:creationId xmlns:a16="http://schemas.microsoft.com/office/drawing/2014/main" id="{D98729A0-C6F5-EB4E-B84B-AFD37A77AB1A}"/>
              </a:ext>
            </a:extLst>
          </p:cNvPr>
          <p:cNvSpPr/>
          <p:nvPr userDrawn="1"/>
        </p:nvSpPr>
        <p:spPr>
          <a:xfrm>
            <a:off x="0" y="4310243"/>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Rectangle 20">
            <a:extLst>
              <a:ext uri="{FF2B5EF4-FFF2-40B4-BE49-F238E27FC236}">
                <a16:creationId xmlns:a16="http://schemas.microsoft.com/office/drawing/2014/main" id="{57FF9AFC-32F2-B044-A680-631056558128}"/>
              </a:ext>
            </a:extLst>
          </p:cNvPr>
          <p:cNvSpPr/>
          <p:nvPr userDrawn="1"/>
        </p:nvSpPr>
        <p:spPr>
          <a:xfrm>
            <a:off x="0" y="4903556"/>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Tree>
    <p:extLst>
      <p:ext uri="{BB962C8B-B14F-4D97-AF65-F5344CB8AC3E}">
        <p14:creationId xmlns:p14="http://schemas.microsoft.com/office/powerpoint/2010/main" val="2700806592"/>
      </p:ext>
    </p:extLst>
  </p:cSld>
  <p:clrMapOvr>
    <a:masterClrMapping/>
  </p:clrMapOvr>
  <p:extLst>
    <p:ext uri="{DCECCB84-F9BA-43D5-87BE-67443E8EF086}">
      <p15:sldGuideLst xmlns:p15="http://schemas.microsoft.com/office/powerpoint/2012/main">
        <p15:guide id="1" orient="horz" pos="363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5.xml"/><Relationship Id="rId21" Type="http://schemas.openxmlformats.org/officeDocument/2006/relationships/slideLayout" Target="../slideLayouts/slideLayout30.xml"/><Relationship Id="rId42" Type="http://schemas.openxmlformats.org/officeDocument/2006/relationships/slideLayout" Target="../slideLayouts/slideLayout51.xml"/><Relationship Id="rId47" Type="http://schemas.openxmlformats.org/officeDocument/2006/relationships/slideLayout" Target="../slideLayouts/slideLayout56.xml"/><Relationship Id="rId63" Type="http://schemas.openxmlformats.org/officeDocument/2006/relationships/slideLayout" Target="../slideLayouts/slideLayout72.xml"/><Relationship Id="rId68" Type="http://schemas.openxmlformats.org/officeDocument/2006/relationships/slideLayout" Target="../slideLayouts/slideLayout77.xml"/><Relationship Id="rId84" Type="http://schemas.openxmlformats.org/officeDocument/2006/relationships/slideLayout" Target="../slideLayouts/slideLayout93.xml"/><Relationship Id="rId89" Type="http://schemas.openxmlformats.org/officeDocument/2006/relationships/slideLayout" Target="../slideLayouts/slideLayout98.xml"/><Relationship Id="rId16" Type="http://schemas.openxmlformats.org/officeDocument/2006/relationships/slideLayout" Target="../slideLayouts/slideLayout25.xml"/><Relationship Id="rId107" Type="http://schemas.openxmlformats.org/officeDocument/2006/relationships/image" Target="../media/image1.png"/><Relationship Id="rId11" Type="http://schemas.openxmlformats.org/officeDocument/2006/relationships/slideLayout" Target="../slideLayouts/slideLayout20.xml"/><Relationship Id="rId32" Type="http://schemas.openxmlformats.org/officeDocument/2006/relationships/slideLayout" Target="../slideLayouts/slideLayout41.xml"/><Relationship Id="rId37" Type="http://schemas.openxmlformats.org/officeDocument/2006/relationships/slideLayout" Target="../slideLayouts/slideLayout46.xml"/><Relationship Id="rId53" Type="http://schemas.openxmlformats.org/officeDocument/2006/relationships/slideLayout" Target="../slideLayouts/slideLayout62.xml"/><Relationship Id="rId58" Type="http://schemas.openxmlformats.org/officeDocument/2006/relationships/slideLayout" Target="../slideLayouts/slideLayout67.xml"/><Relationship Id="rId74" Type="http://schemas.openxmlformats.org/officeDocument/2006/relationships/slideLayout" Target="../slideLayouts/slideLayout83.xml"/><Relationship Id="rId79" Type="http://schemas.openxmlformats.org/officeDocument/2006/relationships/slideLayout" Target="../slideLayouts/slideLayout88.xml"/><Relationship Id="rId102" Type="http://schemas.openxmlformats.org/officeDocument/2006/relationships/slideLayout" Target="../slideLayouts/slideLayout111.xml"/><Relationship Id="rId5" Type="http://schemas.openxmlformats.org/officeDocument/2006/relationships/slideLayout" Target="../slideLayouts/slideLayout14.xml"/><Relationship Id="rId90" Type="http://schemas.openxmlformats.org/officeDocument/2006/relationships/slideLayout" Target="../slideLayouts/slideLayout99.xml"/><Relationship Id="rId95" Type="http://schemas.openxmlformats.org/officeDocument/2006/relationships/slideLayout" Target="../slideLayouts/slideLayout104.xml"/><Relationship Id="rId22" Type="http://schemas.openxmlformats.org/officeDocument/2006/relationships/slideLayout" Target="../slideLayouts/slideLayout31.xml"/><Relationship Id="rId27" Type="http://schemas.openxmlformats.org/officeDocument/2006/relationships/slideLayout" Target="../slideLayouts/slideLayout36.xml"/><Relationship Id="rId43" Type="http://schemas.openxmlformats.org/officeDocument/2006/relationships/slideLayout" Target="../slideLayouts/slideLayout52.xml"/><Relationship Id="rId48" Type="http://schemas.openxmlformats.org/officeDocument/2006/relationships/slideLayout" Target="../slideLayouts/slideLayout57.xml"/><Relationship Id="rId64" Type="http://schemas.openxmlformats.org/officeDocument/2006/relationships/slideLayout" Target="../slideLayouts/slideLayout73.xml"/><Relationship Id="rId69" Type="http://schemas.openxmlformats.org/officeDocument/2006/relationships/slideLayout" Target="../slideLayouts/slideLayout78.xml"/><Relationship Id="rId80" Type="http://schemas.openxmlformats.org/officeDocument/2006/relationships/slideLayout" Target="../slideLayouts/slideLayout89.xml"/><Relationship Id="rId85" Type="http://schemas.openxmlformats.org/officeDocument/2006/relationships/slideLayout" Target="../slideLayouts/slideLayout94.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33" Type="http://schemas.openxmlformats.org/officeDocument/2006/relationships/slideLayout" Target="../slideLayouts/slideLayout42.xml"/><Relationship Id="rId38" Type="http://schemas.openxmlformats.org/officeDocument/2006/relationships/slideLayout" Target="../slideLayouts/slideLayout47.xml"/><Relationship Id="rId59" Type="http://schemas.openxmlformats.org/officeDocument/2006/relationships/slideLayout" Target="../slideLayouts/slideLayout68.xml"/><Relationship Id="rId103" Type="http://schemas.openxmlformats.org/officeDocument/2006/relationships/slideLayout" Target="../slideLayouts/slideLayout112.xml"/><Relationship Id="rId108" Type="http://schemas.openxmlformats.org/officeDocument/2006/relationships/image" Target="../media/image4.svg"/><Relationship Id="rId54" Type="http://schemas.openxmlformats.org/officeDocument/2006/relationships/slideLayout" Target="../slideLayouts/slideLayout63.xml"/><Relationship Id="rId70" Type="http://schemas.openxmlformats.org/officeDocument/2006/relationships/slideLayout" Target="../slideLayouts/slideLayout79.xml"/><Relationship Id="rId75" Type="http://schemas.openxmlformats.org/officeDocument/2006/relationships/slideLayout" Target="../slideLayouts/slideLayout84.xml"/><Relationship Id="rId91" Type="http://schemas.openxmlformats.org/officeDocument/2006/relationships/slideLayout" Target="../slideLayouts/slideLayout100.xml"/><Relationship Id="rId96" Type="http://schemas.openxmlformats.org/officeDocument/2006/relationships/slideLayout" Target="../slideLayouts/slideLayout10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slideLayout" Target="../slideLayouts/slideLayout37.xml"/><Relationship Id="rId36" Type="http://schemas.openxmlformats.org/officeDocument/2006/relationships/slideLayout" Target="../slideLayouts/slideLayout45.xml"/><Relationship Id="rId49" Type="http://schemas.openxmlformats.org/officeDocument/2006/relationships/slideLayout" Target="../slideLayouts/slideLayout58.xml"/><Relationship Id="rId57" Type="http://schemas.openxmlformats.org/officeDocument/2006/relationships/slideLayout" Target="../slideLayouts/slideLayout66.xml"/><Relationship Id="rId106" Type="http://schemas.openxmlformats.org/officeDocument/2006/relationships/theme" Target="../theme/theme2.xml"/><Relationship Id="rId10" Type="http://schemas.openxmlformats.org/officeDocument/2006/relationships/slideLayout" Target="../slideLayouts/slideLayout19.xml"/><Relationship Id="rId31" Type="http://schemas.openxmlformats.org/officeDocument/2006/relationships/slideLayout" Target="../slideLayouts/slideLayout40.xml"/><Relationship Id="rId44" Type="http://schemas.openxmlformats.org/officeDocument/2006/relationships/slideLayout" Target="../slideLayouts/slideLayout53.xml"/><Relationship Id="rId52" Type="http://schemas.openxmlformats.org/officeDocument/2006/relationships/slideLayout" Target="../slideLayouts/slideLayout61.xml"/><Relationship Id="rId60" Type="http://schemas.openxmlformats.org/officeDocument/2006/relationships/slideLayout" Target="../slideLayouts/slideLayout69.xml"/><Relationship Id="rId65" Type="http://schemas.openxmlformats.org/officeDocument/2006/relationships/slideLayout" Target="../slideLayouts/slideLayout74.xml"/><Relationship Id="rId73" Type="http://schemas.openxmlformats.org/officeDocument/2006/relationships/slideLayout" Target="../slideLayouts/slideLayout82.xml"/><Relationship Id="rId78" Type="http://schemas.openxmlformats.org/officeDocument/2006/relationships/slideLayout" Target="../slideLayouts/slideLayout87.xml"/><Relationship Id="rId81" Type="http://schemas.openxmlformats.org/officeDocument/2006/relationships/slideLayout" Target="../slideLayouts/slideLayout90.xml"/><Relationship Id="rId86" Type="http://schemas.openxmlformats.org/officeDocument/2006/relationships/slideLayout" Target="../slideLayouts/slideLayout95.xml"/><Relationship Id="rId94" Type="http://schemas.openxmlformats.org/officeDocument/2006/relationships/slideLayout" Target="../slideLayouts/slideLayout103.xml"/><Relationship Id="rId99" Type="http://schemas.openxmlformats.org/officeDocument/2006/relationships/slideLayout" Target="../slideLayouts/slideLayout108.xml"/><Relationship Id="rId101" Type="http://schemas.openxmlformats.org/officeDocument/2006/relationships/slideLayout" Target="../slideLayouts/slideLayout110.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9" Type="http://schemas.openxmlformats.org/officeDocument/2006/relationships/slideLayout" Target="../slideLayouts/slideLayout48.xml"/><Relationship Id="rId109" Type="http://schemas.openxmlformats.org/officeDocument/2006/relationships/image" Target="../media/image3.png"/><Relationship Id="rId34" Type="http://schemas.openxmlformats.org/officeDocument/2006/relationships/slideLayout" Target="../slideLayouts/slideLayout43.xml"/><Relationship Id="rId50" Type="http://schemas.openxmlformats.org/officeDocument/2006/relationships/slideLayout" Target="../slideLayouts/slideLayout59.xml"/><Relationship Id="rId55" Type="http://schemas.openxmlformats.org/officeDocument/2006/relationships/slideLayout" Target="../slideLayouts/slideLayout64.xml"/><Relationship Id="rId76" Type="http://schemas.openxmlformats.org/officeDocument/2006/relationships/slideLayout" Target="../slideLayouts/slideLayout85.xml"/><Relationship Id="rId97" Type="http://schemas.openxmlformats.org/officeDocument/2006/relationships/slideLayout" Target="../slideLayouts/slideLayout106.xml"/><Relationship Id="rId104" Type="http://schemas.openxmlformats.org/officeDocument/2006/relationships/slideLayout" Target="../slideLayouts/slideLayout113.xml"/><Relationship Id="rId7" Type="http://schemas.openxmlformats.org/officeDocument/2006/relationships/slideLayout" Target="../slideLayouts/slideLayout16.xml"/><Relationship Id="rId71" Type="http://schemas.openxmlformats.org/officeDocument/2006/relationships/slideLayout" Target="../slideLayouts/slideLayout80.xml"/><Relationship Id="rId92" Type="http://schemas.openxmlformats.org/officeDocument/2006/relationships/slideLayout" Target="../slideLayouts/slideLayout101.xml"/><Relationship Id="rId2" Type="http://schemas.openxmlformats.org/officeDocument/2006/relationships/slideLayout" Target="../slideLayouts/slideLayout11.xml"/><Relationship Id="rId29" Type="http://schemas.openxmlformats.org/officeDocument/2006/relationships/slideLayout" Target="../slideLayouts/slideLayout38.xml"/><Relationship Id="rId24" Type="http://schemas.openxmlformats.org/officeDocument/2006/relationships/slideLayout" Target="../slideLayouts/slideLayout33.xml"/><Relationship Id="rId40" Type="http://schemas.openxmlformats.org/officeDocument/2006/relationships/slideLayout" Target="../slideLayouts/slideLayout49.xml"/><Relationship Id="rId45" Type="http://schemas.openxmlformats.org/officeDocument/2006/relationships/slideLayout" Target="../slideLayouts/slideLayout54.xml"/><Relationship Id="rId66" Type="http://schemas.openxmlformats.org/officeDocument/2006/relationships/slideLayout" Target="../slideLayouts/slideLayout75.xml"/><Relationship Id="rId87" Type="http://schemas.openxmlformats.org/officeDocument/2006/relationships/slideLayout" Target="../slideLayouts/slideLayout96.xml"/><Relationship Id="rId61" Type="http://schemas.openxmlformats.org/officeDocument/2006/relationships/slideLayout" Target="../slideLayouts/slideLayout70.xml"/><Relationship Id="rId82" Type="http://schemas.openxmlformats.org/officeDocument/2006/relationships/slideLayout" Target="../slideLayouts/slideLayout91.xml"/><Relationship Id="rId19" Type="http://schemas.openxmlformats.org/officeDocument/2006/relationships/slideLayout" Target="../slideLayouts/slideLayout28.xml"/><Relationship Id="rId14" Type="http://schemas.openxmlformats.org/officeDocument/2006/relationships/slideLayout" Target="../slideLayouts/slideLayout23.xml"/><Relationship Id="rId30" Type="http://schemas.openxmlformats.org/officeDocument/2006/relationships/slideLayout" Target="../slideLayouts/slideLayout39.xml"/><Relationship Id="rId35" Type="http://schemas.openxmlformats.org/officeDocument/2006/relationships/slideLayout" Target="../slideLayouts/slideLayout44.xml"/><Relationship Id="rId56" Type="http://schemas.openxmlformats.org/officeDocument/2006/relationships/slideLayout" Target="../slideLayouts/slideLayout65.xml"/><Relationship Id="rId77" Type="http://schemas.openxmlformats.org/officeDocument/2006/relationships/slideLayout" Target="../slideLayouts/slideLayout86.xml"/><Relationship Id="rId100" Type="http://schemas.openxmlformats.org/officeDocument/2006/relationships/slideLayout" Target="../slideLayouts/slideLayout109.xml"/><Relationship Id="rId105" Type="http://schemas.openxmlformats.org/officeDocument/2006/relationships/slideLayout" Target="../slideLayouts/slideLayout114.xml"/><Relationship Id="rId8" Type="http://schemas.openxmlformats.org/officeDocument/2006/relationships/slideLayout" Target="../slideLayouts/slideLayout17.xml"/><Relationship Id="rId51" Type="http://schemas.openxmlformats.org/officeDocument/2006/relationships/slideLayout" Target="../slideLayouts/slideLayout60.xml"/><Relationship Id="rId72" Type="http://schemas.openxmlformats.org/officeDocument/2006/relationships/slideLayout" Target="../slideLayouts/slideLayout81.xml"/><Relationship Id="rId93" Type="http://schemas.openxmlformats.org/officeDocument/2006/relationships/slideLayout" Target="../slideLayouts/slideLayout102.xml"/><Relationship Id="rId98" Type="http://schemas.openxmlformats.org/officeDocument/2006/relationships/slideLayout" Target="../slideLayouts/slideLayout107.xml"/><Relationship Id="rId3" Type="http://schemas.openxmlformats.org/officeDocument/2006/relationships/slideLayout" Target="../slideLayouts/slideLayout12.xml"/><Relationship Id="rId25" Type="http://schemas.openxmlformats.org/officeDocument/2006/relationships/slideLayout" Target="../slideLayouts/slideLayout34.xml"/><Relationship Id="rId46" Type="http://schemas.openxmlformats.org/officeDocument/2006/relationships/slideLayout" Target="../slideLayouts/slideLayout55.xml"/><Relationship Id="rId67" Type="http://schemas.openxmlformats.org/officeDocument/2006/relationships/slideLayout" Target="../slideLayouts/slideLayout76.xml"/><Relationship Id="rId20" Type="http://schemas.openxmlformats.org/officeDocument/2006/relationships/slideLayout" Target="../slideLayouts/slideLayout29.xml"/><Relationship Id="rId41" Type="http://schemas.openxmlformats.org/officeDocument/2006/relationships/slideLayout" Target="../slideLayouts/slideLayout50.xml"/><Relationship Id="rId62" Type="http://schemas.openxmlformats.org/officeDocument/2006/relationships/slideLayout" Target="../slideLayouts/slideLayout71.xml"/><Relationship Id="rId83" Type="http://schemas.openxmlformats.org/officeDocument/2006/relationships/slideLayout" Target="../slideLayouts/slideLayout92.xml"/><Relationship Id="rId88"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60071282"/>
      </p:ext>
    </p:extLst>
  </p:cSld>
  <p:clrMap bg1="lt1" tx1="dk1" bg2="lt2" tx2="dk2" accent1="accent1" accent2="accent2" accent3="accent3" accent4="accent4" accent5="accent5" accent6="accent6" hlink="hlink" folHlink="folHlink"/>
  <p:sldLayoutIdLst>
    <p:sldLayoutId id="2147484551" r:id="rId1"/>
    <p:sldLayoutId id="2147484552" r:id="rId2"/>
    <p:sldLayoutId id="2147484553" r:id="rId3"/>
    <p:sldLayoutId id="2147484554" r:id="rId4"/>
    <p:sldLayoutId id="2147484555" r:id="rId5"/>
    <p:sldLayoutId id="2147484556" r:id="rId6"/>
    <p:sldLayoutId id="2147484557" r:id="rId7"/>
    <p:sldLayoutId id="2147484558" r:id="rId8"/>
    <p:sldLayoutId id="2147484559"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672737663"/>
      </p:ext>
    </p:extLst>
  </p:cSld>
  <p:clrMap bg1="lt1" tx1="dk1" bg2="lt2" tx2="dk2" accent1="accent1" accent2="accent2" accent3="accent3" accent4="accent4" accent5="accent5" accent6="accent6" hlink="hlink" folHlink="folHlink"/>
  <p:sldLayoutIdLst>
    <p:sldLayoutId id="2147484443" r:id="rId1"/>
    <p:sldLayoutId id="2147484444" r:id="rId2"/>
    <p:sldLayoutId id="2147484445" r:id="rId3"/>
    <p:sldLayoutId id="2147484446" r:id="rId4"/>
    <p:sldLayoutId id="2147484447" r:id="rId5"/>
    <p:sldLayoutId id="2147484448" r:id="rId6"/>
    <p:sldLayoutId id="2147484449" r:id="rId7"/>
    <p:sldLayoutId id="2147484450" r:id="rId8"/>
    <p:sldLayoutId id="2147484451" r:id="rId9"/>
    <p:sldLayoutId id="2147484452" r:id="rId10"/>
    <p:sldLayoutId id="2147484453" r:id="rId11"/>
    <p:sldLayoutId id="2147484454" r:id="rId12"/>
    <p:sldLayoutId id="2147484455" r:id="rId13"/>
    <p:sldLayoutId id="2147484456" r:id="rId14"/>
    <p:sldLayoutId id="2147484457" r:id="rId15"/>
    <p:sldLayoutId id="2147484458" r:id="rId16"/>
    <p:sldLayoutId id="2147484459" r:id="rId17"/>
    <p:sldLayoutId id="2147484460" r:id="rId18"/>
    <p:sldLayoutId id="2147484461" r:id="rId19"/>
    <p:sldLayoutId id="2147484462" r:id="rId20"/>
    <p:sldLayoutId id="2147484463" r:id="rId21"/>
    <p:sldLayoutId id="2147484464" r:id="rId22"/>
    <p:sldLayoutId id="2147484465" r:id="rId23"/>
    <p:sldLayoutId id="2147484466" r:id="rId24"/>
    <p:sldLayoutId id="2147484467" r:id="rId25"/>
    <p:sldLayoutId id="2147484468" r:id="rId26"/>
    <p:sldLayoutId id="2147484469" r:id="rId27"/>
    <p:sldLayoutId id="2147484470" r:id="rId28"/>
    <p:sldLayoutId id="2147484471" r:id="rId29"/>
    <p:sldLayoutId id="2147484472" r:id="rId30"/>
    <p:sldLayoutId id="2147484473" r:id="rId31"/>
    <p:sldLayoutId id="2147484474" r:id="rId32"/>
    <p:sldLayoutId id="2147484475" r:id="rId33"/>
    <p:sldLayoutId id="2147484476" r:id="rId34"/>
    <p:sldLayoutId id="2147484477" r:id="rId35"/>
    <p:sldLayoutId id="2147484478" r:id="rId36"/>
    <p:sldLayoutId id="2147484479" r:id="rId37"/>
    <p:sldLayoutId id="2147484480" r:id="rId38"/>
    <p:sldLayoutId id="2147484481" r:id="rId39"/>
    <p:sldLayoutId id="2147484482" r:id="rId40"/>
    <p:sldLayoutId id="2147484483" r:id="rId41"/>
    <p:sldLayoutId id="2147484484" r:id="rId42"/>
    <p:sldLayoutId id="2147484485" r:id="rId43"/>
    <p:sldLayoutId id="2147484486" r:id="rId44"/>
    <p:sldLayoutId id="2147484487" r:id="rId45"/>
    <p:sldLayoutId id="2147484488" r:id="rId46"/>
    <p:sldLayoutId id="2147484489" r:id="rId47"/>
    <p:sldLayoutId id="2147484490" r:id="rId48"/>
    <p:sldLayoutId id="2147484491" r:id="rId49"/>
    <p:sldLayoutId id="2147484492" r:id="rId50"/>
    <p:sldLayoutId id="2147484493" r:id="rId51"/>
    <p:sldLayoutId id="2147484494" r:id="rId52"/>
    <p:sldLayoutId id="2147484495" r:id="rId53"/>
    <p:sldLayoutId id="2147484496" r:id="rId54"/>
    <p:sldLayoutId id="2147484497" r:id="rId55"/>
    <p:sldLayoutId id="2147484498" r:id="rId56"/>
    <p:sldLayoutId id="2147484499" r:id="rId57"/>
    <p:sldLayoutId id="2147484500" r:id="rId58"/>
    <p:sldLayoutId id="2147484501" r:id="rId59"/>
    <p:sldLayoutId id="2147484502" r:id="rId60"/>
    <p:sldLayoutId id="2147484503" r:id="rId61"/>
    <p:sldLayoutId id="2147484504" r:id="rId62"/>
    <p:sldLayoutId id="2147484505" r:id="rId63"/>
    <p:sldLayoutId id="2147484506" r:id="rId64"/>
    <p:sldLayoutId id="2147484507" r:id="rId65"/>
    <p:sldLayoutId id="2147484508" r:id="rId66"/>
    <p:sldLayoutId id="2147484509" r:id="rId67"/>
    <p:sldLayoutId id="2147484510" r:id="rId68"/>
    <p:sldLayoutId id="2147484511" r:id="rId69"/>
    <p:sldLayoutId id="2147484512" r:id="rId70"/>
    <p:sldLayoutId id="2147484513" r:id="rId71"/>
    <p:sldLayoutId id="2147484514" r:id="rId72"/>
    <p:sldLayoutId id="2147484515" r:id="rId73"/>
    <p:sldLayoutId id="2147484516" r:id="rId74"/>
    <p:sldLayoutId id="2147484517" r:id="rId75"/>
    <p:sldLayoutId id="2147484518" r:id="rId76"/>
    <p:sldLayoutId id="2147484519" r:id="rId77"/>
    <p:sldLayoutId id="2147484520" r:id="rId78"/>
    <p:sldLayoutId id="2147484521" r:id="rId79"/>
    <p:sldLayoutId id="2147484522" r:id="rId80"/>
    <p:sldLayoutId id="2147484523" r:id="rId81"/>
    <p:sldLayoutId id="2147484524" r:id="rId82"/>
    <p:sldLayoutId id="2147484525" r:id="rId83"/>
    <p:sldLayoutId id="2147484526" r:id="rId84"/>
    <p:sldLayoutId id="2147484527" r:id="rId85"/>
    <p:sldLayoutId id="2147484528" r:id="rId86"/>
    <p:sldLayoutId id="2147484529" r:id="rId87"/>
    <p:sldLayoutId id="2147484530" r:id="rId88"/>
    <p:sldLayoutId id="2147484531" r:id="rId89"/>
    <p:sldLayoutId id="2147484532" r:id="rId90"/>
    <p:sldLayoutId id="2147484533" r:id="rId91"/>
    <p:sldLayoutId id="2147484534" r:id="rId92"/>
    <p:sldLayoutId id="2147484535" r:id="rId93"/>
    <p:sldLayoutId id="2147484536" r:id="rId94"/>
    <p:sldLayoutId id="2147484537" r:id="rId95"/>
    <p:sldLayoutId id="2147484538" r:id="rId96"/>
    <p:sldLayoutId id="2147484539" r:id="rId97"/>
    <p:sldLayoutId id="2147484540" r:id="rId98"/>
    <p:sldLayoutId id="2147484541" r:id="rId99"/>
    <p:sldLayoutId id="2147484542" r:id="rId100"/>
    <p:sldLayoutId id="2147484543" r:id="rId101"/>
    <p:sldLayoutId id="2147484544" r:id="rId102"/>
    <p:sldLayoutId id="2147484545" r:id="rId103"/>
    <p:sldLayoutId id="2147484546" r:id="rId104"/>
    <p:sldLayoutId id="2147484547" r:id="rId105"/>
  </p:sldLayoutIdLst>
  <p:hf hd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109"/>
        </a:buBlip>
        <a:defRPr sz="1800" b="1" i="0" kern="1200">
          <a:solidFill>
            <a:schemeClr val="tx1"/>
          </a:solidFill>
          <a:latin typeface="Montserrat" pitchFamily="2" charset="77"/>
          <a:ea typeface="+mn-ea"/>
          <a:cs typeface="+mn-cs"/>
        </a:defRPr>
      </a:lvl1pPr>
      <a:lvl2pPr marL="360000" indent="-180000" algn="l" defTabSz="914400" rtl="0" eaLnBrk="1" latinLnBrk="0" hangingPunct="1">
        <a:lnSpc>
          <a:spcPts val="1400"/>
        </a:lnSpc>
        <a:spcBef>
          <a:spcPts val="0"/>
        </a:spcBef>
        <a:spcAft>
          <a:spcPts val="650"/>
        </a:spcAft>
        <a:buSzPct val="125000"/>
        <a:buFontTx/>
        <a:buBlip>
          <a:blip r:embed="rId109"/>
        </a:buBlip>
        <a:tabLst/>
        <a:defRPr sz="1200" kern="1200">
          <a:solidFill>
            <a:schemeClr val="tx1"/>
          </a:solidFill>
          <a:latin typeface="Montserrat" pitchFamily="2" charset="77"/>
          <a:ea typeface="+mn-ea"/>
          <a:cs typeface="+mn-cs"/>
        </a:defRPr>
      </a:lvl2pPr>
      <a:lvl3pPr marL="540000" indent="-180000" algn="l" defTabSz="914400" rtl="0" eaLnBrk="1" latinLnBrk="0" hangingPunct="1">
        <a:lnSpc>
          <a:spcPts val="1400"/>
        </a:lnSpc>
        <a:spcBef>
          <a:spcPts val="0"/>
        </a:spcBef>
        <a:spcAft>
          <a:spcPts val="650"/>
        </a:spcAft>
        <a:buSzPct val="120000"/>
        <a:buFontTx/>
        <a:buBlip>
          <a:blip r:embed="rId109"/>
        </a:buBlip>
        <a:tabLst/>
        <a:defRPr sz="1000" b="1" i="0" kern="1200">
          <a:solidFill>
            <a:schemeClr val="tx1"/>
          </a:solidFill>
          <a:latin typeface="Montserrat" pitchFamily="2" charset="77"/>
          <a:ea typeface="+mn-ea"/>
          <a:cs typeface="+mn-cs"/>
        </a:defRPr>
      </a:lvl3pPr>
      <a:lvl4pPr marL="720000" indent="-180000" algn="l" defTabSz="914400" rtl="0" eaLnBrk="1" latinLnBrk="0" hangingPunct="1">
        <a:lnSpc>
          <a:spcPts val="1200"/>
        </a:lnSpc>
        <a:spcBef>
          <a:spcPts val="0"/>
        </a:spcBef>
        <a:spcAft>
          <a:spcPts val="650"/>
        </a:spcAft>
        <a:buSzPct val="120000"/>
        <a:buFontTx/>
        <a:buBlip>
          <a:blip r:embed="rId109"/>
        </a:buBlip>
        <a:tabLst/>
        <a:defRPr sz="1000" kern="1200">
          <a:solidFill>
            <a:schemeClr val="tx1"/>
          </a:solidFill>
          <a:latin typeface="Montserrat" pitchFamily="2" charset="77"/>
          <a:ea typeface="+mn-ea"/>
          <a:cs typeface="+mn-cs"/>
        </a:defRPr>
      </a:lvl4pPr>
      <a:lvl5pPr marL="900000" indent="-180000" algn="l" defTabSz="914400" rtl="0" eaLnBrk="1" latinLnBrk="0" hangingPunct="1">
        <a:lnSpc>
          <a:spcPts val="1000"/>
        </a:lnSpc>
        <a:spcBef>
          <a:spcPts val="0"/>
        </a:spcBef>
        <a:spcAft>
          <a:spcPts val="650"/>
        </a:spcAft>
        <a:buSzPct val="125000"/>
        <a:buFontTx/>
        <a:buBlip>
          <a:blip r:embed="rId109"/>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a:xfrm>
            <a:off x="384785" y="2693428"/>
            <a:ext cx="6596062" cy="2431485"/>
          </a:xfrm>
        </p:spPr>
        <p:txBody>
          <a:bodyPr/>
          <a:lstStyle/>
          <a:p>
            <a:r>
              <a:rPr lang="en-GB" dirty="0"/>
              <a:t>Module 7:</a:t>
            </a:r>
            <a:br>
              <a:rPr lang="en-GB" dirty="0"/>
            </a:br>
            <a:r>
              <a:rPr lang="en-GB" dirty="0"/>
              <a:t>Transactions</a:t>
            </a:r>
            <a:endParaRPr lang="en-US"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720316" y="6315640"/>
            <a:ext cx="1471684" cy="330958"/>
          </a:xfrm>
          <a:prstGeom prst="rect">
            <a:avLst/>
          </a:prstGeom>
        </p:spPr>
        <p:txBody>
          <a:bodyPr vert="horz" wrap="none" lIns="0" tIns="0" rIns="0" bIns="0" rtlCol="0" anchor="t" anchorCtr="0">
            <a:norm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l"/>
            <a:r>
              <a:rPr lang="en-GB" dirty="0"/>
              <a:t>Version 1.6</a:t>
            </a:r>
          </a:p>
        </p:txBody>
      </p:sp>
    </p:spTree>
    <p:extLst>
      <p:ext uri="{BB962C8B-B14F-4D97-AF65-F5344CB8AC3E}">
        <p14:creationId xmlns:p14="http://schemas.microsoft.com/office/powerpoint/2010/main" val="3128033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0"/>
          </p:nvPr>
        </p:nvSpPr>
        <p:spPr/>
        <p:txBody>
          <a:bodyPr/>
          <a:lstStyle/>
          <a:p>
            <a:r>
              <a:rPr lang="en-GB" sz="3200" dirty="0">
                <a:solidFill>
                  <a:schemeClr val="tx1"/>
                </a:solidFill>
              </a:rPr>
              <a:t>Transaction and isolation levels </a:t>
            </a:r>
            <a:endParaRPr lang="en-US" sz="3200" dirty="0">
              <a:solidFill>
                <a:schemeClr val="tx1"/>
              </a:solidFill>
            </a:endParaRPr>
          </a:p>
        </p:txBody>
      </p:sp>
      <p:sp>
        <p:nvSpPr>
          <p:cNvPr id="3" name="Text Placeholder 2">
            <a:extLst>
              <a:ext uri="{FF2B5EF4-FFF2-40B4-BE49-F238E27FC236}">
                <a16:creationId xmlns:a16="http://schemas.microsoft.com/office/drawing/2014/main" id="{91DC433E-5CC1-6A41-96BE-6228EC3DB5B3}"/>
              </a:ext>
            </a:extLst>
          </p:cNvPr>
          <p:cNvSpPr>
            <a:spLocks noGrp="1"/>
          </p:cNvSpPr>
          <p:nvPr>
            <p:ph type="body" sz="quarter" idx="11"/>
          </p:nvPr>
        </p:nvSpPr>
        <p:spPr/>
        <p:txBody>
          <a:bodyPr/>
          <a:lstStyle/>
          <a:p>
            <a:pPr marL="285750" indent="-285750">
              <a:lnSpc>
                <a:spcPct val="150000"/>
              </a:lnSpc>
              <a:buFont typeface="Arial" panose="020B0604020202020204" pitchFamily="34" charset="0"/>
              <a:buChar char="•"/>
            </a:pPr>
            <a:r>
              <a:rPr lang="en-GB" b="1" dirty="0"/>
              <a:t>Transactions</a:t>
            </a:r>
          </a:p>
          <a:p>
            <a:pPr marL="465746" lvl="1" indent="-285750">
              <a:lnSpc>
                <a:spcPct val="150000"/>
              </a:lnSpc>
              <a:buFont typeface="Arial" panose="020B0604020202020204" pitchFamily="34" charset="0"/>
              <a:buChar char="•"/>
            </a:pPr>
            <a:r>
              <a:rPr lang="en-GB" sz="1800" dirty="0"/>
              <a:t>Overview</a:t>
            </a:r>
          </a:p>
          <a:p>
            <a:pPr marL="465746" lvl="1" indent="-285750">
              <a:lnSpc>
                <a:spcPct val="150000"/>
              </a:lnSpc>
              <a:buFont typeface="Arial" panose="020B0604020202020204" pitchFamily="34" charset="0"/>
              <a:buChar char="•"/>
            </a:pPr>
            <a:r>
              <a:rPr lang="en-GB" sz="1800" dirty="0"/>
              <a:t>Implementing transactions</a:t>
            </a:r>
          </a:p>
          <a:p>
            <a:pPr marL="285750" indent="-285750">
              <a:lnSpc>
                <a:spcPct val="150000"/>
              </a:lnSpc>
              <a:buFont typeface="Arial" panose="020B0604020202020204" pitchFamily="34" charset="0"/>
              <a:buChar char="•"/>
            </a:pPr>
            <a:endParaRPr lang="en-GB" dirty="0"/>
          </a:p>
          <a:p>
            <a:pPr>
              <a:lnSpc>
                <a:spcPct val="150000"/>
              </a:lnSpc>
            </a:pPr>
            <a:endParaRPr lang="en-GB" dirty="0"/>
          </a:p>
          <a:p>
            <a:pPr marL="285750" indent="-285750">
              <a:lnSpc>
                <a:spcPct val="150000"/>
              </a:lnSpc>
              <a:buFont typeface="Arial" panose="020B0604020202020204" pitchFamily="34" charset="0"/>
              <a:buChar char="•"/>
            </a:pPr>
            <a:endParaRPr lang="en-GB" dirty="0"/>
          </a:p>
          <a:p>
            <a:endParaRPr lang="en-US"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p:spPr>
        <p:txBody>
          <a:bodyPr/>
          <a:lstStyle/>
          <a:p>
            <a:fld id="{EF892D59-8F09-EF4B-AD6D-DA609442F868}" type="slidenum">
              <a:rPr lang="en-GB" smtClean="0"/>
              <a:pPr/>
              <a:t>2</a:t>
            </a:fld>
            <a:endParaRPr lang="en-GB"/>
          </a:p>
        </p:txBody>
      </p:sp>
      <p:sp>
        <p:nvSpPr>
          <p:cNvPr id="5" name="TextBox 4">
            <a:extLst>
              <a:ext uri="{FF2B5EF4-FFF2-40B4-BE49-F238E27FC236}">
                <a16:creationId xmlns:a16="http://schemas.microsoft.com/office/drawing/2014/main" id="{F8F5DECA-B461-884B-A746-4E7F8D952F5A}"/>
              </a:ext>
            </a:extLst>
          </p:cNvPr>
          <p:cNvSpPr txBox="1"/>
          <p:nvPr/>
        </p:nvSpPr>
        <p:spPr>
          <a:xfrm>
            <a:off x="2908300" y="5245100"/>
            <a:ext cx="0" cy="0"/>
          </a:xfrm>
          <a:prstGeom prst="rect">
            <a:avLst/>
          </a:prstGeom>
        </p:spPr>
        <p:txBody>
          <a:bodyPr vert="horz" wrap="none" lIns="0" tIns="0" rIns="0" bIns="0" rtlCol="0" anchor="t" anchorCtr="0">
            <a:normAutofit fontScale="25000" lnSpcReduction="20000"/>
          </a:bodyPr>
          <a:lstStyle/>
          <a:p>
            <a:pPr algn="l"/>
            <a:endParaRPr lang="en-US" dirty="0"/>
          </a:p>
        </p:txBody>
      </p:sp>
    </p:spTree>
    <p:extLst>
      <p:ext uri="{BB962C8B-B14F-4D97-AF65-F5344CB8AC3E}">
        <p14:creationId xmlns:p14="http://schemas.microsoft.com/office/powerpoint/2010/main" val="2538988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CAED284-ADB6-1748-B833-A8C1E582C32E}"/>
              </a:ext>
            </a:extLst>
          </p:cNvPr>
          <p:cNvSpPr>
            <a:spLocks noGrp="1"/>
          </p:cNvSpPr>
          <p:nvPr>
            <p:ph type="body" sz="quarter" idx="10"/>
          </p:nvPr>
        </p:nvSpPr>
        <p:spPr/>
        <p:txBody>
          <a:bodyPr/>
          <a:lstStyle/>
          <a:p>
            <a:r>
              <a:rPr lang="en-GB" sz="3200" spc="-150" dirty="0">
                <a:solidFill>
                  <a:schemeClr val="tx1"/>
                </a:solidFill>
              </a:rPr>
              <a:t>Transactio</a:t>
            </a:r>
            <a:r>
              <a:rPr lang="en-GB" sz="3200" dirty="0">
                <a:solidFill>
                  <a:schemeClr val="tx1"/>
                </a:solidFill>
              </a:rPr>
              <a:t>ns</a:t>
            </a:r>
            <a:endParaRPr lang="en-US" sz="3200" dirty="0">
              <a:solidFill>
                <a:schemeClr val="tx1"/>
              </a:solidFill>
            </a:endParaRPr>
          </a:p>
        </p:txBody>
      </p:sp>
      <p:sp>
        <p:nvSpPr>
          <p:cNvPr id="6" name="Text Placeholder 5">
            <a:extLst>
              <a:ext uri="{FF2B5EF4-FFF2-40B4-BE49-F238E27FC236}">
                <a16:creationId xmlns:a16="http://schemas.microsoft.com/office/drawing/2014/main" id="{FEFB3519-09DF-9B42-A20D-371DBF2D8B77}"/>
              </a:ext>
            </a:extLst>
          </p:cNvPr>
          <p:cNvSpPr>
            <a:spLocks noGrp="1"/>
          </p:cNvSpPr>
          <p:nvPr>
            <p:ph type="body" sz="quarter" idx="11"/>
          </p:nvPr>
        </p:nvSpPr>
        <p:spPr/>
        <p:txBody>
          <a:bodyPr/>
          <a:lstStyle/>
          <a:p>
            <a:pPr marL="285750" indent="-285750">
              <a:buFont typeface="Arial" panose="020B0604020202020204" pitchFamily="34" charset="0"/>
              <a:buChar char="•"/>
            </a:pPr>
            <a:r>
              <a:rPr lang="en-GB" dirty="0"/>
              <a:t>A set of tasks that must all be completed successfully or aborted.</a:t>
            </a:r>
          </a:p>
          <a:p>
            <a:pPr marL="285750" indent="-285750">
              <a:buFont typeface="Arial" panose="020B0604020202020204" pitchFamily="34" charset="0"/>
              <a:buChar char="•"/>
            </a:pPr>
            <a:r>
              <a:rPr lang="en-GB" dirty="0"/>
              <a:t>A subset of tasks cannot be completed if some fail.</a:t>
            </a:r>
          </a:p>
          <a:p>
            <a:pPr marL="285750" indent="-285750">
              <a:buFont typeface="Arial" panose="020B0604020202020204" pitchFamily="34" charset="0"/>
              <a:buChar char="•"/>
            </a:pPr>
            <a:r>
              <a:rPr lang="en-GB" dirty="0"/>
              <a:t>Individual data modifications are committed automatically.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Cashpoint example:</a:t>
            </a:r>
          </a:p>
          <a:p>
            <a:pPr>
              <a:lnSpc>
                <a:spcPct val="100000"/>
              </a:lnSpc>
            </a:pPr>
            <a:endParaRPr lang="en-GB" dirty="0"/>
          </a:p>
          <a:p>
            <a:pPr marL="522896" lvl="1" indent="-342900">
              <a:lnSpc>
                <a:spcPct val="100000"/>
              </a:lnSpc>
              <a:buFont typeface="+mj-lt"/>
              <a:buAutoNum type="arabicPeriod"/>
            </a:pPr>
            <a:r>
              <a:rPr lang="en-GB" sz="1800" dirty="0"/>
              <a:t>Request £50</a:t>
            </a:r>
          </a:p>
          <a:p>
            <a:pPr marL="522896" lvl="1" indent="-342900">
              <a:lnSpc>
                <a:spcPct val="100000"/>
              </a:lnSpc>
              <a:buFont typeface="+mj-lt"/>
              <a:buAutoNum type="arabicPeriod"/>
            </a:pPr>
            <a:r>
              <a:rPr lang="en-GB" sz="1800" dirty="0"/>
              <a:t>Authorised</a:t>
            </a:r>
          </a:p>
          <a:p>
            <a:pPr marL="522896" lvl="1" indent="-342900">
              <a:lnSpc>
                <a:spcPct val="100000"/>
              </a:lnSpc>
              <a:buFont typeface="+mj-lt"/>
              <a:buAutoNum type="arabicPeriod"/>
            </a:pPr>
            <a:r>
              <a:rPr lang="en-GB" sz="1800" dirty="0"/>
              <a:t>£50 deducted from account</a:t>
            </a:r>
          </a:p>
          <a:p>
            <a:pPr marL="522896" lvl="1" indent="-342900">
              <a:lnSpc>
                <a:spcPct val="100000"/>
              </a:lnSpc>
              <a:buFont typeface="+mj-lt"/>
              <a:buAutoNum type="arabicPeriod"/>
            </a:pPr>
            <a:r>
              <a:rPr lang="en-GB" sz="1800" dirty="0"/>
              <a:t>£50 transaction added to transactions list</a:t>
            </a:r>
          </a:p>
          <a:p>
            <a:pPr marL="522896" lvl="1" indent="-342900">
              <a:lnSpc>
                <a:spcPct val="100000"/>
              </a:lnSpc>
              <a:buFont typeface="+mj-lt"/>
              <a:buAutoNum type="arabicPeriod"/>
            </a:pPr>
            <a:r>
              <a:rPr lang="en-GB" sz="1800" dirty="0"/>
              <a:t>Machine breaks and no money paid</a:t>
            </a:r>
          </a:p>
          <a:p>
            <a:pPr marL="522896" lvl="1" indent="-342900">
              <a:lnSpc>
                <a:spcPct val="100000"/>
              </a:lnSpc>
              <a:buFont typeface="Arial" panose="020B0604020202020204" pitchFamily="34" charset="0"/>
              <a:buChar char="•"/>
            </a:pPr>
            <a:r>
              <a:rPr lang="en-GB" sz="1800" dirty="0"/>
              <a:t>What do you want to happen now?</a:t>
            </a:r>
          </a:p>
          <a:p>
            <a:endParaRPr lang="en-US" dirty="0"/>
          </a:p>
          <a:p>
            <a:endParaRPr lang="en-US" dirty="0"/>
          </a:p>
        </p:txBody>
      </p:sp>
      <p:sp>
        <p:nvSpPr>
          <p:cNvPr id="3" name="Slide Number Placeholder 2">
            <a:extLst>
              <a:ext uri="{FF2B5EF4-FFF2-40B4-BE49-F238E27FC236}">
                <a16:creationId xmlns:a16="http://schemas.microsoft.com/office/drawing/2014/main" id="{0DF72F2C-ADEC-EF45-9D6E-FE77189D8A76}"/>
              </a:ext>
            </a:extLst>
          </p:cNvPr>
          <p:cNvSpPr>
            <a:spLocks noGrp="1"/>
          </p:cNvSpPr>
          <p:nvPr>
            <p:ph type="sldNum" sz="quarter" idx="4294967295"/>
          </p:nvPr>
        </p:nvSpPr>
        <p:spPr>
          <a:xfrm>
            <a:off x="11407775" y="6511925"/>
            <a:ext cx="784225" cy="179388"/>
          </a:xfrm>
        </p:spPr>
        <p:txBody>
          <a:bodyPr/>
          <a:lstStyle/>
          <a:p>
            <a:fld id="{EF892D59-8F09-EF4B-AD6D-DA609442F868}" type="slidenum">
              <a:rPr lang="en-GB" smtClean="0"/>
              <a:pPr/>
              <a:t>3</a:t>
            </a:fld>
            <a:endParaRPr lang="en-GB"/>
          </a:p>
        </p:txBody>
      </p:sp>
    </p:spTree>
    <p:extLst>
      <p:ext uri="{BB962C8B-B14F-4D97-AF65-F5344CB8AC3E}">
        <p14:creationId xmlns:p14="http://schemas.microsoft.com/office/powerpoint/2010/main" val="3950011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192AF97-7245-DD49-8112-00ECA9CFDF26}"/>
              </a:ext>
            </a:extLst>
          </p:cNvPr>
          <p:cNvSpPr>
            <a:spLocks noGrp="1"/>
          </p:cNvSpPr>
          <p:nvPr>
            <p:ph type="body" sz="quarter" idx="12"/>
          </p:nvPr>
        </p:nvSpPr>
        <p:spPr/>
        <p:txBody>
          <a:bodyPr/>
          <a:lstStyle/>
          <a:p>
            <a:r>
              <a:rPr lang="en-GB" spc="-150" dirty="0"/>
              <a:t>TRANSACTIO</a:t>
            </a:r>
            <a:r>
              <a:rPr lang="en-GB" dirty="0"/>
              <a:t>NS</a:t>
            </a:r>
            <a:endParaRPr lang="en-US" dirty="0"/>
          </a:p>
          <a:p>
            <a:endParaRPr lang="en-US" dirty="0"/>
          </a:p>
        </p:txBody>
      </p:sp>
      <p:sp>
        <p:nvSpPr>
          <p:cNvPr id="3" name="Text Placeholder 2">
            <a:extLst>
              <a:ext uri="{FF2B5EF4-FFF2-40B4-BE49-F238E27FC236}">
                <a16:creationId xmlns:a16="http://schemas.microsoft.com/office/drawing/2014/main" id="{5C17238C-4264-C748-8C05-4B03E4829514}"/>
              </a:ext>
            </a:extLst>
          </p:cNvPr>
          <p:cNvSpPr>
            <a:spLocks noGrp="1"/>
          </p:cNvSpPr>
          <p:nvPr>
            <p:ph type="body" sz="quarter" idx="11"/>
          </p:nvPr>
        </p:nvSpPr>
        <p:spPr/>
        <p:txBody>
          <a:bodyPr/>
          <a:lstStyle/>
          <a:p>
            <a:pPr>
              <a:spcBef>
                <a:spcPts val="600"/>
              </a:spcBef>
            </a:pPr>
            <a:r>
              <a:rPr lang="en-GB" b="1" dirty="0"/>
              <a:t>Assuming the account has £1000 at the start of the transaction:</a:t>
            </a:r>
          </a:p>
          <a:p>
            <a:pPr marL="457196" lvl="1" indent="-285750">
              <a:spcBef>
                <a:spcPts val="600"/>
              </a:spcBef>
            </a:pPr>
            <a:r>
              <a:rPr lang="en-GB" dirty="0"/>
              <a:t>Transaction works fine</a:t>
            </a:r>
          </a:p>
          <a:p>
            <a:pPr marL="457196" lvl="1" indent="-285750">
              <a:spcBef>
                <a:spcPts val="600"/>
              </a:spcBef>
            </a:pPr>
            <a:endParaRPr lang="en-GB" dirty="0"/>
          </a:p>
          <a:p>
            <a:pPr marL="457196" lvl="1" indent="-285750">
              <a:spcBef>
                <a:spcPts val="600"/>
              </a:spcBef>
            </a:pPr>
            <a:endParaRPr lang="en-GB" dirty="0"/>
          </a:p>
          <a:p>
            <a:pPr lvl="1" indent="0">
              <a:spcBef>
                <a:spcPts val="600"/>
              </a:spcBef>
              <a:buNone/>
            </a:pPr>
            <a:endParaRPr lang="en-GB" sz="800" dirty="0"/>
          </a:p>
          <a:p>
            <a:pPr marL="457196" lvl="1" indent="-285750">
              <a:spcBef>
                <a:spcPts val="600"/>
              </a:spcBef>
            </a:pPr>
            <a:r>
              <a:rPr lang="en-GB" dirty="0"/>
              <a:t>Cash machine fails to provide cash (not in a transaction)</a:t>
            </a:r>
          </a:p>
          <a:p>
            <a:pPr marL="457196" lvl="1" indent="-285750">
              <a:spcBef>
                <a:spcPts val="600"/>
              </a:spcBef>
            </a:pPr>
            <a:endParaRPr lang="en-GB" dirty="0"/>
          </a:p>
          <a:p>
            <a:pPr marL="457196" lvl="1" indent="-285750">
              <a:spcBef>
                <a:spcPts val="600"/>
              </a:spcBef>
            </a:pPr>
            <a:endParaRPr lang="en-GB" dirty="0"/>
          </a:p>
          <a:p>
            <a:pPr marL="457196" lvl="1" indent="-285750">
              <a:spcBef>
                <a:spcPts val="600"/>
              </a:spcBef>
            </a:pPr>
            <a:endParaRPr lang="en-GB" sz="800" dirty="0"/>
          </a:p>
          <a:p>
            <a:pPr marL="457196" lvl="1" indent="-285750">
              <a:spcBef>
                <a:spcPts val="600"/>
              </a:spcBef>
            </a:pPr>
            <a:r>
              <a:rPr lang="en-GB" dirty="0"/>
              <a:t>Cash machine fails to provide cash (in a transaction)</a:t>
            </a:r>
          </a:p>
          <a:p>
            <a:pPr marL="457196" lvl="1" indent="-285750">
              <a:spcBef>
                <a:spcPts val="600"/>
              </a:spcBef>
            </a:pPr>
            <a:endParaRPr lang="en-GB" dirty="0"/>
          </a:p>
          <a:p>
            <a:pPr marL="457196" lvl="1" indent="-285750">
              <a:spcBef>
                <a:spcPts val="600"/>
              </a:spcBef>
            </a:pPr>
            <a:endParaRPr lang="en-GB" dirty="0"/>
          </a:p>
        </p:txBody>
      </p:sp>
      <p:sp>
        <p:nvSpPr>
          <p:cNvPr id="2" name="Slide Number Placeholder 1">
            <a:extLst>
              <a:ext uri="{FF2B5EF4-FFF2-40B4-BE49-F238E27FC236}">
                <a16:creationId xmlns:a16="http://schemas.microsoft.com/office/drawing/2014/main" id="{FD5E442B-74EB-E34A-9071-36BCB36F0A47}"/>
              </a:ext>
            </a:extLst>
          </p:cNvPr>
          <p:cNvSpPr>
            <a:spLocks noGrp="1"/>
          </p:cNvSpPr>
          <p:nvPr>
            <p:ph type="sldNum" sz="quarter" idx="4"/>
          </p:nvPr>
        </p:nvSpPr>
        <p:spPr/>
        <p:txBody>
          <a:bodyPr/>
          <a:lstStyle/>
          <a:p>
            <a:fld id="{EF892D59-8F09-EF4B-AD6D-DA609442F868}" type="slidenum">
              <a:rPr lang="en-GB" smtClean="0"/>
              <a:pPr/>
              <a:t>4</a:t>
            </a:fld>
            <a:endParaRPr lang="en-GB"/>
          </a:p>
        </p:txBody>
      </p:sp>
      <p:grpSp>
        <p:nvGrpSpPr>
          <p:cNvPr id="5" name="Group 4">
            <a:extLst>
              <a:ext uri="{FF2B5EF4-FFF2-40B4-BE49-F238E27FC236}">
                <a16:creationId xmlns:a16="http://schemas.microsoft.com/office/drawing/2014/main" id="{25A399BF-4FF8-214F-80C2-2A85EA3EFCF2}"/>
              </a:ext>
            </a:extLst>
          </p:cNvPr>
          <p:cNvGrpSpPr/>
          <p:nvPr/>
        </p:nvGrpSpPr>
        <p:grpSpPr>
          <a:xfrm>
            <a:off x="1845475" y="2047183"/>
            <a:ext cx="2599834" cy="1015622"/>
            <a:chOff x="568168" y="1819924"/>
            <a:chExt cx="2599834" cy="1015622"/>
          </a:xfrm>
        </p:grpSpPr>
        <p:sp>
          <p:nvSpPr>
            <p:cNvPr id="6" name="Rectangle 5">
              <a:extLst>
                <a:ext uri="{FF2B5EF4-FFF2-40B4-BE49-F238E27FC236}">
                  <a16:creationId xmlns:a16="http://schemas.microsoft.com/office/drawing/2014/main" id="{A711CD84-FA25-874B-978C-EC70BE05FA96}"/>
                </a:ext>
              </a:extLst>
            </p:cNvPr>
            <p:cNvSpPr/>
            <p:nvPr/>
          </p:nvSpPr>
          <p:spPr>
            <a:xfrm>
              <a:off x="568168" y="1819924"/>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Insert transaction</a:t>
              </a:r>
            </a:p>
          </p:txBody>
        </p:sp>
        <p:sp>
          <p:nvSpPr>
            <p:cNvPr id="7" name="Rectangle 6">
              <a:extLst>
                <a:ext uri="{FF2B5EF4-FFF2-40B4-BE49-F238E27FC236}">
                  <a16:creationId xmlns:a16="http://schemas.microsoft.com/office/drawing/2014/main" id="{A5163953-6F23-8146-844A-96991B275D86}"/>
                </a:ext>
              </a:extLst>
            </p:cNvPr>
            <p:cNvSpPr/>
            <p:nvPr/>
          </p:nvSpPr>
          <p:spPr>
            <a:xfrm>
              <a:off x="568168" y="2139519"/>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Update balance</a:t>
              </a:r>
            </a:p>
          </p:txBody>
        </p:sp>
        <p:sp>
          <p:nvSpPr>
            <p:cNvPr id="8" name="Rectangle 7">
              <a:extLst>
                <a:ext uri="{FF2B5EF4-FFF2-40B4-BE49-F238E27FC236}">
                  <a16:creationId xmlns:a16="http://schemas.microsoft.com/office/drawing/2014/main" id="{A11653E6-CC09-0D46-B86F-52CBF97B0AA8}"/>
                </a:ext>
              </a:extLst>
            </p:cNvPr>
            <p:cNvSpPr/>
            <p:nvPr/>
          </p:nvSpPr>
          <p:spPr>
            <a:xfrm>
              <a:off x="568168" y="2433503"/>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Pay cash at machine</a:t>
              </a:r>
            </a:p>
          </p:txBody>
        </p:sp>
        <p:sp>
          <p:nvSpPr>
            <p:cNvPr id="9" name="TextBox 8">
              <a:extLst>
                <a:ext uri="{FF2B5EF4-FFF2-40B4-BE49-F238E27FC236}">
                  <a16:creationId xmlns:a16="http://schemas.microsoft.com/office/drawing/2014/main" id="{D1EA092B-D736-E74A-9B65-4035A3719CB3}"/>
                </a:ext>
              </a:extLst>
            </p:cNvPr>
            <p:cNvSpPr txBox="1"/>
            <p:nvPr/>
          </p:nvSpPr>
          <p:spPr>
            <a:xfrm>
              <a:off x="2781358" y="1854637"/>
              <a:ext cx="386644" cy="400110"/>
            </a:xfrm>
            <a:prstGeom prst="rect">
              <a:avLst/>
            </a:prstGeom>
            <a:noFill/>
          </p:spPr>
          <p:txBody>
            <a:bodyPr wrap="none" rtlCol="0">
              <a:spAutoFit/>
            </a:bodyPr>
            <a:lstStyle/>
            <a:p>
              <a:r>
                <a:rPr lang="en-GB" sz="2000" dirty="0">
                  <a:solidFill>
                    <a:srgbClr val="00B050"/>
                  </a:solidFill>
                  <a:latin typeface="Courier New" pitchFamily="49" charset="0"/>
                  <a:cs typeface="Courier New" pitchFamily="49" charset="0"/>
                  <a:sym typeface="Wingdings" panose="05000000000000000000" pitchFamily="2" charset="2"/>
                </a:rPr>
                <a:t></a:t>
              </a:r>
              <a:endParaRPr lang="en-GB" sz="2000" dirty="0">
                <a:solidFill>
                  <a:srgbClr val="00B050"/>
                </a:solidFill>
                <a:latin typeface="Courier New" pitchFamily="49" charset="0"/>
                <a:cs typeface="Courier New" pitchFamily="49" charset="0"/>
              </a:endParaRPr>
            </a:p>
          </p:txBody>
        </p:sp>
        <p:sp>
          <p:nvSpPr>
            <p:cNvPr id="10" name="TextBox 9">
              <a:extLst>
                <a:ext uri="{FF2B5EF4-FFF2-40B4-BE49-F238E27FC236}">
                  <a16:creationId xmlns:a16="http://schemas.microsoft.com/office/drawing/2014/main" id="{34CC8024-14A8-8048-852D-EB54A2DA957A}"/>
                </a:ext>
              </a:extLst>
            </p:cNvPr>
            <p:cNvSpPr txBox="1"/>
            <p:nvPr/>
          </p:nvSpPr>
          <p:spPr>
            <a:xfrm>
              <a:off x="2781358" y="2139519"/>
              <a:ext cx="386644" cy="400110"/>
            </a:xfrm>
            <a:prstGeom prst="rect">
              <a:avLst/>
            </a:prstGeom>
            <a:noFill/>
          </p:spPr>
          <p:txBody>
            <a:bodyPr wrap="none" rtlCol="0">
              <a:spAutoFit/>
            </a:bodyPr>
            <a:lstStyle/>
            <a:p>
              <a:r>
                <a:rPr lang="en-GB" sz="2000" dirty="0">
                  <a:solidFill>
                    <a:srgbClr val="00B050"/>
                  </a:solidFill>
                  <a:latin typeface="Courier New" pitchFamily="49" charset="0"/>
                  <a:cs typeface="Courier New" pitchFamily="49" charset="0"/>
                  <a:sym typeface="Wingdings" panose="05000000000000000000" pitchFamily="2" charset="2"/>
                </a:rPr>
                <a:t></a:t>
              </a:r>
              <a:endParaRPr lang="en-GB" sz="2000" dirty="0">
                <a:solidFill>
                  <a:srgbClr val="00B050"/>
                </a:solidFill>
                <a:latin typeface="Courier New" pitchFamily="49" charset="0"/>
                <a:cs typeface="Courier New" pitchFamily="49" charset="0"/>
              </a:endParaRPr>
            </a:p>
          </p:txBody>
        </p:sp>
        <p:sp>
          <p:nvSpPr>
            <p:cNvPr id="11" name="TextBox 10">
              <a:extLst>
                <a:ext uri="{FF2B5EF4-FFF2-40B4-BE49-F238E27FC236}">
                  <a16:creationId xmlns:a16="http://schemas.microsoft.com/office/drawing/2014/main" id="{BBEFB144-D4C9-5649-93C0-1943069B24EA}"/>
                </a:ext>
              </a:extLst>
            </p:cNvPr>
            <p:cNvSpPr txBox="1"/>
            <p:nvPr/>
          </p:nvSpPr>
          <p:spPr>
            <a:xfrm>
              <a:off x="2781358" y="2435436"/>
              <a:ext cx="386644" cy="400110"/>
            </a:xfrm>
            <a:prstGeom prst="rect">
              <a:avLst/>
            </a:prstGeom>
            <a:noFill/>
          </p:spPr>
          <p:txBody>
            <a:bodyPr wrap="none" rtlCol="0">
              <a:spAutoFit/>
            </a:bodyPr>
            <a:lstStyle/>
            <a:p>
              <a:r>
                <a:rPr lang="en-GB" sz="2000" dirty="0">
                  <a:solidFill>
                    <a:srgbClr val="00B050"/>
                  </a:solidFill>
                  <a:latin typeface="Courier New" pitchFamily="49" charset="0"/>
                  <a:cs typeface="Courier New" pitchFamily="49" charset="0"/>
                  <a:sym typeface="Wingdings" panose="05000000000000000000" pitchFamily="2" charset="2"/>
                </a:rPr>
                <a:t></a:t>
              </a:r>
              <a:endParaRPr lang="en-GB" sz="2000" dirty="0">
                <a:solidFill>
                  <a:srgbClr val="00B050"/>
                </a:solidFill>
                <a:latin typeface="Courier New" pitchFamily="49" charset="0"/>
                <a:cs typeface="Courier New" pitchFamily="49" charset="0"/>
              </a:endParaRPr>
            </a:p>
          </p:txBody>
        </p:sp>
      </p:grpSp>
      <p:pic>
        <p:nvPicPr>
          <p:cNvPr id="12" name="Picture 11">
            <a:extLst>
              <a:ext uri="{FF2B5EF4-FFF2-40B4-BE49-F238E27FC236}">
                <a16:creationId xmlns:a16="http://schemas.microsoft.com/office/drawing/2014/main" id="{06AFE2D5-45A3-1B48-9499-AD563A92129A}"/>
              </a:ext>
            </a:extLst>
          </p:cNvPr>
          <p:cNvPicPr>
            <a:picLocks noChangeAspect="1"/>
          </p:cNvPicPr>
          <p:nvPr/>
        </p:nvPicPr>
        <p:blipFill>
          <a:blip r:embed="rId3"/>
          <a:stretch>
            <a:fillRect/>
          </a:stretch>
        </p:blipFill>
        <p:spPr>
          <a:xfrm>
            <a:off x="4618098" y="1983383"/>
            <a:ext cx="5402928" cy="898349"/>
          </a:xfrm>
          <a:prstGeom prst="rect">
            <a:avLst/>
          </a:prstGeom>
        </p:spPr>
      </p:pic>
      <p:pic>
        <p:nvPicPr>
          <p:cNvPr id="13" name="Picture 12">
            <a:extLst>
              <a:ext uri="{FF2B5EF4-FFF2-40B4-BE49-F238E27FC236}">
                <a16:creationId xmlns:a16="http://schemas.microsoft.com/office/drawing/2014/main" id="{E15855B5-3FDB-1644-8B0F-D5C7D5F0B628}"/>
              </a:ext>
            </a:extLst>
          </p:cNvPr>
          <p:cNvPicPr>
            <a:picLocks noChangeAspect="1"/>
          </p:cNvPicPr>
          <p:nvPr/>
        </p:nvPicPr>
        <p:blipFill>
          <a:blip r:embed="rId4"/>
          <a:stretch>
            <a:fillRect/>
          </a:stretch>
        </p:blipFill>
        <p:spPr>
          <a:xfrm>
            <a:off x="4602024" y="3534735"/>
            <a:ext cx="5419002" cy="948005"/>
          </a:xfrm>
          <a:prstGeom prst="rect">
            <a:avLst/>
          </a:prstGeom>
        </p:spPr>
      </p:pic>
      <p:grpSp>
        <p:nvGrpSpPr>
          <p:cNvPr id="14" name="Group 13">
            <a:extLst>
              <a:ext uri="{FF2B5EF4-FFF2-40B4-BE49-F238E27FC236}">
                <a16:creationId xmlns:a16="http://schemas.microsoft.com/office/drawing/2014/main" id="{65FA1B9A-E4F7-C64B-A996-6C33E49AF44C}"/>
              </a:ext>
            </a:extLst>
          </p:cNvPr>
          <p:cNvGrpSpPr/>
          <p:nvPr/>
        </p:nvGrpSpPr>
        <p:grpSpPr>
          <a:xfrm>
            <a:off x="1845475" y="3622922"/>
            <a:ext cx="3741049" cy="1258451"/>
            <a:chOff x="568168" y="3552546"/>
            <a:chExt cx="3741049" cy="1258451"/>
          </a:xfrm>
        </p:grpSpPr>
        <p:sp>
          <p:nvSpPr>
            <p:cNvPr id="15" name="Rectangle 14">
              <a:extLst>
                <a:ext uri="{FF2B5EF4-FFF2-40B4-BE49-F238E27FC236}">
                  <a16:creationId xmlns:a16="http://schemas.microsoft.com/office/drawing/2014/main" id="{013E8E16-D133-914F-94B1-D79F2FB16569}"/>
                </a:ext>
              </a:extLst>
            </p:cNvPr>
            <p:cNvSpPr/>
            <p:nvPr/>
          </p:nvSpPr>
          <p:spPr>
            <a:xfrm>
              <a:off x="568168" y="3552546"/>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Insert transaction</a:t>
              </a:r>
            </a:p>
          </p:txBody>
        </p:sp>
        <p:sp>
          <p:nvSpPr>
            <p:cNvPr id="16" name="Rectangle 15">
              <a:extLst>
                <a:ext uri="{FF2B5EF4-FFF2-40B4-BE49-F238E27FC236}">
                  <a16:creationId xmlns:a16="http://schemas.microsoft.com/office/drawing/2014/main" id="{763636B6-96C2-A445-AB39-A7A231F3F7A3}"/>
                </a:ext>
              </a:extLst>
            </p:cNvPr>
            <p:cNvSpPr/>
            <p:nvPr/>
          </p:nvSpPr>
          <p:spPr>
            <a:xfrm>
              <a:off x="568168" y="3872141"/>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Update balance</a:t>
              </a:r>
            </a:p>
          </p:txBody>
        </p:sp>
        <p:sp>
          <p:nvSpPr>
            <p:cNvPr id="17" name="Rectangle 16">
              <a:extLst>
                <a:ext uri="{FF2B5EF4-FFF2-40B4-BE49-F238E27FC236}">
                  <a16:creationId xmlns:a16="http://schemas.microsoft.com/office/drawing/2014/main" id="{6805F409-32EC-D54B-8830-EEF201C31FCB}"/>
                </a:ext>
              </a:extLst>
            </p:cNvPr>
            <p:cNvSpPr/>
            <p:nvPr/>
          </p:nvSpPr>
          <p:spPr>
            <a:xfrm>
              <a:off x="568168" y="4166125"/>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Pay cash at machine</a:t>
              </a:r>
            </a:p>
          </p:txBody>
        </p:sp>
        <p:sp>
          <p:nvSpPr>
            <p:cNvPr id="18" name="TextBox 17">
              <a:extLst>
                <a:ext uri="{FF2B5EF4-FFF2-40B4-BE49-F238E27FC236}">
                  <a16:creationId xmlns:a16="http://schemas.microsoft.com/office/drawing/2014/main" id="{34D7C6BA-F112-9F4D-A95D-507C04918AC1}"/>
                </a:ext>
              </a:extLst>
            </p:cNvPr>
            <p:cNvSpPr txBox="1"/>
            <p:nvPr/>
          </p:nvSpPr>
          <p:spPr>
            <a:xfrm>
              <a:off x="2814219" y="4147166"/>
              <a:ext cx="341760" cy="338554"/>
            </a:xfrm>
            <a:prstGeom prst="rect">
              <a:avLst/>
            </a:prstGeom>
            <a:noFill/>
          </p:spPr>
          <p:txBody>
            <a:bodyPr wrap="none" rtlCol="0">
              <a:spAutoFit/>
            </a:bodyPr>
            <a:lstStyle/>
            <a:p>
              <a:r>
                <a:rPr lang="en-GB" sz="1600" dirty="0">
                  <a:solidFill>
                    <a:srgbClr val="FF0000"/>
                  </a:solidFill>
                  <a:latin typeface="Montserrat Black" panose="00000A00000000000000" pitchFamily="2" charset="0"/>
                  <a:cs typeface="Courier New" pitchFamily="49" charset="0"/>
                </a:rPr>
                <a:t>X</a:t>
              </a:r>
            </a:p>
          </p:txBody>
        </p:sp>
        <p:sp>
          <p:nvSpPr>
            <p:cNvPr id="19" name="TextBox 18">
              <a:extLst>
                <a:ext uri="{FF2B5EF4-FFF2-40B4-BE49-F238E27FC236}">
                  <a16:creationId xmlns:a16="http://schemas.microsoft.com/office/drawing/2014/main" id="{BC57F859-3E4F-6940-B14B-583BCFF8438B}"/>
                </a:ext>
              </a:extLst>
            </p:cNvPr>
            <p:cNvSpPr txBox="1"/>
            <p:nvPr/>
          </p:nvSpPr>
          <p:spPr>
            <a:xfrm>
              <a:off x="2781358" y="3587259"/>
              <a:ext cx="386644" cy="400110"/>
            </a:xfrm>
            <a:prstGeom prst="rect">
              <a:avLst/>
            </a:prstGeom>
            <a:noFill/>
          </p:spPr>
          <p:txBody>
            <a:bodyPr wrap="none" rtlCol="0">
              <a:spAutoFit/>
            </a:bodyPr>
            <a:lstStyle/>
            <a:p>
              <a:r>
                <a:rPr lang="en-GB" sz="2000" dirty="0">
                  <a:solidFill>
                    <a:srgbClr val="00B050"/>
                  </a:solidFill>
                  <a:latin typeface="Courier New" pitchFamily="49" charset="0"/>
                  <a:cs typeface="Courier New" pitchFamily="49" charset="0"/>
                  <a:sym typeface="Wingdings" panose="05000000000000000000" pitchFamily="2" charset="2"/>
                </a:rPr>
                <a:t></a:t>
              </a:r>
              <a:endParaRPr lang="en-GB" sz="2000" dirty="0">
                <a:solidFill>
                  <a:srgbClr val="00B050"/>
                </a:solidFill>
                <a:latin typeface="Courier New" pitchFamily="49" charset="0"/>
                <a:cs typeface="Courier New" pitchFamily="49" charset="0"/>
              </a:endParaRPr>
            </a:p>
          </p:txBody>
        </p:sp>
        <p:sp>
          <p:nvSpPr>
            <p:cNvPr id="20" name="TextBox 19">
              <a:extLst>
                <a:ext uri="{FF2B5EF4-FFF2-40B4-BE49-F238E27FC236}">
                  <a16:creationId xmlns:a16="http://schemas.microsoft.com/office/drawing/2014/main" id="{0F655B2B-F17A-3641-855D-6B151665009A}"/>
                </a:ext>
              </a:extLst>
            </p:cNvPr>
            <p:cNvSpPr txBox="1"/>
            <p:nvPr/>
          </p:nvSpPr>
          <p:spPr>
            <a:xfrm>
              <a:off x="2781358" y="3872141"/>
              <a:ext cx="386644" cy="400110"/>
            </a:xfrm>
            <a:prstGeom prst="rect">
              <a:avLst/>
            </a:prstGeom>
            <a:noFill/>
          </p:spPr>
          <p:txBody>
            <a:bodyPr wrap="none" rtlCol="0">
              <a:spAutoFit/>
            </a:bodyPr>
            <a:lstStyle/>
            <a:p>
              <a:r>
                <a:rPr lang="en-GB" sz="2000" dirty="0">
                  <a:solidFill>
                    <a:srgbClr val="00B050"/>
                  </a:solidFill>
                  <a:latin typeface="Courier New" pitchFamily="49" charset="0"/>
                  <a:cs typeface="Courier New" pitchFamily="49" charset="0"/>
                  <a:sym typeface="Wingdings" panose="05000000000000000000" pitchFamily="2" charset="2"/>
                </a:rPr>
                <a:t></a:t>
              </a:r>
              <a:endParaRPr lang="en-GB" sz="2000" dirty="0">
                <a:solidFill>
                  <a:srgbClr val="00B050"/>
                </a:solidFill>
                <a:latin typeface="Courier New" pitchFamily="49" charset="0"/>
                <a:cs typeface="Courier New" pitchFamily="49" charset="0"/>
              </a:endParaRPr>
            </a:p>
          </p:txBody>
        </p:sp>
        <p:sp>
          <p:nvSpPr>
            <p:cNvPr id="21" name="TextBox 20">
              <a:extLst>
                <a:ext uri="{FF2B5EF4-FFF2-40B4-BE49-F238E27FC236}">
                  <a16:creationId xmlns:a16="http://schemas.microsoft.com/office/drawing/2014/main" id="{D9391F69-E586-7244-B97A-6E38DB892163}"/>
                </a:ext>
              </a:extLst>
            </p:cNvPr>
            <p:cNvSpPr txBox="1"/>
            <p:nvPr/>
          </p:nvSpPr>
          <p:spPr>
            <a:xfrm>
              <a:off x="1691193" y="4503220"/>
              <a:ext cx="2618024" cy="307777"/>
            </a:xfrm>
            <a:prstGeom prst="rect">
              <a:avLst/>
            </a:prstGeom>
            <a:noFill/>
          </p:spPr>
          <p:txBody>
            <a:bodyPr wrap="none" rtlCol="0">
              <a:spAutoFit/>
            </a:bodyPr>
            <a:lstStyle/>
            <a:p>
              <a:r>
                <a:rPr lang="en-GB" sz="1400" b="1" dirty="0">
                  <a:cs typeface="Courier New" pitchFamily="49" charset="0"/>
                </a:rPr>
                <a:t>Table updates committed</a:t>
              </a:r>
            </a:p>
          </p:txBody>
        </p:sp>
      </p:grpSp>
      <p:pic>
        <p:nvPicPr>
          <p:cNvPr id="22" name="Picture 21">
            <a:extLst>
              <a:ext uri="{FF2B5EF4-FFF2-40B4-BE49-F238E27FC236}">
                <a16:creationId xmlns:a16="http://schemas.microsoft.com/office/drawing/2014/main" id="{3814F0DF-186D-F040-832E-2CDBE024A887}"/>
              </a:ext>
            </a:extLst>
          </p:cNvPr>
          <p:cNvPicPr>
            <a:picLocks noChangeAspect="1"/>
          </p:cNvPicPr>
          <p:nvPr/>
        </p:nvPicPr>
        <p:blipFill>
          <a:blip r:embed="rId5"/>
          <a:stretch>
            <a:fillRect/>
          </a:stretch>
        </p:blipFill>
        <p:spPr>
          <a:xfrm>
            <a:off x="5082216" y="5239293"/>
            <a:ext cx="4967385" cy="804243"/>
          </a:xfrm>
          <a:prstGeom prst="rect">
            <a:avLst/>
          </a:prstGeom>
        </p:spPr>
      </p:pic>
      <p:grpSp>
        <p:nvGrpSpPr>
          <p:cNvPr id="23" name="Group 22">
            <a:extLst>
              <a:ext uri="{FF2B5EF4-FFF2-40B4-BE49-F238E27FC236}">
                <a16:creationId xmlns:a16="http://schemas.microsoft.com/office/drawing/2014/main" id="{FF416451-B0B0-BC43-9DBE-127571E79DEA}"/>
              </a:ext>
            </a:extLst>
          </p:cNvPr>
          <p:cNvGrpSpPr/>
          <p:nvPr/>
        </p:nvGrpSpPr>
        <p:grpSpPr>
          <a:xfrm>
            <a:off x="1838800" y="5268437"/>
            <a:ext cx="3911112" cy="1394001"/>
            <a:chOff x="418574" y="5320911"/>
            <a:chExt cx="3911112" cy="1394001"/>
          </a:xfrm>
        </p:grpSpPr>
        <p:sp>
          <p:nvSpPr>
            <p:cNvPr id="24" name="Rectangle 23">
              <a:extLst>
                <a:ext uri="{FF2B5EF4-FFF2-40B4-BE49-F238E27FC236}">
                  <a16:creationId xmlns:a16="http://schemas.microsoft.com/office/drawing/2014/main" id="{756AEEF4-8849-F544-A707-61E9E99EA055}"/>
                </a:ext>
              </a:extLst>
            </p:cNvPr>
            <p:cNvSpPr/>
            <p:nvPr/>
          </p:nvSpPr>
          <p:spPr>
            <a:xfrm>
              <a:off x="418574" y="5320911"/>
              <a:ext cx="3053337" cy="1367268"/>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25" name="Rectangle 24">
              <a:extLst>
                <a:ext uri="{FF2B5EF4-FFF2-40B4-BE49-F238E27FC236}">
                  <a16:creationId xmlns:a16="http://schemas.microsoft.com/office/drawing/2014/main" id="{ED1EA2CD-148F-B54A-8E82-AC7075FF97B1}"/>
                </a:ext>
              </a:extLst>
            </p:cNvPr>
            <p:cNvSpPr/>
            <p:nvPr/>
          </p:nvSpPr>
          <p:spPr>
            <a:xfrm>
              <a:off x="568168" y="5478598"/>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Insert transaction</a:t>
              </a:r>
            </a:p>
          </p:txBody>
        </p:sp>
        <p:sp>
          <p:nvSpPr>
            <p:cNvPr id="26" name="Rectangle 25">
              <a:extLst>
                <a:ext uri="{FF2B5EF4-FFF2-40B4-BE49-F238E27FC236}">
                  <a16:creationId xmlns:a16="http://schemas.microsoft.com/office/drawing/2014/main" id="{FF58E795-9CD3-7E43-B614-6B25F026DD4C}"/>
                </a:ext>
              </a:extLst>
            </p:cNvPr>
            <p:cNvSpPr/>
            <p:nvPr/>
          </p:nvSpPr>
          <p:spPr>
            <a:xfrm>
              <a:off x="568168" y="5798193"/>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Update balance</a:t>
              </a:r>
            </a:p>
          </p:txBody>
        </p:sp>
        <p:sp>
          <p:nvSpPr>
            <p:cNvPr id="27" name="Rectangle 26">
              <a:extLst>
                <a:ext uri="{FF2B5EF4-FFF2-40B4-BE49-F238E27FC236}">
                  <a16:creationId xmlns:a16="http://schemas.microsoft.com/office/drawing/2014/main" id="{66691C89-D5DE-864D-AF7F-3D91956AE305}"/>
                </a:ext>
              </a:extLst>
            </p:cNvPr>
            <p:cNvSpPr/>
            <p:nvPr/>
          </p:nvSpPr>
          <p:spPr>
            <a:xfrm>
              <a:off x="568168" y="6092177"/>
              <a:ext cx="2246051" cy="3195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Arial" pitchFamily="34" charset="0"/>
                  <a:cs typeface="Arial" pitchFamily="34" charset="0"/>
                </a:rPr>
                <a:t>Pay cash at machine</a:t>
              </a:r>
            </a:p>
          </p:txBody>
        </p:sp>
        <p:sp>
          <p:nvSpPr>
            <p:cNvPr id="28" name="TextBox 27">
              <a:extLst>
                <a:ext uri="{FF2B5EF4-FFF2-40B4-BE49-F238E27FC236}">
                  <a16:creationId xmlns:a16="http://schemas.microsoft.com/office/drawing/2014/main" id="{82CEADFC-866D-2646-88C5-E8A60DBB39CF}"/>
                </a:ext>
              </a:extLst>
            </p:cNvPr>
            <p:cNvSpPr txBox="1"/>
            <p:nvPr/>
          </p:nvSpPr>
          <p:spPr>
            <a:xfrm>
              <a:off x="2814219" y="6073218"/>
              <a:ext cx="341760" cy="338554"/>
            </a:xfrm>
            <a:prstGeom prst="rect">
              <a:avLst/>
            </a:prstGeom>
            <a:noFill/>
          </p:spPr>
          <p:txBody>
            <a:bodyPr wrap="none" rtlCol="0">
              <a:spAutoFit/>
            </a:bodyPr>
            <a:lstStyle/>
            <a:p>
              <a:r>
                <a:rPr lang="en-GB" sz="1600" dirty="0">
                  <a:solidFill>
                    <a:srgbClr val="FF0000"/>
                  </a:solidFill>
                  <a:latin typeface="Montserrat Black" panose="00000A00000000000000" pitchFamily="2" charset="0"/>
                  <a:cs typeface="Courier New" pitchFamily="49" charset="0"/>
                </a:rPr>
                <a:t>X</a:t>
              </a:r>
            </a:p>
          </p:txBody>
        </p:sp>
        <p:sp>
          <p:nvSpPr>
            <p:cNvPr id="29" name="TextBox 28">
              <a:extLst>
                <a:ext uri="{FF2B5EF4-FFF2-40B4-BE49-F238E27FC236}">
                  <a16:creationId xmlns:a16="http://schemas.microsoft.com/office/drawing/2014/main" id="{76454513-3FD6-824B-B51D-4D8FF91894CD}"/>
                </a:ext>
              </a:extLst>
            </p:cNvPr>
            <p:cNvSpPr txBox="1"/>
            <p:nvPr/>
          </p:nvSpPr>
          <p:spPr>
            <a:xfrm>
              <a:off x="2781358" y="5513311"/>
              <a:ext cx="386644" cy="400110"/>
            </a:xfrm>
            <a:prstGeom prst="rect">
              <a:avLst/>
            </a:prstGeom>
            <a:noFill/>
          </p:spPr>
          <p:txBody>
            <a:bodyPr wrap="none" rtlCol="0">
              <a:spAutoFit/>
            </a:bodyPr>
            <a:lstStyle/>
            <a:p>
              <a:r>
                <a:rPr lang="en-GB" sz="2000" dirty="0">
                  <a:solidFill>
                    <a:srgbClr val="00B050"/>
                  </a:solidFill>
                  <a:latin typeface="Courier New" pitchFamily="49" charset="0"/>
                  <a:cs typeface="Courier New" pitchFamily="49" charset="0"/>
                  <a:sym typeface="Wingdings" panose="05000000000000000000" pitchFamily="2" charset="2"/>
                </a:rPr>
                <a:t></a:t>
              </a:r>
              <a:endParaRPr lang="en-GB" sz="2000" dirty="0">
                <a:solidFill>
                  <a:srgbClr val="00B050"/>
                </a:solidFill>
                <a:latin typeface="Courier New" pitchFamily="49" charset="0"/>
                <a:cs typeface="Courier New" pitchFamily="49" charset="0"/>
              </a:endParaRPr>
            </a:p>
          </p:txBody>
        </p:sp>
        <p:sp>
          <p:nvSpPr>
            <p:cNvPr id="30" name="TextBox 29">
              <a:extLst>
                <a:ext uri="{FF2B5EF4-FFF2-40B4-BE49-F238E27FC236}">
                  <a16:creationId xmlns:a16="http://schemas.microsoft.com/office/drawing/2014/main" id="{00F5822C-391E-944B-B1BB-006AAAFF3CE5}"/>
                </a:ext>
              </a:extLst>
            </p:cNvPr>
            <p:cNvSpPr txBox="1"/>
            <p:nvPr/>
          </p:nvSpPr>
          <p:spPr>
            <a:xfrm>
              <a:off x="2781358" y="5798193"/>
              <a:ext cx="386644" cy="400110"/>
            </a:xfrm>
            <a:prstGeom prst="rect">
              <a:avLst/>
            </a:prstGeom>
            <a:noFill/>
          </p:spPr>
          <p:txBody>
            <a:bodyPr wrap="none" rtlCol="0">
              <a:spAutoFit/>
            </a:bodyPr>
            <a:lstStyle/>
            <a:p>
              <a:r>
                <a:rPr lang="en-GB" sz="2000" dirty="0">
                  <a:solidFill>
                    <a:srgbClr val="00B050"/>
                  </a:solidFill>
                  <a:latin typeface="Courier New" pitchFamily="49" charset="0"/>
                  <a:cs typeface="Courier New" pitchFamily="49" charset="0"/>
                  <a:sym typeface="Wingdings" panose="05000000000000000000" pitchFamily="2" charset="2"/>
                </a:rPr>
                <a:t></a:t>
              </a:r>
              <a:endParaRPr lang="en-GB" sz="2000" dirty="0">
                <a:solidFill>
                  <a:srgbClr val="00B050"/>
                </a:solidFill>
                <a:latin typeface="Courier New" pitchFamily="49" charset="0"/>
                <a:cs typeface="Courier New" pitchFamily="49" charset="0"/>
              </a:endParaRPr>
            </a:p>
          </p:txBody>
        </p:sp>
        <p:sp>
          <p:nvSpPr>
            <p:cNvPr id="31" name="TextBox 30">
              <a:extLst>
                <a:ext uri="{FF2B5EF4-FFF2-40B4-BE49-F238E27FC236}">
                  <a16:creationId xmlns:a16="http://schemas.microsoft.com/office/drawing/2014/main" id="{DADF4C28-880E-0A41-9E89-47FD27EA2EB5}"/>
                </a:ext>
              </a:extLst>
            </p:cNvPr>
            <p:cNvSpPr txBox="1"/>
            <p:nvPr/>
          </p:nvSpPr>
          <p:spPr>
            <a:xfrm>
              <a:off x="1690822" y="6407135"/>
              <a:ext cx="2638864" cy="307777"/>
            </a:xfrm>
            <a:prstGeom prst="rect">
              <a:avLst/>
            </a:prstGeom>
            <a:noFill/>
          </p:spPr>
          <p:txBody>
            <a:bodyPr wrap="none" rtlCol="0">
              <a:spAutoFit/>
            </a:bodyPr>
            <a:lstStyle/>
            <a:p>
              <a:r>
                <a:rPr lang="en-GB" sz="1400" b="1" dirty="0">
                  <a:latin typeface="Montserrat" panose="00000500000000000000" pitchFamily="2" charset="0"/>
                  <a:cs typeface="Courier New" pitchFamily="49" charset="0"/>
                </a:rPr>
                <a:t>Table updates rolled-back</a:t>
              </a:r>
            </a:p>
          </p:txBody>
        </p:sp>
      </p:grpSp>
    </p:spTree>
    <p:extLst>
      <p:ext uri="{BB962C8B-B14F-4D97-AF65-F5344CB8AC3E}">
        <p14:creationId xmlns:p14="http://schemas.microsoft.com/office/powerpoint/2010/main" val="2172281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EF7A73D-8F9B-D843-AA40-385A9A4EAF7C}"/>
              </a:ext>
            </a:extLst>
          </p:cNvPr>
          <p:cNvSpPr>
            <a:spLocks noGrp="1"/>
          </p:cNvSpPr>
          <p:nvPr>
            <p:ph type="body" sz="quarter" idx="12"/>
          </p:nvPr>
        </p:nvSpPr>
        <p:spPr/>
        <p:txBody>
          <a:bodyPr/>
          <a:lstStyle/>
          <a:p>
            <a:r>
              <a:rPr lang="en-GB" dirty="0"/>
              <a:t>BEGIN / COMMIT / ROLLBACK TRANSACTION</a:t>
            </a:r>
            <a:endParaRPr lang="en-US" dirty="0"/>
          </a:p>
          <a:p>
            <a:endParaRPr lang="en-US" dirty="0"/>
          </a:p>
          <a:p>
            <a:endParaRPr lang="en-US" dirty="0"/>
          </a:p>
        </p:txBody>
      </p:sp>
      <p:sp>
        <p:nvSpPr>
          <p:cNvPr id="5" name="Text Placeholder 4">
            <a:extLst>
              <a:ext uri="{FF2B5EF4-FFF2-40B4-BE49-F238E27FC236}">
                <a16:creationId xmlns:a16="http://schemas.microsoft.com/office/drawing/2014/main" id="{A472EE79-021B-7349-92D9-F47BE34EDD0F}"/>
              </a:ext>
            </a:extLst>
          </p:cNvPr>
          <p:cNvSpPr>
            <a:spLocks noGrp="1"/>
          </p:cNvSpPr>
          <p:nvPr>
            <p:ph type="body" sz="quarter" idx="11"/>
          </p:nvPr>
        </p:nvSpPr>
        <p:spPr>
          <a:xfrm>
            <a:off x="5202195" y="1241503"/>
            <a:ext cx="6351645" cy="5237751"/>
          </a:xfrm>
        </p:spPr>
        <p:txBody>
          <a:bodyPr/>
          <a:lstStyle/>
          <a:p>
            <a:pPr marL="285750" indent="-285750">
              <a:buFont typeface="Arial" panose="020B0604020202020204" pitchFamily="34" charset="0"/>
              <a:buChar char="•"/>
            </a:pPr>
            <a:endParaRPr lang="en-GB" dirty="0"/>
          </a:p>
          <a:p>
            <a:pPr marL="179996" lvl="1" indent="0">
              <a:buNone/>
            </a:pPr>
            <a:endParaRPr lang="en-GB" dirty="0"/>
          </a:p>
          <a:p>
            <a:pPr marL="285750" indent="-285750">
              <a:buFont typeface="Arial" panose="020B0604020202020204" pitchFamily="34" charset="0"/>
              <a:buChar char="•"/>
            </a:pPr>
            <a:r>
              <a:rPr lang="en-GB" dirty="0"/>
              <a:t>SQL Server can automatically rollback the current transaction on error if XACT_ABORT setting is enabled.</a:t>
            </a:r>
          </a:p>
          <a:p>
            <a:pPr marL="285750" indent="-285750">
              <a:buFont typeface="Arial" panose="020B0604020202020204" pitchFamily="34" charset="0"/>
              <a:buChar char="•"/>
            </a:pPr>
            <a:endParaRPr lang="en-GB" dirty="0"/>
          </a:p>
          <a:p>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Can be combined with TRY / CATCH to gain more control.</a:t>
            </a:r>
          </a:p>
          <a:p>
            <a:pPr marL="285750" indent="-285750">
              <a:buFont typeface="Arial" panose="020B0604020202020204" pitchFamily="34" charset="0"/>
              <a:buChar char="•"/>
            </a:pPr>
            <a:endParaRPr lang="en-GB" dirty="0"/>
          </a:p>
          <a:p>
            <a:endParaRPr lang="en-US" dirty="0"/>
          </a:p>
        </p:txBody>
      </p:sp>
      <p:sp>
        <p:nvSpPr>
          <p:cNvPr id="2" name="Slide Number Placeholder 1">
            <a:extLst>
              <a:ext uri="{FF2B5EF4-FFF2-40B4-BE49-F238E27FC236}">
                <a16:creationId xmlns:a16="http://schemas.microsoft.com/office/drawing/2014/main" id="{314F2BFD-9F31-B447-A43B-71E3EBE5AFF7}"/>
              </a:ext>
            </a:extLst>
          </p:cNvPr>
          <p:cNvSpPr>
            <a:spLocks noGrp="1"/>
          </p:cNvSpPr>
          <p:nvPr>
            <p:ph type="sldNum" sz="quarter" idx="4"/>
          </p:nvPr>
        </p:nvSpPr>
        <p:spPr/>
        <p:txBody>
          <a:bodyPr/>
          <a:lstStyle/>
          <a:p>
            <a:fld id="{EF892D59-8F09-EF4B-AD6D-DA609442F868}" type="slidenum">
              <a:rPr lang="en-GB" smtClean="0"/>
              <a:pPr/>
              <a:t>5</a:t>
            </a:fld>
            <a:endParaRPr lang="en-GB"/>
          </a:p>
        </p:txBody>
      </p:sp>
      <p:sp>
        <p:nvSpPr>
          <p:cNvPr id="7" name="Text Placeholder 6">
            <a:extLst>
              <a:ext uri="{FF2B5EF4-FFF2-40B4-BE49-F238E27FC236}">
                <a16:creationId xmlns:a16="http://schemas.microsoft.com/office/drawing/2014/main" id="{96E0CEA7-161D-414A-A341-A869F85F4665}"/>
              </a:ext>
            </a:extLst>
          </p:cNvPr>
          <p:cNvSpPr>
            <a:spLocks noGrp="1"/>
          </p:cNvSpPr>
          <p:nvPr>
            <p:ph type="body" sz="quarter" idx="4294967295"/>
          </p:nvPr>
        </p:nvSpPr>
        <p:spPr>
          <a:xfrm>
            <a:off x="232524" y="1964725"/>
            <a:ext cx="5621338" cy="4140081"/>
          </a:xfrm>
        </p:spPr>
        <p:txBody>
          <a:bodyPr/>
          <a:lstStyle/>
          <a:p>
            <a:pPr marL="285750" indent="-285750">
              <a:buFont typeface="Arial" panose="020B0604020202020204" pitchFamily="34" charset="0"/>
              <a:buChar char="•"/>
            </a:pPr>
            <a:r>
              <a:rPr lang="en-GB" dirty="0"/>
              <a:t>BEGIN TRANSACTION</a:t>
            </a:r>
          </a:p>
          <a:p>
            <a:pPr marL="465746" lvl="1" indent="-285750">
              <a:buFont typeface="Arial" panose="020B0604020202020204" pitchFamily="34" charset="0"/>
              <a:buChar char="•"/>
            </a:pPr>
            <a:r>
              <a:rPr lang="en-GB" dirty="0"/>
              <a:t>Start the transaction</a:t>
            </a:r>
          </a:p>
          <a:p>
            <a:pPr marL="465746" lvl="1" indent="-285750"/>
            <a:endParaRPr lang="en-GB" sz="800" dirty="0"/>
          </a:p>
          <a:p>
            <a:pPr marL="285750" indent="-285750">
              <a:buFont typeface="Arial" panose="020B0604020202020204" pitchFamily="34" charset="0"/>
              <a:buChar char="•"/>
            </a:pPr>
            <a:r>
              <a:rPr lang="en-GB" dirty="0"/>
              <a:t>COMMIT TRANSACTION</a:t>
            </a:r>
          </a:p>
          <a:p>
            <a:pPr marL="465746" lvl="1" indent="-285750">
              <a:buFont typeface="Arial" panose="020B0604020202020204" pitchFamily="34" charset="0"/>
              <a:buChar char="•"/>
            </a:pPr>
            <a:r>
              <a:rPr lang="en-GB" dirty="0"/>
              <a:t>Completes the transaction</a:t>
            </a:r>
          </a:p>
          <a:p>
            <a:pPr marL="465746" lvl="1" indent="-285750">
              <a:buFont typeface="Arial" panose="020B0604020202020204" pitchFamily="34" charset="0"/>
              <a:buChar char="•"/>
            </a:pPr>
            <a:r>
              <a:rPr lang="en-GB" dirty="0"/>
              <a:t>All modifications are enforced</a:t>
            </a:r>
          </a:p>
          <a:p>
            <a:pPr marL="465746" lvl="1" indent="-285750"/>
            <a:endParaRPr lang="en-GB" sz="800" dirty="0"/>
          </a:p>
          <a:p>
            <a:pPr marL="285750" indent="-285750">
              <a:buFont typeface="Arial" panose="020B0604020202020204" pitchFamily="34" charset="0"/>
              <a:buChar char="•"/>
            </a:pPr>
            <a:r>
              <a:rPr lang="en-GB" dirty="0"/>
              <a:t>ROLLBACK TRANSACTION</a:t>
            </a:r>
          </a:p>
          <a:p>
            <a:pPr marL="465746" lvl="1" indent="-285750">
              <a:buFont typeface="Arial" panose="020B0604020202020204" pitchFamily="34" charset="0"/>
              <a:buChar char="•"/>
            </a:pPr>
            <a:r>
              <a:rPr lang="en-GB" dirty="0"/>
              <a:t>Completes the transaction</a:t>
            </a:r>
          </a:p>
          <a:p>
            <a:pPr marL="465746" lvl="1" indent="-285750">
              <a:buFont typeface="Arial" panose="020B0604020202020204" pitchFamily="34" charset="0"/>
              <a:buChar char="•"/>
            </a:pPr>
            <a:r>
              <a:rPr lang="en-GB" dirty="0"/>
              <a:t>All modifications are undone</a:t>
            </a:r>
          </a:p>
          <a:p>
            <a:pPr marL="465746" lvl="1" indent="-285750"/>
            <a:endParaRPr lang="en-GB" dirty="0"/>
          </a:p>
          <a:p>
            <a:pPr marL="465746" lvl="1" indent="-285750"/>
            <a:endParaRPr lang="en-GB" sz="800" dirty="0"/>
          </a:p>
          <a:p>
            <a:endParaRPr lang="en-US" dirty="0"/>
          </a:p>
        </p:txBody>
      </p:sp>
      <p:sp>
        <p:nvSpPr>
          <p:cNvPr id="8" name="TextBox 7">
            <a:extLst>
              <a:ext uri="{FF2B5EF4-FFF2-40B4-BE49-F238E27FC236}">
                <a16:creationId xmlns:a16="http://schemas.microsoft.com/office/drawing/2014/main" id="{23D79EF2-0988-DF41-9D49-625B1D054280}"/>
              </a:ext>
            </a:extLst>
          </p:cNvPr>
          <p:cNvSpPr txBox="1"/>
          <p:nvPr/>
        </p:nvSpPr>
        <p:spPr>
          <a:xfrm>
            <a:off x="13816013" y="2114550"/>
            <a:ext cx="0" cy="0"/>
          </a:xfrm>
          <a:prstGeom prst="rect">
            <a:avLst/>
          </a:prstGeom>
        </p:spPr>
        <p:txBody>
          <a:bodyPr vert="horz" wrap="none" lIns="0" tIns="0" rIns="0" bIns="0" rtlCol="0" anchor="t" anchorCtr="0">
            <a:normAutofit fontScale="25000" lnSpcReduction="20000"/>
          </a:bodyPr>
          <a:lstStyle/>
          <a:p>
            <a:pPr algn="l"/>
            <a:endParaRPr lang="en-US" dirty="0"/>
          </a:p>
        </p:txBody>
      </p:sp>
      <p:sp>
        <p:nvSpPr>
          <p:cNvPr id="9" name="Rectangle 8">
            <a:extLst>
              <a:ext uri="{FF2B5EF4-FFF2-40B4-BE49-F238E27FC236}">
                <a16:creationId xmlns:a16="http://schemas.microsoft.com/office/drawing/2014/main" id="{D8224C60-3A11-4C8B-9F6F-1A6DBDB9C962}"/>
              </a:ext>
            </a:extLst>
          </p:cNvPr>
          <p:cNvSpPr/>
          <p:nvPr/>
        </p:nvSpPr>
        <p:spPr bwMode="auto">
          <a:xfrm>
            <a:off x="6505528" y="3090446"/>
            <a:ext cx="2487357" cy="338554"/>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b="1" dirty="0">
                <a:latin typeface="Arial" charset="0"/>
              </a:rPr>
              <a:t>SET XACT_ABORT ON</a:t>
            </a:r>
          </a:p>
        </p:txBody>
      </p:sp>
    </p:spTree>
    <p:extLst>
      <p:ext uri="{BB962C8B-B14F-4D97-AF65-F5344CB8AC3E}">
        <p14:creationId xmlns:p14="http://schemas.microsoft.com/office/powerpoint/2010/main" val="175081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8CA604A-B0AD-BB40-AD9D-A0F5FE321A33}"/>
              </a:ext>
            </a:extLst>
          </p:cNvPr>
          <p:cNvSpPr>
            <a:spLocks noGrp="1"/>
          </p:cNvSpPr>
          <p:nvPr>
            <p:ph type="body" sz="quarter" idx="10"/>
          </p:nvPr>
        </p:nvSpPr>
        <p:spPr/>
        <p:txBody>
          <a:bodyPr/>
          <a:lstStyle/>
          <a:p>
            <a:r>
              <a:rPr lang="en-GB" sz="3200" dirty="0">
                <a:solidFill>
                  <a:schemeClr val="tx1"/>
                </a:solidFill>
              </a:rPr>
              <a:t>Transaction example</a:t>
            </a:r>
            <a:endParaRPr lang="en-US" sz="3200" dirty="0">
              <a:solidFill>
                <a:schemeClr val="tx1"/>
              </a:solidFill>
            </a:endParaRPr>
          </a:p>
        </p:txBody>
      </p:sp>
      <p:sp>
        <p:nvSpPr>
          <p:cNvPr id="7" name="Text Placeholder 6">
            <a:extLst>
              <a:ext uri="{FF2B5EF4-FFF2-40B4-BE49-F238E27FC236}">
                <a16:creationId xmlns:a16="http://schemas.microsoft.com/office/drawing/2014/main" id="{474A5975-4EE8-3A43-AD43-0CDBB58CCF9A}"/>
              </a:ext>
            </a:extLst>
          </p:cNvPr>
          <p:cNvSpPr>
            <a:spLocks noGrp="1"/>
          </p:cNvSpPr>
          <p:nvPr>
            <p:ph type="body" sz="quarter" idx="11"/>
          </p:nvPr>
        </p:nvSpPr>
        <p:spPr/>
        <p:txBody>
          <a:bodyPr/>
          <a:lstStyle/>
          <a:p>
            <a:r>
              <a:rPr lang="en-GB" dirty="0"/>
              <a:t>Command outline:</a:t>
            </a:r>
          </a:p>
          <a:p>
            <a:endParaRPr lang="en-US" dirty="0"/>
          </a:p>
        </p:txBody>
      </p:sp>
      <p:sp>
        <p:nvSpPr>
          <p:cNvPr id="4" name="Slide Number Placeholder 3">
            <a:extLst>
              <a:ext uri="{FF2B5EF4-FFF2-40B4-BE49-F238E27FC236}">
                <a16:creationId xmlns:a16="http://schemas.microsoft.com/office/drawing/2014/main" id="{B2285B46-00E4-6E4C-9DE8-4746EA735B25}"/>
              </a:ext>
            </a:extLst>
          </p:cNvPr>
          <p:cNvSpPr>
            <a:spLocks noGrp="1"/>
          </p:cNvSpPr>
          <p:nvPr>
            <p:ph type="sldNum" sz="quarter" idx="4294967295"/>
          </p:nvPr>
        </p:nvSpPr>
        <p:spPr>
          <a:xfrm>
            <a:off x="11407775" y="6511925"/>
            <a:ext cx="784225" cy="179388"/>
          </a:xfrm>
        </p:spPr>
        <p:txBody>
          <a:bodyPr/>
          <a:lstStyle/>
          <a:p>
            <a:fld id="{EF892D59-8F09-EF4B-AD6D-DA609442F868}" type="slidenum">
              <a:rPr lang="en-GB" smtClean="0"/>
              <a:pPr/>
              <a:t>6</a:t>
            </a:fld>
            <a:endParaRPr lang="en-GB"/>
          </a:p>
        </p:txBody>
      </p:sp>
      <p:sp>
        <p:nvSpPr>
          <p:cNvPr id="8" name="Rectangle 7">
            <a:extLst>
              <a:ext uri="{FF2B5EF4-FFF2-40B4-BE49-F238E27FC236}">
                <a16:creationId xmlns:a16="http://schemas.microsoft.com/office/drawing/2014/main" id="{12846059-F29B-4D4B-8C7C-581CA1CD0AEE}"/>
              </a:ext>
            </a:extLst>
          </p:cNvPr>
          <p:cNvSpPr/>
          <p:nvPr/>
        </p:nvSpPr>
        <p:spPr bwMode="auto">
          <a:xfrm>
            <a:off x="5037137" y="1967061"/>
            <a:ext cx="5377985" cy="2923877"/>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BEGIN TRY</a:t>
            </a:r>
          </a:p>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	BEGIN TRAN</a:t>
            </a:r>
          </a:p>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		</a:t>
            </a:r>
            <a:r>
              <a:rPr lang="en-GB" sz="1600" dirty="0">
                <a:latin typeface="Arial" charset="0"/>
              </a:rPr>
              <a:t>&lt;some data modifications&gt;</a:t>
            </a:r>
          </a:p>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	COMMIT TRAN</a:t>
            </a:r>
          </a:p>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END TRY</a:t>
            </a:r>
          </a:p>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BEGIN CATCH</a:t>
            </a:r>
          </a:p>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	ROLLBACK TRAN</a:t>
            </a:r>
          </a:p>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	</a:t>
            </a:r>
            <a:r>
              <a:rPr lang="en-GB" sz="1600" dirty="0">
                <a:latin typeface="Arial" charset="0"/>
              </a:rPr>
              <a:t>&lt;code for the error&gt;</a:t>
            </a:r>
            <a:endParaRPr lang="en-GB" sz="1600" b="1" dirty="0">
              <a:latin typeface="Arial" charset="0"/>
            </a:endParaRPr>
          </a:p>
          <a:p>
            <a:pPr marL="0" marR="0" indent="0" algn="l" defTabSz="914400" rtl="0" eaLnBrk="0" fontAlgn="base" latinLnBrk="0" hangingPunct="0">
              <a:lnSpc>
                <a:spcPct val="100000"/>
              </a:lnSpc>
              <a:spcAft>
                <a:spcPts val="600"/>
              </a:spcAft>
              <a:buClrTx/>
              <a:buSzTx/>
              <a:buFontTx/>
              <a:buNone/>
              <a:tabLst>
                <a:tab pos="355600" algn="l"/>
                <a:tab pos="719138" algn="l"/>
                <a:tab pos="1074738" algn="l"/>
              </a:tabLst>
            </a:pPr>
            <a:r>
              <a:rPr lang="en-GB" sz="1600" b="1" dirty="0">
                <a:latin typeface="Arial" charset="0"/>
              </a:rPr>
              <a:t>END CATCH</a:t>
            </a:r>
          </a:p>
        </p:txBody>
      </p:sp>
    </p:spTree>
    <p:extLst>
      <p:ext uri="{BB962C8B-B14F-4D97-AF65-F5344CB8AC3E}">
        <p14:creationId xmlns:p14="http://schemas.microsoft.com/office/powerpoint/2010/main" val="1410905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74A5975-4EE8-3A43-AD43-0CDBB58CCF9A}"/>
              </a:ext>
            </a:extLst>
          </p:cNvPr>
          <p:cNvSpPr>
            <a:spLocks noGrp="1"/>
          </p:cNvSpPr>
          <p:nvPr>
            <p:ph type="body" sz="quarter" idx="12"/>
          </p:nvPr>
        </p:nvSpPr>
        <p:spPr/>
        <p:txBody>
          <a:bodyPr/>
          <a:lstStyle/>
          <a:p>
            <a:r>
              <a:rPr lang="en-GB" dirty="0"/>
              <a:t>TRANSACTION EXAMPLE (cont.)</a:t>
            </a:r>
            <a:endParaRPr lang="en-US" dirty="0"/>
          </a:p>
        </p:txBody>
      </p:sp>
      <p:sp>
        <p:nvSpPr>
          <p:cNvPr id="6" name="Text Placeholder 5">
            <a:extLst>
              <a:ext uri="{FF2B5EF4-FFF2-40B4-BE49-F238E27FC236}">
                <a16:creationId xmlns:a16="http://schemas.microsoft.com/office/drawing/2014/main" id="{C8CA604A-B0AD-BB40-AD9D-A0F5FE321A33}"/>
              </a:ext>
            </a:extLst>
          </p:cNvPr>
          <p:cNvSpPr>
            <a:spLocks noGrp="1"/>
          </p:cNvSpPr>
          <p:nvPr>
            <p:ph type="body" sz="quarter" idx="11"/>
          </p:nvPr>
        </p:nvSpPr>
        <p:spPr/>
        <p:txBody>
          <a:bodyPr/>
          <a:lstStyle/>
          <a:p>
            <a:endParaRPr lang="en-GB" dirty="0"/>
          </a:p>
          <a:p>
            <a:r>
              <a:rPr lang="en-GB" dirty="0"/>
              <a:t>Demonstration:</a:t>
            </a:r>
          </a:p>
          <a:p>
            <a:endParaRPr lang="en-US" dirty="0"/>
          </a:p>
        </p:txBody>
      </p:sp>
      <p:sp>
        <p:nvSpPr>
          <p:cNvPr id="4" name="Slide Number Placeholder 3">
            <a:extLst>
              <a:ext uri="{FF2B5EF4-FFF2-40B4-BE49-F238E27FC236}">
                <a16:creationId xmlns:a16="http://schemas.microsoft.com/office/drawing/2014/main" id="{B2285B46-00E4-6E4C-9DE8-4746EA735B25}"/>
              </a:ext>
            </a:extLst>
          </p:cNvPr>
          <p:cNvSpPr>
            <a:spLocks noGrp="1"/>
          </p:cNvSpPr>
          <p:nvPr>
            <p:ph type="sldNum" sz="quarter" idx="4"/>
          </p:nvPr>
        </p:nvSpPr>
        <p:spPr/>
        <p:txBody>
          <a:bodyPr/>
          <a:lstStyle/>
          <a:p>
            <a:fld id="{EF892D59-8F09-EF4B-AD6D-DA609442F868}" type="slidenum">
              <a:rPr lang="en-GB" smtClean="0"/>
              <a:pPr/>
              <a:t>7</a:t>
            </a:fld>
            <a:endParaRPr lang="en-GB"/>
          </a:p>
        </p:txBody>
      </p:sp>
      <p:sp>
        <p:nvSpPr>
          <p:cNvPr id="8" name="Rectangle 7">
            <a:extLst>
              <a:ext uri="{FF2B5EF4-FFF2-40B4-BE49-F238E27FC236}">
                <a16:creationId xmlns:a16="http://schemas.microsoft.com/office/drawing/2014/main" id="{64C22C2B-6B5E-412E-A6EE-515E71F87142}"/>
              </a:ext>
            </a:extLst>
          </p:cNvPr>
          <p:cNvSpPr/>
          <p:nvPr/>
        </p:nvSpPr>
        <p:spPr bwMode="auto">
          <a:xfrm>
            <a:off x="2801981" y="1379757"/>
            <a:ext cx="8600310" cy="5098832"/>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spcAft>
                <a:spcPts val="400"/>
              </a:spcAft>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DECLARE @AccountNo INT = 12343422</a:t>
            </a:r>
          </a:p>
          <a:p>
            <a:pPr>
              <a:spcAft>
                <a:spcPts val="400"/>
              </a:spcAft>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DECLARE @Machine INT = 23321</a:t>
            </a:r>
          </a:p>
          <a:p>
            <a:pPr>
              <a:spcAft>
                <a:spcPts val="400"/>
              </a:spcAft>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DECLARE @Amount MONEY = 50.00</a:t>
            </a:r>
          </a:p>
          <a:p>
            <a:pPr>
              <a:spcAft>
                <a:spcPts val="400"/>
              </a:spcAft>
              <a:tabLst>
                <a:tab pos="355600" algn="l"/>
                <a:tab pos="719138" algn="l"/>
                <a:tab pos="1074738" algn="l"/>
                <a:tab pos="1438275" algn="l"/>
                <a:tab pos="1793875" algn="l"/>
                <a:tab pos="2147888" algn="l"/>
              </a:tabLst>
            </a:pPr>
            <a:endParaRPr lang="en-GB" sz="1600" b="1" dirty="0">
              <a:latin typeface="Arial" panose="020B0604020202020204" pitchFamily="34" charset="0"/>
              <a:cs typeface="Arial" panose="020B0604020202020204" pitchFamily="34" charset="0"/>
            </a:endParaRPr>
          </a:p>
          <a:p>
            <a:pPr>
              <a:spcAft>
                <a:spcPts val="400"/>
              </a:spcAft>
              <a:tabLst>
                <a:tab pos="355600" algn="l"/>
                <a:tab pos="719138" algn="l"/>
                <a:tab pos="1074738" algn="l"/>
                <a:tab pos="1438275" algn="l"/>
                <a:tab pos="1793875" algn="l"/>
                <a:tab pos="2147888" algn="l"/>
              </a:tabLst>
            </a:pPr>
            <a:r>
              <a:rPr lang="en-GB" sz="1600" b="1" dirty="0">
                <a:latin typeface="Arial" panose="020B0604020202020204" pitchFamily="34" charset="0"/>
                <a:cs typeface="Arial" panose="020B0604020202020204" pitchFamily="34" charset="0"/>
              </a:rPr>
              <a:t>BEGIN TRY</a:t>
            </a:r>
          </a:p>
          <a:p>
            <a:pPr>
              <a:spcAft>
                <a:spcPts val="400"/>
              </a:spcAft>
              <a:tabLst>
                <a:tab pos="355600" algn="l"/>
                <a:tab pos="719138" algn="l"/>
                <a:tab pos="1074738" algn="l"/>
                <a:tab pos="1438275" algn="l"/>
                <a:tab pos="1793875" algn="l"/>
                <a:tab pos="2147888" algn="l"/>
              </a:tabLst>
            </a:pPr>
            <a:r>
              <a:rPr lang="en-GB" sz="1600" b="1" dirty="0">
                <a:latin typeface="Arial" panose="020B0604020202020204" pitchFamily="34" charset="0"/>
                <a:cs typeface="Arial" panose="020B0604020202020204" pitchFamily="34" charset="0"/>
              </a:rPr>
              <a:t>	BEGIN TRAN</a:t>
            </a:r>
          </a:p>
          <a:p>
            <a:pPr>
              <a:spcAft>
                <a:spcPts val="400"/>
              </a:spcAft>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		INSERT INTO dbo.CashpointTrans(AcctNo, TranDT, MachineID, TranValue)</a:t>
            </a:r>
          </a:p>
          <a:p>
            <a:pPr>
              <a:spcAft>
                <a:spcPts val="400"/>
              </a:spcAft>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			VALUES (@AccountNo,getdate(),@Machine, @Amount)</a:t>
            </a:r>
          </a:p>
          <a:p>
            <a:pPr>
              <a:spcAft>
                <a:spcPts val="400"/>
              </a:spcAft>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		UPDATE dbo.CurrentAccount</a:t>
            </a:r>
          </a:p>
          <a:p>
            <a:pPr>
              <a:spcAft>
                <a:spcPts val="400"/>
              </a:spcAft>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			SET Balance = Balance – @Amount</a:t>
            </a:r>
          </a:p>
          <a:p>
            <a:pPr>
              <a:spcAft>
                <a:spcPts val="400"/>
              </a:spcAft>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			WHERE AcctNo = @AccountNo</a:t>
            </a:r>
          </a:p>
          <a:p>
            <a:pPr>
              <a:spcAft>
                <a:spcPts val="400"/>
              </a:spcAft>
              <a:tabLst>
                <a:tab pos="355600" algn="l"/>
                <a:tab pos="719138" algn="l"/>
                <a:tab pos="1074738" algn="l"/>
                <a:tab pos="1438275" algn="l"/>
                <a:tab pos="1793875" algn="l"/>
                <a:tab pos="2147888" algn="l"/>
              </a:tabLst>
            </a:pPr>
            <a:r>
              <a:rPr lang="en-GB" sz="1600" b="1" dirty="0">
                <a:latin typeface="Arial" panose="020B0604020202020204" pitchFamily="34" charset="0"/>
                <a:cs typeface="Arial" panose="020B0604020202020204" pitchFamily="34" charset="0"/>
              </a:rPr>
              <a:t>	COMMIT TRAN</a:t>
            </a:r>
          </a:p>
          <a:p>
            <a:pPr>
              <a:spcAft>
                <a:spcPts val="400"/>
              </a:spcAft>
              <a:tabLst>
                <a:tab pos="355600" algn="l"/>
                <a:tab pos="719138" algn="l"/>
                <a:tab pos="1074738" algn="l"/>
                <a:tab pos="1438275" algn="l"/>
                <a:tab pos="1793875" algn="l"/>
                <a:tab pos="2147888" algn="l"/>
              </a:tabLst>
            </a:pPr>
            <a:r>
              <a:rPr lang="en-GB" sz="1600" b="1" dirty="0">
                <a:latin typeface="Arial" panose="020B0604020202020204" pitchFamily="34" charset="0"/>
                <a:cs typeface="Arial" panose="020B0604020202020204" pitchFamily="34" charset="0"/>
              </a:rPr>
              <a:t>END TRY</a:t>
            </a:r>
          </a:p>
          <a:p>
            <a:pPr>
              <a:spcAft>
                <a:spcPts val="400"/>
              </a:spcAft>
              <a:tabLst>
                <a:tab pos="355600" algn="l"/>
                <a:tab pos="719138" algn="l"/>
                <a:tab pos="1074738" algn="l"/>
                <a:tab pos="1438275" algn="l"/>
                <a:tab pos="1793875" algn="l"/>
                <a:tab pos="2147888" algn="l"/>
              </a:tabLst>
            </a:pPr>
            <a:r>
              <a:rPr lang="en-GB" sz="1600" b="1" dirty="0">
                <a:latin typeface="Arial" panose="020B0604020202020204" pitchFamily="34" charset="0"/>
                <a:cs typeface="Arial" panose="020B0604020202020204" pitchFamily="34" charset="0"/>
              </a:rPr>
              <a:t>BEGIN CATCH</a:t>
            </a:r>
          </a:p>
          <a:p>
            <a:pPr>
              <a:spcAft>
                <a:spcPts val="400"/>
              </a:spcAft>
              <a:tabLst>
                <a:tab pos="355600" algn="l"/>
                <a:tab pos="719138" algn="l"/>
                <a:tab pos="1074738" algn="l"/>
                <a:tab pos="1438275" algn="l"/>
                <a:tab pos="1793875" algn="l"/>
                <a:tab pos="2147888" algn="l"/>
              </a:tabLst>
            </a:pPr>
            <a:r>
              <a:rPr lang="en-GB" sz="1600" b="1" dirty="0">
                <a:latin typeface="Arial" panose="020B0604020202020204" pitchFamily="34" charset="0"/>
                <a:cs typeface="Arial" panose="020B0604020202020204" pitchFamily="34" charset="0"/>
              </a:rPr>
              <a:t>	PRINT ‘Error was caught’;</a:t>
            </a:r>
          </a:p>
          <a:p>
            <a:pPr>
              <a:spcAft>
                <a:spcPts val="400"/>
              </a:spcAft>
              <a:tabLst>
                <a:tab pos="355600" algn="l"/>
                <a:tab pos="719138" algn="l"/>
                <a:tab pos="1074738" algn="l"/>
                <a:tab pos="1438275" algn="l"/>
                <a:tab pos="1793875" algn="l"/>
                <a:tab pos="2147888" algn="l"/>
              </a:tabLst>
            </a:pPr>
            <a:r>
              <a:rPr lang="en-GB" sz="1600" b="1" dirty="0">
                <a:latin typeface="Arial" panose="020B0604020202020204" pitchFamily="34" charset="0"/>
                <a:cs typeface="Arial" panose="020B0604020202020204" pitchFamily="34" charset="0"/>
              </a:rPr>
              <a:t>	THROW</a:t>
            </a:r>
          </a:p>
          <a:p>
            <a:pPr>
              <a:spcAft>
                <a:spcPts val="400"/>
              </a:spcAft>
              <a:tabLst>
                <a:tab pos="355600" algn="l"/>
                <a:tab pos="719138" algn="l"/>
                <a:tab pos="1074738" algn="l"/>
                <a:tab pos="1438275" algn="l"/>
                <a:tab pos="1793875" algn="l"/>
                <a:tab pos="2147888" algn="l"/>
              </a:tabLst>
            </a:pPr>
            <a:r>
              <a:rPr lang="en-GB" sz="1600" b="1" dirty="0">
                <a:latin typeface="Arial" panose="020B0604020202020204" pitchFamily="34" charset="0"/>
                <a:cs typeface="Arial" panose="020B0604020202020204" pitchFamily="34" charset="0"/>
              </a:rPr>
              <a:t>END CATCH</a:t>
            </a:r>
          </a:p>
        </p:txBody>
      </p:sp>
    </p:spTree>
    <p:extLst>
      <p:ext uri="{BB962C8B-B14F-4D97-AF65-F5344CB8AC3E}">
        <p14:creationId xmlns:p14="http://schemas.microsoft.com/office/powerpoint/2010/main" val="1979776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1F1608-7CD3-4764-A681-19634A803FC8}"/>
              </a:ext>
            </a:extLst>
          </p:cNvPr>
          <p:cNvSpPr>
            <a:spLocks noGrp="1"/>
          </p:cNvSpPr>
          <p:nvPr>
            <p:ph type="ctrTitle"/>
          </p:nvPr>
        </p:nvSpPr>
        <p:spPr/>
        <p:txBody>
          <a:bodyPr/>
          <a:lstStyle/>
          <a:p>
            <a:r>
              <a:rPr lang="en-US" dirty="0"/>
              <a:t>Exercise</a:t>
            </a:r>
            <a:endParaRPr lang="en-GB" dirty="0"/>
          </a:p>
        </p:txBody>
      </p:sp>
      <p:sp>
        <p:nvSpPr>
          <p:cNvPr id="2" name="Slide Number Placeholder 1">
            <a:extLst>
              <a:ext uri="{FF2B5EF4-FFF2-40B4-BE49-F238E27FC236}">
                <a16:creationId xmlns:a16="http://schemas.microsoft.com/office/drawing/2014/main" id="{682B6947-1657-B945-874D-F4F6EE0D9BB8}"/>
              </a:ext>
            </a:extLst>
          </p:cNvPr>
          <p:cNvSpPr>
            <a:spLocks noGrp="1"/>
          </p:cNvSpPr>
          <p:nvPr>
            <p:ph type="sldNum" sz="quarter" idx="4"/>
          </p:nvPr>
        </p:nvSpPr>
        <p:spPr/>
        <p:txBody>
          <a:bodyPr/>
          <a:lstStyle/>
          <a:p>
            <a:fld id="{EF892D59-8F09-EF4B-AD6D-DA609442F868}" type="slidenum">
              <a:rPr lang="en-GB" smtClean="0"/>
              <a:pPr/>
              <a:t>8</a:t>
            </a:fld>
            <a:endParaRPr lang="en-GB"/>
          </a:p>
        </p:txBody>
      </p:sp>
    </p:spTree>
    <p:extLst>
      <p:ext uri="{BB962C8B-B14F-4D97-AF65-F5344CB8AC3E}">
        <p14:creationId xmlns:p14="http://schemas.microsoft.com/office/powerpoint/2010/main" val="3138062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Review</a:t>
            </a:r>
          </a:p>
        </p:txBody>
      </p:sp>
      <p:sp>
        <p:nvSpPr>
          <p:cNvPr id="3" name="Text Placeholder 5">
            <a:extLst>
              <a:ext uri="{FF2B5EF4-FFF2-40B4-BE49-F238E27FC236}">
                <a16:creationId xmlns:a16="http://schemas.microsoft.com/office/drawing/2014/main" id="{0344C3CC-C279-A10D-1059-3B4D41514184}"/>
              </a:ext>
            </a:extLst>
          </p:cNvPr>
          <p:cNvSpPr txBox="1">
            <a:spLocks/>
          </p:cNvSpPr>
          <p:nvPr/>
        </p:nvSpPr>
        <p:spPr>
          <a:xfrm>
            <a:off x="3142612" y="2013674"/>
            <a:ext cx="4692958" cy="3049588"/>
          </a:xfrm>
          <a:prstGeom prst="rect">
            <a:avLst/>
          </a:prstGeom>
        </p:spPr>
        <p:txBody>
          <a:bodyPr/>
          <a:lstStyle>
            <a:lvl1pPr marL="270000" indent="-270000" algn="l" defTabSz="914400" rtl="0" eaLnBrk="1" latinLnBrk="0" hangingPunct="1">
              <a:lnSpc>
                <a:spcPts val="2200"/>
              </a:lnSpc>
              <a:spcBef>
                <a:spcPts val="0"/>
              </a:spcBef>
              <a:spcAft>
                <a:spcPts val="650"/>
              </a:spcAft>
              <a:buSzPct val="115000"/>
              <a:buFontTx/>
              <a:buBlip>
                <a:blip r:embed="rId3"/>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GB" b="1" dirty="0"/>
              <a:t>Transactions</a:t>
            </a:r>
          </a:p>
          <a:p>
            <a:pPr marL="465746" lvl="1" indent="-285750">
              <a:lnSpc>
                <a:spcPct val="150000"/>
              </a:lnSpc>
              <a:buFont typeface="Arial" panose="020B0604020202020204" pitchFamily="34" charset="0"/>
              <a:buChar char="•"/>
            </a:pPr>
            <a:r>
              <a:rPr lang="en-GB" sz="1800" dirty="0"/>
              <a:t>Overview</a:t>
            </a:r>
          </a:p>
          <a:p>
            <a:pPr marL="465746" lvl="1" indent="-285750">
              <a:lnSpc>
                <a:spcPct val="150000"/>
              </a:lnSpc>
              <a:buFont typeface="Arial" panose="020B0604020202020204" pitchFamily="34" charset="0"/>
              <a:buChar char="•"/>
            </a:pPr>
            <a:r>
              <a:rPr lang="en-GB" sz="1800" dirty="0"/>
              <a:t>Implementing transactions</a:t>
            </a:r>
          </a:p>
          <a:p>
            <a:pPr marL="0" indent="0">
              <a:buNone/>
            </a:pPr>
            <a:endParaRPr lang="en-US" dirty="0"/>
          </a:p>
        </p:txBody>
      </p:sp>
    </p:spTree>
    <p:extLst>
      <p:ext uri="{BB962C8B-B14F-4D97-AF65-F5344CB8AC3E}">
        <p14:creationId xmlns:p14="http://schemas.microsoft.com/office/powerpoint/2010/main" val="635996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QA Templat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id="{DE8E1450-BE88-46CA-9542-26C1D73DC92C}" vid="{4B9824EF-B20E-4E0A-B921-8FB6D86DECC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d579490-102d-4bf3-8643-974e67683526" xsi:nil="true"/>
    <lcf76f155ced4ddcb4097134ff3c332f xmlns="ba510fac-c167-4753-a08e-cbd4eab2b0b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F1C044A4CFD9459FE8AB7A07496CED" ma:contentTypeVersion="15" ma:contentTypeDescription="Create a new document." ma:contentTypeScope="" ma:versionID="0d44812aa4130c3ed3f4d9aff9f2f973">
  <xsd:schema xmlns:xsd="http://www.w3.org/2001/XMLSchema" xmlns:xs="http://www.w3.org/2001/XMLSchema" xmlns:p="http://schemas.microsoft.com/office/2006/metadata/properties" xmlns:ns2="ba510fac-c167-4753-a08e-cbd4eab2b0b9" xmlns:ns3="9d579490-102d-4bf3-8643-974e67683526" targetNamespace="http://schemas.microsoft.com/office/2006/metadata/properties" ma:root="true" ma:fieldsID="1aed74eb038267da9b8aff97a3e61612" ns2:_="" ns3:_="">
    <xsd:import namespace="ba510fac-c167-4753-a08e-cbd4eab2b0b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510fac-c167-4753-a08e-cbd4eab2b0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e1d3cdd-0ef3-4b3c-82fb-0fe997b7d763}" ma:internalName="TaxCatchAll" ma:showField="CatchAllData" ma:web="9d579490-102d-4bf3-8643-974e676835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4FD4C0-AF61-4457-ADCF-4CFE3F92DA4C}">
  <ds:schemaRefs>
    <ds:schemaRef ds:uri="http://purl.org/dc/elements/1.1/"/>
    <ds:schemaRef ds:uri="http://schemas.microsoft.com/office/2006/metadata/properties"/>
    <ds:schemaRef ds:uri="http://purl.org/dc/terms/"/>
    <ds:schemaRef ds:uri="http://schemas.microsoft.com/office/2006/documentManagement/types"/>
    <ds:schemaRef ds:uri="9d579490-102d-4bf3-8643-974e67683526"/>
    <ds:schemaRef ds:uri="http://schemas.microsoft.com/office/infopath/2007/PartnerControls"/>
    <ds:schemaRef ds:uri="http://schemas.openxmlformats.org/package/2006/metadata/core-properties"/>
    <ds:schemaRef ds:uri="ba510fac-c167-4753-a08e-cbd4eab2b0b9"/>
    <ds:schemaRef ds:uri="http://www.w3.org/XML/1998/namespace"/>
    <ds:schemaRef ds:uri="http://purl.org/dc/dcmitype/"/>
  </ds:schemaRefs>
</ds:datastoreItem>
</file>

<file path=customXml/itemProps2.xml><?xml version="1.0" encoding="utf-8"?>
<ds:datastoreItem xmlns:ds="http://schemas.openxmlformats.org/officeDocument/2006/customXml" ds:itemID="{33E04431-6732-43D0-8C33-9099CDDCD2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510fac-c167-4753-a08e-cbd4eab2b0b9"/>
    <ds:schemaRef ds:uri="9d579490-102d-4bf3-8643-974e676835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466F22-B209-49D5-9C6F-CD2632AF8C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Trainer Slidedeck Template DRAFT v0.1</Template>
  <TotalTime>765</TotalTime>
  <Words>858</Words>
  <Application>Microsoft Office PowerPoint</Application>
  <PresentationFormat>Widescreen</PresentationFormat>
  <Paragraphs>166</Paragraphs>
  <Slides>9</Slides>
  <Notes>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Arial</vt:lpstr>
      <vt:lpstr>Calibri</vt:lpstr>
      <vt:lpstr>Courier New</vt:lpstr>
      <vt:lpstr>Montserrat</vt:lpstr>
      <vt:lpstr>Montserrat Black</vt:lpstr>
      <vt:lpstr>Master_Neutral</vt:lpstr>
      <vt:lpstr>QA Template</vt:lpstr>
      <vt:lpstr>Module 7: Transactions</vt:lpstr>
      <vt:lpstr>PowerPoint Presentation</vt:lpstr>
      <vt:lpstr>PowerPoint Presentation</vt:lpstr>
      <vt:lpstr>PowerPoint Presentation</vt:lpstr>
      <vt:lpstr>PowerPoint Presentation</vt:lpstr>
      <vt:lpstr>PowerPoint Presentation</vt:lpstr>
      <vt:lpstr>PowerPoint Presentation</vt:lpstr>
      <vt:lpstr>Exercise</vt:lpstr>
      <vt:lpstr>Review</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Rob Menzies</cp:lastModifiedBy>
  <cp:revision>25</cp:revision>
  <cp:lastPrinted>2019-07-03T09:46:41Z</cp:lastPrinted>
  <dcterms:created xsi:type="dcterms:W3CDTF">2019-09-05T08:17:12Z</dcterms:created>
  <dcterms:modified xsi:type="dcterms:W3CDTF">2025-02-07T13:31:53Z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0x010100F6F1C044A4CFD9459FE8AB7A07496CED</vt:lpwstr>
  </property>
  <property fmtid="{D5CDD505-2E9C-101B-9397-08002B2CF9AE}" pid="3" name="Chapter">
    <vt:lpwstr>1</vt:lpwstr>
  </property>
  <property fmtid="{D5CDD505-2E9C-101B-9397-08002B2CF9AE}" pid="4" name="BookType">
    <vt:lpwstr>6</vt:lpwstr>
  </property>
  <property fmtid="{D5CDD505-2E9C-101B-9397-08002B2CF9AE}" pid="5" name="MediaServiceImageTags">
    <vt:lpwstr/>
  </property>
</Properties>
</file>