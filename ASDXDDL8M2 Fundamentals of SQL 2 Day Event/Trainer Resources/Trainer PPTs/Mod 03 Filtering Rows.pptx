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theme/theme2.xml" ContentType="application/vnd.openxmlformats-officedocument.theme+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 id="2147483850" r:id="rId5"/>
    <p:sldMasterId id="2147483836" r:id="rId6"/>
  </p:sldMasterIdLst>
  <p:notesMasterIdLst>
    <p:notesMasterId r:id="rId28"/>
  </p:notesMasterIdLst>
  <p:handoutMasterIdLst>
    <p:handoutMasterId r:id="rId29"/>
  </p:handoutMasterIdLst>
  <p:sldIdLst>
    <p:sldId id="462" r:id="rId7"/>
    <p:sldId id="612" r:id="rId8"/>
    <p:sldId id="884" r:id="rId9"/>
    <p:sldId id="885" r:id="rId10"/>
    <p:sldId id="886" r:id="rId11"/>
    <p:sldId id="894" r:id="rId12"/>
    <p:sldId id="887" r:id="rId13"/>
    <p:sldId id="895" r:id="rId14"/>
    <p:sldId id="879" r:id="rId15"/>
    <p:sldId id="880" r:id="rId16"/>
    <p:sldId id="881" r:id="rId17"/>
    <p:sldId id="882" r:id="rId18"/>
    <p:sldId id="883" r:id="rId19"/>
    <p:sldId id="888" r:id="rId20"/>
    <p:sldId id="889" r:id="rId21"/>
    <p:sldId id="896" r:id="rId22"/>
    <p:sldId id="890" r:id="rId23"/>
    <p:sldId id="897" r:id="rId24"/>
    <p:sldId id="891" r:id="rId25"/>
    <p:sldId id="898" r:id="rId26"/>
    <p:sldId id="893" r:id="rId27"/>
  </p:sldIdLst>
  <p:sldSz cx="12192000" cy="6858000"/>
  <p:notesSz cx="9775825" cy="664527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Header Slides" id="{DE8BF54A-1323-4403-83F8-D7B5510C9D53}">
          <p14:sldIdLst>
            <p14:sldId id="462"/>
            <p14:sldId id="612"/>
            <p14:sldId id="884"/>
            <p14:sldId id="885"/>
            <p14:sldId id="886"/>
            <p14:sldId id="894"/>
            <p14:sldId id="887"/>
            <p14:sldId id="895"/>
            <p14:sldId id="879"/>
            <p14:sldId id="880"/>
            <p14:sldId id="881"/>
            <p14:sldId id="882"/>
            <p14:sldId id="883"/>
            <p14:sldId id="888"/>
            <p14:sldId id="889"/>
            <p14:sldId id="896"/>
            <p14:sldId id="890"/>
            <p14:sldId id="897"/>
            <p14:sldId id="891"/>
            <p14:sldId id="898"/>
            <p14:sldId id="893"/>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0D3FF"/>
    <a:srgbClr val="004050"/>
    <a:srgbClr val="F3622C"/>
    <a:srgbClr val="FFFFFF"/>
    <a:srgbClr val="7F007D"/>
    <a:srgbClr val="FF004C"/>
    <a:srgbClr val="00EDB5"/>
    <a:srgbClr val="000000"/>
    <a:srgbClr val="C4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ECB4567-07A5-496F-B61B-FA6930676B85}" v="1" dt="2021-08-20T09:13:56.41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5678" autoAdjust="0"/>
  </p:normalViewPr>
  <p:slideViewPr>
    <p:cSldViewPr snapToGrid="0" snapToObjects="1" showGuides="1">
      <p:cViewPr varScale="1">
        <p:scale>
          <a:sx n="56" d="100"/>
          <a:sy n="56" d="100"/>
        </p:scale>
        <p:origin x="389" y="43"/>
      </p:cViewPr>
      <p:guideLst/>
    </p:cSldViewPr>
  </p:slideViewPr>
  <p:notesTextViewPr>
    <p:cViewPr>
      <p:scale>
        <a:sx n="1" d="1"/>
        <a:sy n="1" d="1"/>
      </p:scale>
      <p:origin x="0" y="0"/>
    </p:cViewPr>
  </p:notesTextViewPr>
  <p:sorterViewPr>
    <p:cViewPr>
      <p:scale>
        <a:sx n="66" d="100"/>
        <a:sy n="66" d="100"/>
      </p:scale>
      <p:origin x="0" y="-3885"/>
    </p:cViewPr>
  </p:sorterViewPr>
  <p:notesViewPr>
    <p:cSldViewPr snapToGrid="0" snapToObjects="1">
      <p:cViewPr varScale="1">
        <p:scale>
          <a:sx n="69" d="100"/>
          <a:sy n="69" d="100"/>
        </p:scale>
        <p:origin x="1672" y="56"/>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 Type="http://schemas.openxmlformats.org/officeDocument/2006/relationships/customXml" Target="../customXml/item3.xml"/><Relationship Id="rId21" Type="http://schemas.openxmlformats.org/officeDocument/2006/relationships/slide" Target="slides/slide15.xml"/><Relationship Id="rId34" Type="http://schemas.microsoft.com/office/2015/10/relationships/revisionInfo" Target="revisionInfo.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theme" Target="theme/theme1.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notesMaster" Target="notesMasters/notesMaster1.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presProps" Target="presProps.xml"/><Relationship Id="rId8"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236347" cy="333451"/>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sz="quarter" idx="1"/>
          </p:nvPr>
        </p:nvSpPr>
        <p:spPr>
          <a:xfrm>
            <a:off x="5537144" y="0"/>
            <a:ext cx="4236347" cy="333451"/>
          </a:xfrm>
          <a:prstGeom prst="rect">
            <a:avLst/>
          </a:prstGeom>
        </p:spPr>
        <p:txBody>
          <a:bodyPr vert="horz" lIns="91440" tIns="45720" rIns="91440" bIns="45720" rtlCol="0"/>
          <a:lstStyle>
            <a:lvl1pPr algn="r">
              <a:defRPr sz="1200"/>
            </a:lvl1pPr>
          </a:lstStyle>
          <a:p>
            <a:fld id="{86D088FE-3E68-47FE-8BA4-634CD34BABBC}" type="datetimeFigureOut">
              <a:rPr lang="en-GB" smtClean="0"/>
              <a:t>17/03/2025</a:t>
            </a:fld>
            <a:endParaRPr lang="en-GB"/>
          </a:p>
        </p:txBody>
      </p:sp>
      <p:sp>
        <p:nvSpPr>
          <p:cNvPr id="4" name="Footer Placeholder 3"/>
          <p:cNvSpPr>
            <a:spLocks noGrp="1"/>
          </p:cNvSpPr>
          <p:nvPr>
            <p:ph type="ftr" sz="quarter" idx="2"/>
          </p:nvPr>
        </p:nvSpPr>
        <p:spPr>
          <a:xfrm>
            <a:off x="0" y="6311825"/>
            <a:ext cx="4236347" cy="333450"/>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p:cNvSpPr>
            <a:spLocks noGrp="1"/>
          </p:cNvSpPr>
          <p:nvPr>
            <p:ph type="sldNum" sz="quarter" idx="3"/>
          </p:nvPr>
        </p:nvSpPr>
        <p:spPr>
          <a:xfrm>
            <a:off x="5537144" y="6311825"/>
            <a:ext cx="4236347" cy="333450"/>
          </a:xfrm>
          <a:prstGeom prst="rect">
            <a:avLst/>
          </a:prstGeom>
        </p:spPr>
        <p:txBody>
          <a:bodyPr vert="horz" lIns="91440" tIns="45720" rIns="91440" bIns="45720" rtlCol="0" anchor="b"/>
          <a:lstStyle>
            <a:lvl1pPr algn="r">
              <a:defRPr sz="1200"/>
            </a:lvl1pPr>
          </a:lstStyle>
          <a:p>
            <a:fld id="{29B31C5D-0DE0-4486-9782-41885BE58160}" type="slidenum">
              <a:rPr lang="en-GB" smtClean="0"/>
              <a:t>‹#›</a:t>
            </a:fld>
            <a:endParaRPr lang="en-GB"/>
          </a:p>
        </p:txBody>
      </p:sp>
    </p:spTree>
    <p:extLst>
      <p:ext uri="{BB962C8B-B14F-4D97-AF65-F5344CB8AC3E}">
        <p14:creationId xmlns:p14="http://schemas.microsoft.com/office/powerpoint/2010/main" val="299308254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4236191" cy="33341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5537372" y="0"/>
            <a:ext cx="4236191" cy="333418"/>
          </a:xfrm>
          <a:prstGeom prst="rect">
            <a:avLst/>
          </a:prstGeom>
        </p:spPr>
        <p:txBody>
          <a:bodyPr vert="horz" lIns="91440" tIns="45720" rIns="91440" bIns="45720" rtlCol="0"/>
          <a:lstStyle>
            <a:lvl1pPr algn="r">
              <a:defRPr sz="1200"/>
            </a:lvl1pPr>
          </a:lstStyle>
          <a:p>
            <a:fld id="{1D6B66C6-1E92-0F4E-A300-9D4ED1F0C23F}" type="datetimeFigureOut">
              <a:rPr lang="en-GB" smtClean="0"/>
              <a:t>17/03/2025</a:t>
            </a:fld>
            <a:endParaRPr lang="en-GB"/>
          </a:p>
        </p:txBody>
      </p:sp>
      <p:sp>
        <p:nvSpPr>
          <p:cNvPr id="4" name="Slide Image Placeholder 3"/>
          <p:cNvSpPr>
            <a:spLocks noGrp="1" noRot="1" noChangeAspect="1"/>
          </p:cNvSpPr>
          <p:nvPr>
            <p:ph type="sldImg" idx="2"/>
          </p:nvPr>
        </p:nvSpPr>
        <p:spPr>
          <a:xfrm>
            <a:off x="2894013" y="830263"/>
            <a:ext cx="3987800" cy="2243137"/>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977583" y="3198039"/>
            <a:ext cx="7820660" cy="261657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1" y="6311859"/>
            <a:ext cx="4236191" cy="33341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5537372" y="6311859"/>
            <a:ext cx="4236191" cy="333417"/>
          </a:xfrm>
          <a:prstGeom prst="rect">
            <a:avLst/>
          </a:prstGeom>
        </p:spPr>
        <p:txBody>
          <a:bodyPr vert="horz" lIns="91440" tIns="45720" rIns="91440" bIns="45720" rtlCol="0" anchor="b"/>
          <a:lstStyle>
            <a:lvl1pPr algn="r">
              <a:defRPr sz="1200"/>
            </a:lvl1pPr>
          </a:lstStyle>
          <a:p>
            <a:fld id="{548901C6-1DA1-FB44-ABEE-06A0FEB7738E}" type="slidenum">
              <a:rPr lang="en-GB" smtClean="0"/>
              <a:t>‹#›</a:t>
            </a:fld>
            <a:endParaRPr lang="en-GB"/>
          </a:p>
        </p:txBody>
      </p:sp>
    </p:spTree>
    <p:extLst>
      <p:ext uri="{BB962C8B-B14F-4D97-AF65-F5344CB8AC3E}">
        <p14:creationId xmlns:p14="http://schemas.microsoft.com/office/powerpoint/2010/main" val="12276747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548901C6-1DA1-FB44-ABEE-06A0FEB7738E}" type="slidenum">
              <a:rPr lang="en-GB" smtClean="0"/>
              <a:t>2</a:t>
            </a:fld>
            <a:endParaRPr lang="en-GB"/>
          </a:p>
        </p:txBody>
      </p:sp>
    </p:spTree>
    <p:extLst>
      <p:ext uri="{BB962C8B-B14F-4D97-AF65-F5344CB8AC3E}">
        <p14:creationId xmlns:p14="http://schemas.microsoft.com/office/powerpoint/2010/main" val="12767504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optional WHERE clause is how we tell SQL that we want to limit the results that a query </a:t>
            </a:r>
            <a:r>
              <a:rPr lang="en-GB" baseline="0" dirty="0"/>
              <a:t>returns. Without a WHERE clause, all rows in the table are returned.</a:t>
            </a:r>
          </a:p>
          <a:p>
            <a:endParaRPr lang="en-GB" baseline="0" dirty="0"/>
          </a:p>
          <a:p>
            <a:r>
              <a:rPr lang="en-GB" baseline="0" dirty="0"/>
              <a:t>We very rarely want every row to be returned, so it’s quite an important part of a query!</a:t>
            </a:r>
          </a:p>
          <a:p>
            <a:endParaRPr lang="en-IN" dirty="0"/>
          </a:p>
        </p:txBody>
      </p:sp>
      <p:sp>
        <p:nvSpPr>
          <p:cNvPr id="4" name="Slide Number Placeholder 3"/>
          <p:cNvSpPr>
            <a:spLocks noGrp="1"/>
          </p:cNvSpPr>
          <p:nvPr>
            <p:ph type="sldNum" sz="quarter" idx="10"/>
          </p:nvPr>
        </p:nvSpPr>
        <p:spPr/>
        <p:txBody>
          <a:bodyPr/>
          <a:lstStyle/>
          <a:p>
            <a:fld id="{548901C6-1DA1-FB44-ABEE-06A0FEB7738E}" type="slidenum">
              <a:rPr lang="en-GB" smtClean="0"/>
              <a:t>5</a:t>
            </a:fld>
            <a:endParaRPr lang="en-GB"/>
          </a:p>
        </p:txBody>
      </p:sp>
    </p:spTree>
    <p:extLst>
      <p:ext uri="{BB962C8B-B14F-4D97-AF65-F5344CB8AC3E}">
        <p14:creationId xmlns:p14="http://schemas.microsoft.com/office/powerpoint/2010/main" val="21509474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 WHERE clause consists of a predicate,</a:t>
            </a:r>
            <a:r>
              <a:rPr lang="en-GB" baseline="0" dirty="0"/>
              <a:t> which is an expression that returns either true or false.</a:t>
            </a:r>
          </a:p>
          <a:p>
            <a:endParaRPr lang="en-GB" baseline="0" dirty="0"/>
          </a:p>
          <a:p>
            <a:r>
              <a:rPr lang="en-GB" baseline="0" dirty="0"/>
              <a:t>SQL will retrieve all the rows in the table for which that predicate returns true.</a:t>
            </a:r>
          </a:p>
          <a:p>
            <a:endParaRPr lang="en-GB" baseline="0" dirty="0"/>
          </a:p>
          <a:p>
            <a:r>
              <a:rPr lang="en-GB" baseline="0" dirty="0"/>
              <a:t>In the example on the slide, we are telling SQL that we only want to see those products whose discontinued column has a value of zero (i.e. they are </a:t>
            </a:r>
            <a:r>
              <a:rPr lang="en-GB" i="1" baseline="0" dirty="0"/>
              <a:t>not</a:t>
            </a:r>
            <a:r>
              <a:rPr lang="en-GB" baseline="0" dirty="0"/>
              <a:t> discontinued)</a:t>
            </a:r>
          </a:p>
          <a:p>
            <a:endParaRPr lang="en-GB" baseline="0" dirty="0"/>
          </a:p>
          <a:p>
            <a:r>
              <a:rPr lang="en-GB" b="1" baseline="0" dirty="0"/>
              <a:t>NOTE:</a:t>
            </a:r>
            <a:r>
              <a:rPr lang="en-GB" baseline="0" dirty="0"/>
              <a:t> depending on how the database has been created, SQL may not actually need to perform the test on every single row, so if you’re concerned about a table with a million rows taking a long time to filter, don’t be.</a:t>
            </a:r>
            <a:endParaRPr lang="en-GB" dirty="0"/>
          </a:p>
          <a:p>
            <a:endParaRPr lang="en-IN" dirty="0"/>
          </a:p>
        </p:txBody>
      </p:sp>
      <p:sp>
        <p:nvSpPr>
          <p:cNvPr id="4" name="Slide Number Placeholder 3"/>
          <p:cNvSpPr>
            <a:spLocks noGrp="1"/>
          </p:cNvSpPr>
          <p:nvPr>
            <p:ph type="sldNum" sz="quarter" idx="10"/>
          </p:nvPr>
        </p:nvSpPr>
        <p:spPr/>
        <p:txBody>
          <a:bodyPr/>
          <a:lstStyle/>
          <a:p>
            <a:fld id="{548901C6-1DA1-FB44-ABEE-06A0FEB7738E}" type="slidenum">
              <a:rPr lang="en-GB" smtClean="0"/>
              <a:t>7</a:t>
            </a:fld>
            <a:endParaRPr lang="en-GB"/>
          </a:p>
        </p:txBody>
      </p:sp>
    </p:spTree>
    <p:extLst>
      <p:ext uri="{BB962C8B-B14F-4D97-AF65-F5344CB8AC3E}">
        <p14:creationId xmlns:p14="http://schemas.microsoft.com/office/powerpoint/2010/main" val="24739595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Slide Image Placeholder 1"/>
          <p:cNvSpPr>
            <a:spLocks noGrp="1" noRot="1" noChangeAspect="1" noTextEdit="1"/>
          </p:cNvSpPr>
          <p:nvPr>
            <p:ph type="sldImg"/>
          </p:nvPr>
        </p:nvSpPr>
        <p:spPr>
          <a:ln/>
        </p:spPr>
      </p:sp>
      <p:sp>
        <p:nvSpPr>
          <p:cNvPr id="77829" name="Notes Placeholder 2"/>
          <p:cNvSpPr>
            <a:spLocks noGrp="1"/>
          </p:cNvSpPr>
          <p:nvPr>
            <p:ph type="body" idx="1"/>
          </p:nvPr>
        </p:nvSpPr>
        <p:spPr>
          <a:noFill/>
        </p:spPr>
        <p:txBody>
          <a:bodyPr/>
          <a:lstStyle/>
          <a:p>
            <a:r>
              <a:rPr lang="en-GB" dirty="0"/>
              <a:t>We do</a:t>
            </a:r>
            <a:r>
              <a:rPr lang="en-GB" baseline="0" dirty="0"/>
              <a:t> not have to use an equality comparison in our WHERE clauses, nor are we limited to only one criteria in our predicates.</a:t>
            </a:r>
          </a:p>
          <a:p>
            <a:endParaRPr lang="en-GB" baseline="0" dirty="0"/>
          </a:p>
          <a:p>
            <a:r>
              <a:rPr lang="en-GB" baseline="0" dirty="0"/>
              <a:t>In the first example – </a:t>
            </a:r>
            <a:r>
              <a:rPr lang="en-GB" i="1" baseline="0" dirty="0" err="1"/>
              <a:t>UnitsInStock</a:t>
            </a:r>
            <a:r>
              <a:rPr lang="en-GB" i="1" baseline="0" dirty="0"/>
              <a:t> &gt; 0 </a:t>
            </a:r>
            <a:r>
              <a:rPr lang="en-GB" i="0" baseline="0" dirty="0"/>
              <a:t> - the query is looking to return any products which have a </a:t>
            </a:r>
            <a:r>
              <a:rPr lang="en-GB" i="0" baseline="0" dirty="0" err="1"/>
              <a:t>UnitsInStock</a:t>
            </a:r>
            <a:r>
              <a:rPr lang="en-GB" i="0" baseline="0" dirty="0"/>
              <a:t> value greater than 0.</a:t>
            </a:r>
          </a:p>
          <a:p>
            <a:endParaRPr lang="en-GB" i="0" baseline="0" dirty="0"/>
          </a:p>
          <a:p>
            <a:r>
              <a:rPr lang="en-GB" i="0" baseline="0" dirty="0"/>
              <a:t>In the second example – </a:t>
            </a:r>
            <a:r>
              <a:rPr lang="en-GB" i="1" baseline="0" dirty="0" err="1"/>
              <a:t>UnitsInStock</a:t>
            </a:r>
            <a:r>
              <a:rPr lang="en-GB" i="1" baseline="0" dirty="0"/>
              <a:t> = 0 AND </a:t>
            </a:r>
            <a:r>
              <a:rPr lang="en-GB" i="1" baseline="0" dirty="0" err="1"/>
              <a:t>UnitsOnOrder</a:t>
            </a:r>
            <a:r>
              <a:rPr lang="en-GB" i="1" baseline="0" dirty="0"/>
              <a:t> = 0</a:t>
            </a:r>
            <a:r>
              <a:rPr lang="en-GB" i="0" baseline="0" dirty="0"/>
              <a:t> – the query is looking to return any products which have a </a:t>
            </a:r>
            <a:r>
              <a:rPr lang="en-GB" i="0" baseline="0" dirty="0" err="1"/>
              <a:t>UnitsInStock</a:t>
            </a:r>
            <a:r>
              <a:rPr lang="en-GB" i="0" baseline="0" dirty="0"/>
              <a:t> value of 0 but also a </a:t>
            </a:r>
            <a:r>
              <a:rPr lang="en-GB" i="0" baseline="0" dirty="0" err="1"/>
              <a:t>UnitsOnOrder</a:t>
            </a:r>
            <a:r>
              <a:rPr lang="en-GB" i="0" baseline="0" dirty="0"/>
              <a:t> value of 0, meaning that none are in stock and none are on order.</a:t>
            </a:r>
          </a:p>
          <a:p>
            <a:endParaRPr lang="en-GB" i="0" baseline="0" dirty="0"/>
          </a:p>
          <a:p>
            <a:r>
              <a:rPr lang="en-GB" i="0" baseline="0" dirty="0"/>
              <a:t>In the third example – </a:t>
            </a:r>
            <a:r>
              <a:rPr lang="en-GB" i="1" baseline="0" dirty="0" err="1"/>
              <a:t>OrderDate</a:t>
            </a:r>
            <a:r>
              <a:rPr lang="en-GB" i="1" baseline="0" dirty="0"/>
              <a:t> BETWEEN ‘20120101’ AND ‘20121231’</a:t>
            </a:r>
            <a:r>
              <a:rPr lang="en-GB" i="0" baseline="0" dirty="0"/>
              <a:t> – the query is looking to return any orders which were placed between 1</a:t>
            </a:r>
            <a:r>
              <a:rPr lang="en-GB" i="0" baseline="30000" dirty="0"/>
              <a:t>st</a:t>
            </a:r>
            <a:r>
              <a:rPr lang="en-GB" i="0" baseline="0" dirty="0"/>
              <a:t> January 2012 and 31</a:t>
            </a:r>
            <a:r>
              <a:rPr lang="en-GB" i="0" baseline="30000" dirty="0"/>
              <a:t>st</a:t>
            </a:r>
            <a:r>
              <a:rPr lang="en-GB" i="0" baseline="0" dirty="0"/>
              <a:t> December 2012.  As dates are written in different formats around the world (for example 8</a:t>
            </a:r>
            <a:r>
              <a:rPr lang="en-GB" i="0" baseline="30000" dirty="0"/>
              <a:t>th</a:t>
            </a:r>
            <a:r>
              <a:rPr lang="en-GB" i="0" baseline="0" dirty="0"/>
              <a:t> April 2022 would be written as 8/4/2022 in the UK, but 4/8/2022 in the USA – it is recommended to use a language neutral format structured as YYYYMMDD.</a:t>
            </a:r>
            <a:endParaRPr lang="en-GB" baseline="0" dirty="0"/>
          </a:p>
          <a:p>
            <a:endParaRPr lang="en-GB" baseline="0" dirty="0"/>
          </a:p>
          <a:p>
            <a:r>
              <a:rPr lang="en-GB" baseline="0" dirty="0"/>
              <a:t>The next few pages will cover some of the options available when filtering.</a:t>
            </a:r>
            <a:endParaRPr lang="en-GB" dirty="0"/>
          </a:p>
        </p:txBody>
      </p:sp>
    </p:spTree>
    <p:extLst>
      <p:ext uri="{BB962C8B-B14F-4D97-AF65-F5344CB8AC3E}">
        <p14:creationId xmlns:p14="http://schemas.microsoft.com/office/powerpoint/2010/main" val="36110662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Comparison operators</a:t>
            </a:r>
            <a:r>
              <a:rPr lang="en-GB" baseline="0" dirty="0"/>
              <a:t> perform standard value comparisons :-</a:t>
            </a:r>
          </a:p>
          <a:p>
            <a:pPr marL="171450" indent="-171450">
              <a:buFont typeface="Arial" pitchFamily="34" charset="0"/>
              <a:buChar char="•"/>
            </a:pPr>
            <a:r>
              <a:rPr lang="en-GB" baseline="0" dirty="0"/>
              <a:t>=	Equal to</a:t>
            </a:r>
          </a:p>
          <a:p>
            <a:pPr marL="171450" indent="-171450">
              <a:buFont typeface="Arial" pitchFamily="34" charset="0"/>
              <a:buChar char="•"/>
            </a:pPr>
            <a:r>
              <a:rPr lang="en-GB" baseline="0" dirty="0"/>
              <a:t>&gt;	Greater than</a:t>
            </a:r>
          </a:p>
          <a:p>
            <a:pPr marL="171450" indent="-171450">
              <a:buFont typeface="Arial" pitchFamily="34" charset="0"/>
              <a:buChar char="•"/>
            </a:pPr>
            <a:r>
              <a:rPr lang="en-GB" baseline="0" dirty="0"/>
              <a:t>&lt;	Less than</a:t>
            </a:r>
          </a:p>
          <a:p>
            <a:pPr marL="171450" indent="-171450">
              <a:buFont typeface="Arial" pitchFamily="34" charset="0"/>
              <a:buChar char="•"/>
            </a:pPr>
            <a:r>
              <a:rPr lang="en-GB" baseline="0" dirty="0"/>
              <a:t>&gt;=	Greater than or equal to</a:t>
            </a:r>
          </a:p>
          <a:p>
            <a:pPr marL="171450" indent="-171450">
              <a:buFont typeface="Arial" pitchFamily="34" charset="0"/>
              <a:buChar char="•"/>
            </a:pPr>
            <a:r>
              <a:rPr lang="en-GB" baseline="0" dirty="0"/>
              <a:t>&lt;=	Less than or equal to and</a:t>
            </a:r>
          </a:p>
          <a:p>
            <a:pPr marL="171450" indent="-171450">
              <a:buFont typeface="Arial" pitchFamily="34" charset="0"/>
              <a:buChar char="•"/>
            </a:pPr>
            <a:r>
              <a:rPr lang="en-GB" baseline="0" dirty="0"/>
              <a:t>&lt;&gt;	Not equal to</a:t>
            </a:r>
          </a:p>
          <a:p>
            <a:pPr marL="171450" indent="-171450">
              <a:buFont typeface="Arial" pitchFamily="34" charset="0"/>
              <a:buChar char="•"/>
            </a:pPr>
            <a:endParaRPr lang="en-GB" baseline="0" dirty="0"/>
          </a:p>
          <a:p>
            <a:pPr marL="0" indent="0">
              <a:buFont typeface="Arial" pitchFamily="34" charset="0"/>
              <a:buNone/>
            </a:pPr>
            <a:r>
              <a:rPr lang="en-GB" baseline="0" dirty="0"/>
              <a:t>Note that the following can also be used</a:t>
            </a:r>
          </a:p>
          <a:p>
            <a:pPr marL="171450" indent="-171450">
              <a:buFont typeface="Arial" pitchFamily="34" charset="0"/>
              <a:buChar char="•"/>
            </a:pPr>
            <a:r>
              <a:rPr lang="en-GB" baseline="0" dirty="0"/>
              <a:t>!=	Not equal to (same as &lt;&gt;)</a:t>
            </a:r>
          </a:p>
          <a:p>
            <a:pPr marL="171450" indent="-171450">
              <a:buFont typeface="Arial" pitchFamily="34" charset="0"/>
              <a:buChar char="•"/>
            </a:pPr>
            <a:r>
              <a:rPr lang="en-GB" baseline="0" dirty="0"/>
              <a:t>!&lt;	Not less than (same as &gt;=)</a:t>
            </a:r>
          </a:p>
          <a:p>
            <a:pPr marL="171450" indent="-171450">
              <a:buFont typeface="Arial" pitchFamily="34" charset="0"/>
              <a:buChar char="•"/>
            </a:pPr>
            <a:r>
              <a:rPr lang="en-GB" baseline="0" dirty="0"/>
              <a:t>!&gt;	Not greater than (same as &lt;=)</a:t>
            </a:r>
          </a:p>
          <a:p>
            <a:pPr marL="171450" indent="-171450">
              <a:buFont typeface="Arial" pitchFamily="34" charset="0"/>
              <a:buChar char="•"/>
            </a:pPr>
            <a:endParaRPr lang="en-GB" baseline="0" dirty="0"/>
          </a:p>
          <a:p>
            <a:pPr marL="0" indent="0">
              <a:buFont typeface="Arial" pitchFamily="34" charset="0"/>
              <a:buNone/>
            </a:pPr>
            <a:r>
              <a:rPr lang="en-GB" b="1" dirty="0"/>
              <a:t>NOTE:</a:t>
            </a:r>
            <a:r>
              <a:rPr lang="en-GB" dirty="0"/>
              <a:t> The</a:t>
            </a:r>
            <a:r>
              <a:rPr lang="en-GB" baseline="0" dirty="0"/>
              <a:t> u</a:t>
            </a:r>
            <a:r>
              <a:rPr lang="en-GB" dirty="0"/>
              <a:t>se of </a:t>
            </a:r>
            <a:r>
              <a:rPr lang="en-GB" i="1" dirty="0"/>
              <a:t>not equal to</a:t>
            </a:r>
            <a:r>
              <a:rPr lang="en-GB" dirty="0"/>
              <a:t> should be avoided.  It is always more efficient to say what you </a:t>
            </a:r>
            <a:r>
              <a:rPr lang="en-GB" b="1" dirty="0"/>
              <a:t>do</a:t>
            </a:r>
            <a:r>
              <a:rPr lang="en-GB" b="0" dirty="0"/>
              <a:t> want to see rather than what you don’t, as this way SQL will return a smaller, more specific result set.  For example, if somebody asked what you wanted for Christmas it is more helpful to tell them what you </a:t>
            </a:r>
            <a:r>
              <a:rPr lang="en-GB" b="1" dirty="0"/>
              <a:t>do</a:t>
            </a:r>
            <a:r>
              <a:rPr lang="en-GB" b="0" dirty="0"/>
              <a:t> want rather than what you </a:t>
            </a:r>
            <a:r>
              <a:rPr lang="en-GB" b="1" dirty="0"/>
              <a:t>don’t</a:t>
            </a:r>
            <a:r>
              <a:rPr lang="en-GB" b="0" dirty="0"/>
              <a:t>.</a:t>
            </a:r>
            <a:endParaRPr lang="en-GB" dirty="0"/>
          </a:p>
        </p:txBody>
      </p:sp>
    </p:spTree>
    <p:extLst>
      <p:ext uri="{BB962C8B-B14F-4D97-AF65-F5344CB8AC3E}">
        <p14:creationId xmlns:p14="http://schemas.microsoft.com/office/powerpoint/2010/main" val="25395529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Logical operators allow us to combine multiple</a:t>
            </a:r>
            <a:r>
              <a:rPr lang="en-GB" baseline="0" dirty="0"/>
              <a:t> conditions for our filter:-</a:t>
            </a:r>
          </a:p>
          <a:p>
            <a:pPr marL="171450" indent="-171450">
              <a:buFont typeface="Arial" pitchFamily="34" charset="0"/>
              <a:buChar char="•"/>
            </a:pPr>
            <a:r>
              <a:rPr lang="en-GB" dirty="0"/>
              <a:t>AND		- retrieve rows that meet all of the criteria</a:t>
            </a:r>
            <a:r>
              <a:rPr lang="en-GB" baseline="0" dirty="0"/>
              <a:t> – generally returns </a:t>
            </a:r>
            <a:r>
              <a:rPr lang="en-GB" dirty="0"/>
              <a:t>fewer rows.  For example, asking for a pair of shoes which are size 11 </a:t>
            </a:r>
            <a:r>
              <a:rPr lang="en-GB" b="1" dirty="0"/>
              <a:t>and</a:t>
            </a:r>
            <a:r>
              <a:rPr lang="en-GB" b="0" dirty="0"/>
              <a:t> black.</a:t>
            </a:r>
            <a:endParaRPr lang="en-GB" dirty="0"/>
          </a:p>
          <a:p>
            <a:pPr marL="171450" indent="-171450">
              <a:buFont typeface="Arial" pitchFamily="34" charset="0"/>
              <a:buChar char="•"/>
            </a:pPr>
            <a:r>
              <a:rPr lang="en-GB" dirty="0"/>
              <a:t>OR		- retrieve rows that meet any of the criteria – generally returns more rows.  For example, asking for a shirt which is either red </a:t>
            </a:r>
            <a:r>
              <a:rPr lang="en-GB" b="1" dirty="0"/>
              <a:t>or</a:t>
            </a:r>
            <a:r>
              <a:rPr lang="en-GB" b="0" dirty="0"/>
              <a:t> blue.</a:t>
            </a:r>
            <a:endParaRPr lang="en-GB" dirty="0"/>
          </a:p>
          <a:p>
            <a:pPr marL="171450" indent="-171450">
              <a:buFont typeface="Arial" pitchFamily="34" charset="0"/>
              <a:buChar char="•"/>
            </a:pPr>
            <a:r>
              <a:rPr lang="en-GB" dirty="0"/>
              <a:t>NOT		- reverse the result of the following expression.  For example, asking for a product which is </a:t>
            </a:r>
            <a:r>
              <a:rPr lang="en-GB" b="1" dirty="0"/>
              <a:t>not</a:t>
            </a:r>
            <a:r>
              <a:rPr lang="en-GB" b="0" dirty="0"/>
              <a:t> in a certain category.</a:t>
            </a:r>
            <a:endParaRPr lang="en-GB" dirty="0"/>
          </a:p>
          <a:p>
            <a:pPr marL="0" indent="0">
              <a:buFont typeface="Arial" pitchFamily="34" charset="0"/>
              <a:buNone/>
            </a:pPr>
            <a:endParaRPr lang="en-GB" dirty="0"/>
          </a:p>
          <a:p>
            <a:pPr marL="0" indent="0">
              <a:buFont typeface="Arial" pitchFamily="34" charset="0"/>
              <a:buNone/>
            </a:pPr>
            <a:r>
              <a:rPr lang="en-GB" dirty="0"/>
              <a:t>We</a:t>
            </a:r>
            <a:r>
              <a:rPr lang="en-GB" baseline="0" dirty="0"/>
              <a:t> need to be careful with the order in which expressions are evaluated though – the two illustrated examples look remarkably similar but give different results.</a:t>
            </a:r>
          </a:p>
          <a:p>
            <a:pPr marL="0" indent="0">
              <a:buFont typeface="Arial" pitchFamily="34" charset="0"/>
              <a:buNone/>
            </a:pPr>
            <a:endParaRPr lang="en-GB" baseline="0" dirty="0"/>
          </a:p>
          <a:p>
            <a:pPr marL="0" indent="0">
              <a:buFont typeface="Arial" pitchFamily="34" charset="0"/>
              <a:buNone/>
            </a:pPr>
            <a:r>
              <a:rPr lang="en-GB" baseline="0" dirty="0"/>
              <a:t>The first query is saying “give me all the products in Category 7, plus all the products in </a:t>
            </a:r>
            <a:r>
              <a:rPr lang="en-GB" b="1" baseline="0" dirty="0"/>
              <a:t>Category 8 which have a </a:t>
            </a:r>
            <a:r>
              <a:rPr lang="en-GB" b="1" baseline="0" dirty="0" err="1"/>
              <a:t>UnitPrice</a:t>
            </a:r>
            <a:r>
              <a:rPr lang="en-GB" b="1" baseline="0" dirty="0"/>
              <a:t> more than 30</a:t>
            </a:r>
            <a:r>
              <a:rPr lang="en-GB" baseline="0" dirty="0"/>
              <a:t>”.</a:t>
            </a:r>
          </a:p>
          <a:p>
            <a:pPr marL="0" indent="0">
              <a:buFont typeface="Arial" pitchFamily="34" charset="0"/>
              <a:buNone/>
            </a:pPr>
            <a:endParaRPr lang="en-GB" baseline="0" dirty="0"/>
          </a:p>
          <a:p>
            <a:pPr marL="0" indent="0">
              <a:buFont typeface="Arial" pitchFamily="34" charset="0"/>
              <a:buNone/>
            </a:pPr>
            <a:r>
              <a:rPr lang="en-GB" baseline="0" dirty="0"/>
              <a:t>By using brackets around the </a:t>
            </a:r>
            <a:r>
              <a:rPr lang="en-GB" i="1" baseline="0" dirty="0" err="1"/>
              <a:t>OR</a:t>
            </a:r>
            <a:r>
              <a:rPr lang="en-GB" baseline="0" dirty="0" err="1"/>
              <a:t>ed</a:t>
            </a:r>
            <a:r>
              <a:rPr lang="en-GB" baseline="0" dirty="0"/>
              <a:t> expression, the second query is saying “give me all the products in Categories 7 or 8 which have a </a:t>
            </a:r>
            <a:r>
              <a:rPr lang="en-GB" baseline="0" dirty="0" err="1"/>
              <a:t>UnitPrice</a:t>
            </a:r>
            <a:r>
              <a:rPr lang="en-GB" baseline="0" dirty="0"/>
              <a:t> of more than 30”.</a:t>
            </a:r>
          </a:p>
          <a:p>
            <a:pPr marL="0" indent="0">
              <a:buFont typeface="Arial" pitchFamily="34" charset="0"/>
              <a:buNone/>
            </a:pPr>
            <a:endParaRPr lang="en-GB" baseline="0" dirty="0"/>
          </a:p>
          <a:p>
            <a:pPr marL="0" indent="0">
              <a:buFont typeface="Arial" pitchFamily="34" charset="0"/>
              <a:buNone/>
            </a:pPr>
            <a:r>
              <a:rPr lang="en-GB" baseline="0" dirty="0"/>
              <a:t>The complete order in which expressions are resolved is:</a:t>
            </a:r>
          </a:p>
          <a:p>
            <a:pPr marL="0" indent="0">
              <a:buFont typeface="Arial" pitchFamily="34" charset="0"/>
              <a:buNone/>
            </a:pPr>
            <a:r>
              <a:rPr lang="en-GB" i="1" baseline="0" dirty="0"/>
              <a:t>NOT</a:t>
            </a:r>
            <a:r>
              <a:rPr lang="en-GB" baseline="0" dirty="0"/>
              <a:t>s are evaluated first, then </a:t>
            </a:r>
            <a:r>
              <a:rPr lang="en-GB" i="1" baseline="0" dirty="0"/>
              <a:t>AND</a:t>
            </a:r>
            <a:r>
              <a:rPr lang="en-GB" baseline="0" dirty="0"/>
              <a:t>s are evaluated, then the </a:t>
            </a:r>
            <a:r>
              <a:rPr lang="en-GB" i="1" baseline="0" dirty="0"/>
              <a:t>OR</a:t>
            </a:r>
            <a:r>
              <a:rPr lang="en-GB" baseline="0" dirty="0"/>
              <a:t>s.</a:t>
            </a:r>
          </a:p>
          <a:p>
            <a:pPr marL="0" indent="0">
              <a:buFont typeface="Arial" pitchFamily="34" charset="0"/>
              <a:buNone/>
            </a:pPr>
            <a:endParaRPr lang="en-GB" baseline="0" dirty="0"/>
          </a:p>
          <a:p>
            <a:pPr marL="0" indent="0">
              <a:buFont typeface="Arial" pitchFamily="34" charset="0"/>
              <a:buNone/>
            </a:pPr>
            <a:r>
              <a:rPr lang="en-GB" b="0" i="0" dirty="0">
                <a:solidFill>
                  <a:srgbClr val="202124"/>
                </a:solidFill>
                <a:effectLst/>
                <a:latin typeface="Google Sans"/>
              </a:rPr>
              <a:t>Applying the BODMAS rule, we know that </a:t>
            </a:r>
            <a:r>
              <a:rPr lang="en-GB" b="0" i="0" dirty="0">
                <a:solidFill>
                  <a:srgbClr val="040C28"/>
                </a:solidFill>
                <a:effectLst/>
                <a:latin typeface="Google Sans"/>
              </a:rPr>
              <a:t>we must first consider everything inside the brackets</a:t>
            </a:r>
            <a:r>
              <a:rPr lang="en-GB" b="0" i="0" dirty="0">
                <a:solidFill>
                  <a:srgbClr val="202124"/>
                </a:solidFill>
                <a:effectLst/>
                <a:latin typeface="Google Sans"/>
              </a:rPr>
              <a:t>. </a:t>
            </a:r>
          </a:p>
          <a:p>
            <a:pPr marL="0" indent="0">
              <a:buFont typeface="Arial" pitchFamily="34" charset="0"/>
              <a:buNone/>
            </a:pPr>
            <a:endParaRPr lang="en-GB" b="0" i="0" baseline="0" dirty="0">
              <a:solidFill>
                <a:srgbClr val="202124"/>
              </a:solidFill>
              <a:effectLst/>
              <a:latin typeface="Google Sans"/>
            </a:endParaRPr>
          </a:p>
          <a:p>
            <a:pPr marL="0" indent="0">
              <a:buFont typeface="Arial" pitchFamily="34" charset="0"/>
              <a:buNone/>
            </a:pPr>
            <a:r>
              <a:rPr lang="en-GB" b="1" baseline="0" dirty="0"/>
              <a:t>NOTE: </a:t>
            </a:r>
            <a:r>
              <a:rPr lang="en-GB" baseline="0" dirty="0"/>
              <a:t>Try to avoid using NOTs.</a:t>
            </a:r>
            <a:endParaRPr lang="en-GB" dirty="0"/>
          </a:p>
        </p:txBody>
      </p:sp>
    </p:spTree>
    <p:extLst>
      <p:ext uri="{BB962C8B-B14F-4D97-AF65-F5344CB8AC3E}">
        <p14:creationId xmlns:p14="http://schemas.microsoft.com/office/powerpoint/2010/main" val="419782573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IN operator enables us to specify a list of values which we want the expression to match. It is a shorthand way of specifying multiple OR statements that apply to the same column.</a:t>
            </a:r>
          </a:p>
          <a:p>
            <a:endParaRPr lang="en-GB" dirty="0"/>
          </a:p>
        </p:txBody>
      </p:sp>
    </p:spTree>
    <p:extLst>
      <p:ext uri="{BB962C8B-B14F-4D97-AF65-F5344CB8AC3E}">
        <p14:creationId xmlns:p14="http://schemas.microsoft.com/office/powerpoint/2010/main" val="309102285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dirty="0">
                <a:latin typeface="+mn-lt"/>
              </a:rPr>
              <a:t>Rather than using “greater than or equal to”, “</a:t>
            </a:r>
            <a:r>
              <a:rPr lang="en-GB" sz="1200" i="1" dirty="0">
                <a:latin typeface="+mn-lt"/>
              </a:rPr>
              <a:t>AND”</a:t>
            </a:r>
            <a:r>
              <a:rPr lang="en-GB" sz="1200" dirty="0">
                <a:latin typeface="+mn-lt"/>
              </a:rPr>
              <a:t> and “less than or equal to”, we can use a </a:t>
            </a:r>
            <a:r>
              <a:rPr lang="en-GB" sz="1200" i="1" dirty="0">
                <a:latin typeface="+mn-lt"/>
              </a:rPr>
              <a:t>BETWEEN</a:t>
            </a:r>
            <a:r>
              <a:rPr lang="en-GB" sz="1200" baseline="0" dirty="0">
                <a:latin typeface="+mn-lt"/>
              </a:rPr>
              <a:t> expression to specify a range of values.</a:t>
            </a:r>
          </a:p>
          <a:p>
            <a:endParaRPr lang="en-GB" sz="1200" baseline="0" dirty="0">
              <a:latin typeface="+mn-lt"/>
            </a:endParaRPr>
          </a:p>
          <a:p>
            <a:r>
              <a:rPr lang="en-GB" sz="1200" i="1" baseline="0" dirty="0">
                <a:latin typeface="+mn-lt"/>
              </a:rPr>
              <a:t>BETWEEN</a:t>
            </a:r>
            <a:r>
              <a:rPr lang="en-GB" sz="1200" baseline="0" dirty="0">
                <a:latin typeface="+mn-lt"/>
              </a:rPr>
              <a:t> and </a:t>
            </a:r>
            <a:r>
              <a:rPr lang="en-GB" sz="1200" i="1" baseline="0" dirty="0">
                <a:latin typeface="+mn-lt"/>
              </a:rPr>
              <a:t>IN</a:t>
            </a:r>
            <a:r>
              <a:rPr lang="en-GB" sz="1200" baseline="0" dirty="0">
                <a:latin typeface="+mn-lt"/>
              </a:rPr>
              <a:t> can look extremely similar; the difference is that </a:t>
            </a:r>
            <a:r>
              <a:rPr lang="en-GB" sz="1200" i="1" baseline="0" dirty="0">
                <a:latin typeface="+mn-lt"/>
              </a:rPr>
              <a:t>IN </a:t>
            </a:r>
            <a:r>
              <a:rPr lang="en-GB" sz="1200" baseline="0" dirty="0">
                <a:latin typeface="+mn-lt"/>
              </a:rPr>
              <a:t>can be used for a list of distinct values, such as:</a:t>
            </a:r>
          </a:p>
          <a:p>
            <a:r>
              <a:rPr lang="en-GB" sz="1200" baseline="0" dirty="0" err="1">
                <a:latin typeface="+mn-lt"/>
                <a:cs typeface="Consolas" pitchFamily="49" charset="0"/>
              </a:rPr>
              <a:t>CategoryID</a:t>
            </a:r>
            <a:r>
              <a:rPr lang="en-GB" sz="1200" baseline="0" dirty="0">
                <a:latin typeface="+mn-lt"/>
                <a:cs typeface="Consolas" pitchFamily="49" charset="0"/>
              </a:rPr>
              <a:t> IN (1, 3, 5)</a:t>
            </a:r>
            <a:r>
              <a:rPr lang="en-GB" sz="1200" baseline="0" dirty="0">
                <a:latin typeface="+mn-lt"/>
              </a:rPr>
              <a:t> [which excludes 2 and 4]</a:t>
            </a:r>
          </a:p>
          <a:p>
            <a:endParaRPr lang="en-GB" sz="1200" baseline="0" dirty="0">
              <a:latin typeface="+mn-lt"/>
            </a:endParaRPr>
          </a:p>
          <a:p>
            <a:r>
              <a:rPr lang="en-GB" sz="1200" baseline="0" dirty="0">
                <a:latin typeface="+mn-lt"/>
              </a:rPr>
              <a:t>Whereas </a:t>
            </a:r>
            <a:r>
              <a:rPr lang="en-GB" sz="1200" i="1" baseline="0" dirty="0">
                <a:latin typeface="+mn-lt"/>
              </a:rPr>
              <a:t>BETWEEN</a:t>
            </a:r>
            <a:r>
              <a:rPr lang="en-GB" sz="1200" baseline="0" dirty="0">
                <a:latin typeface="+mn-lt"/>
              </a:rPr>
              <a:t> is always a range, such as:</a:t>
            </a:r>
          </a:p>
          <a:p>
            <a:r>
              <a:rPr lang="en-GB" sz="1200" baseline="0" dirty="0" err="1">
                <a:latin typeface="+mn-lt"/>
                <a:cs typeface="Consolas" pitchFamily="49" charset="0"/>
              </a:rPr>
              <a:t>CategoryID</a:t>
            </a:r>
            <a:r>
              <a:rPr lang="en-GB" sz="1200" baseline="0" dirty="0">
                <a:latin typeface="+mn-lt"/>
                <a:cs typeface="Consolas" pitchFamily="49" charset="0"/>
              </a:rPr>
              <a:t> BETWEEN 1 AND 5</a:t>
            </a:r>
            <a:r>
              <a:rPr lang="en-GB" sz="1200" baseline="0" dirty="0">
                <a:latin typeface="+mn-lt"/>
              </a:rPr>
              <a:t> [which includes 2 and 4]</a:t>
            </a:r>
          </a:p>
          <a:p>
            <a:endParaRPr lang="en-GB" sz="1200" baseline="0" dirty="0">
              <a:latin typeface="+mn-lt"/>
            </a:endParaRPr>
          </a:p>
          <a:p>
            <a:r>
              <a:rPr lang="en-GB" sz="1200" b="1" baseline="0" dirty="0">
                <a:latin typeface="+mn-lt"/>
              </a:rPr>
              <a:t>NOTE: </a:t>
            </a:r>
            <a:r>
              <a:rPr lang="en-GB" sz="1200" baseline="0" dirty="0">
                <a:latin typeface="+mn-lt"/>
              </a:rPr>
              <a:t>We cannot exclude the boundary values with a </a:t>
            </a:r>
            <a:r>
              <a:rPr lang="en-GB" sz="1200" i="1" baseline="0" dirty="0">
                <a:latin typeface="+mn-lt"/>
              </a:rPr>
              <a:t>BETWEEN</a:t>
            </a:r>
            <a:r>
              <a:rPr lang="en-GB" sz="1200" baseline="0" dirty="0">
                <a:latin typeface="+mn-lt"/>
              </a:rPr>
              <a:t>. It is always equivalent to a “greater than or equal to”, never a “greater than”.</a:t>
            </a:r>
          </a:p>
        </p:txBody>
      </p:sp>
    </p:spTree>
    <p:extLst>
      <p:ext uri="{BB962C8B-B14F-4D97-AF65-F5344CB8AC3E}">
        <p14:creationId xmlns:p14="http://schemas.microsoft.com/office/powerpoint/2010/main" val="149438623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Using comparison operators (=, &lt;,</a:t>
            </a:r>
            <a:r>
              <a:rPr lang="en-GB" baseline="0" dirty="0"/>
              <a:t> &gt;, &lt;=, &gt;=, &lt;&gt;) against text data performs exact matches.</a:t>
            </a:r>
          </a:p>
          <a:p>
            <a:endParaRPr lang="en-GB" dirty="0"/>
          </a:p>
          <a:p>
            <a:r>
              <a:rPr lang="en-GB" dirty="0"/>
              <a:t>We can perform wildcard pattern matching on text columns using the </a:t>
            </a:r>
            <a:r>
              <a:rPr lang="en-GB" i="1" dirty="0"/>
              <a:t>LIKE</a:t>
            </a:r>
            <a:r>
              <a:rPr lang="en-GB" dirty="0"/>
              <a:t> operator:</a:t>
            </a:r>
          </a:p>
          <a:p>
            <a:pPr marL="171450" indent="-171450">
              <a:buFont typeface="Arial" pitchFamily="34" charset="0"/>
              <a:buChar char="•"/>
            </a:pPr>
            <a:r>
              <a:rPr lang="en-GB" dirty="0"/>
              <a:t>%	Matches any</a:t>
            </a:r>
            <a:r>
              <a:rPr lang="en-GB" baseline="0" dirty="0"/>
              <a:t> string of zero or more characters</a:t>
            </a:r>
          </a:p>
          <a:p>
            <a:pPr marL="171450" indent="-171450">
              <a:buFont typeface="Arial" pitchFamily="34" charset="0"/>
              <a:buChar char="•"/>
            </a:pPr>
            <a:r>
              <a:rPr lang="en-GB" baseline="0" dirty="0"/>
              <a:t>_	Matches any single character</a:t>
            </a:r>
          </a:p>
          <a:p>
            <a:pPr marL="171450" indent="-171450">
              <a:buFont typeface="Arial" pitchFamily="34" charset="0"/>
              <a:buChar char="•"/>
            </a:pPr>
            <a:r>
              <a:rPr lang="en-GB" baseline="0" dirty="0"/>
              <a:t>[]	Matches any single character listed within the square brackets</a:t>
            </a:r>
          </a:p>
          <a:p>
            <a:pPr marL="171450" indent="-171450">
              <a:buFont typeface="Arial" pitchFamily="34" charset="0"/>
              <a:buChar char="•"/>
            </a:pPr>
            <a:r>
              <a:rPr lang="en-GB" baseline="0" dirty="0"/>
              <a:t>[^]	Matches any single character </a:t>
            </a:r>
            <a:r>
              <a:rPr lang="en-GB" i="1" baseline="0" dirty="0"/>
              <a:t>not</a:t>
            </a:r>
            <a:r>
              <a:rPr lang="en-GB" i="0" baseline="0" dirty="0"/>
              <a:t> listed with the square brackets</a:t>
            </a:r>
          </a:p>
          <a:p>
            <a:pPr marL="171450" indent="-171450">
              <a:buFont typeface="Arial" pitchFamily="34" charset="0"/>
              <a:buChar char="•"/>
            </a:pPr>
            <a:endParaRPr lang="en-GB" i="0" baseline="0" dirty="0"/>
          </a:p>
          <a:p>
            <a:pPr marL="0" indent="0">
              <a:buFont typeface="Arial" pitchFamily="34" charset="0"/>
              <a:buNone/>
            </a:pPr>
            <a:r>
              <a:rPr lang="en-GB" i="0" baseline="0" dirty="0"/>
              <a:t>Wildcards can appear anywhere within the search text. In the left-hand query, we are asking for all the employees whose job title </a:t>
            </a:r>
            <a:r>
              <a:rPr lang="en-GB" i="1" baseline="0" dirty="0"/>
              <a:t>begins with</a:t>
            </a:r>
            <a:r>
              <a:rPr lang="en-GB" i="0" baseline="0" dirty="0"/>
              <a:t> “Sales”, whilst in the second we are asking for all employees with a job title that </a:t>
            </a:r>
            <a:r>
              <a:rPr lang="en-GB" i="1" baseline="0" dirty="0"/>
              <a:t>contains the letters</a:t>
            </a:r>
            <a:r>
              <a:rPr lang="en-GB" i="0" baseline="0" dirty="0"/>
              <a:t> “sales”.</a:t>
            </a:r>
          </a:p>
          <a:p>
            <a:pPr marL="0" indent="0">
              <a:buFont typeface="Arial" pitchFamily="34" charset="0"/>
              <a:buNone/>
            </a:pPr>
            <a:endParaRPr lang="en-GB" i="0" baseline="0" dirty="0"/>
          </a:p>
          <a:p>
            <a:pPr marL="0" indent="0">
              <a:buFont typeface="Arial" pitchFamily="34" charset="0"/>
              <a:buNone/>
            </a:pPr>
            <a:r>
              <a:rPr lang="en-GB" i="0" baseline="0" dirty="0"/>
              <a:t>On the installation of SQL Server used for this course, these string searches are not case sensitive. The string “sales” matches “Sales” (and would also match “SALES”, “</a:t>
            </a:r>
            <a:r>
              <a:rPr lang="en-GB" i="0" baseline="0" dirty="0" err="1"/>
              <a:t>SaLeS</a:t>
            </a:r>
            <a:r>
              <a:rPr lang="en-GB" i="0" baseline="0" dirty="0"/>
              <a:t>”, etc.). Your real world database might be case sensitive.</a:t>
            </a:r>
          </a:p>
          <a:p>
            <a:pPr marL="0" indent="0">
              <a:buFont typeface="Arial" pitchFamily="34" charset="0"/>
              <a:buNone/>
            </a:pPr>
            <a:endParaRPr lang="en-GB" dirty="0"/>
          </a:p>
          <a:p>
            <a:pPr marL="0" indent="0">
              <a:buFont typeface="Arial" pitchFamily="34" charset="0"/>
              <a:buNone/>
            </a:pPr>
            <a:r>
              <a:rPr lang="en-GB" dirty="0"/>
              <a:t>Using leading wildcards (as in the right-hand example)</a:t>
            </a:r>
            <a:r>
              <a:rPr lang="en-GB" baseline="0" dirty="0"/>
              <a:t> is extremely bad practice. SQL will </a:t>
            </a:r>
            <a:r>
              <a:rPr lang="en-GB" i="1" baseline="0" dirty="0"/>
              <a:t>always</a:t>
            </a:r>
            <a:r>
              <a:rPr lang="en-GB" baseline="0" dirty="0"/>
              <a:t> have to examine every single row in the table to find your rows. This should be avoided as much as possible. If you really need very flexible string matching, it is possible to use Full-text Indexing, an advanced feature of SQL Server which is beyond the scope of this course.</a:t>
            </a:r>
            <a:endParaRPr lang="en-GB" dirty="0"/>
          </a:p>
        </p:txBody>
      </p:sp>
    </p:spTree>
    <p:extLst>
      <p:ext uri="{BB962C8B-B14F-4D97-AF65-F5344CB8AC3E}">
        <p14:creationId xmlns:p14="http://schemas.microsoft.com/office/powerpoint/2010/main" val="189568558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To filter based on a calculation we need to reuse the calculated expression in the WHERE clause. We cannot use the expression’s alias, because that alias column</a:t>
            </a:r>
            <a:r>
              <a:rPr lang="en-GB" baseline="0" dirty="0"/>
              <a:t> hasn’t been created at the point in time when we want to start filtering. Effectively, it’s only if the WHERE expression returns true that we pick that row and then calculate the calculated value, giving that column a name.</a:t>
            </a:r>
            <a:endParaRPr lang="en-GB" dirty="0"/>
          </a:p>
        </p:txBody>
      </p:sp>
    </p:spTree>
    <p:extLst>
      <p:ext uri="{BB962C8B-B14F-4D97-AF65-F5344CB8AC3E}">
        <p14:creationId xmlns:p14="http://schemas.microsoft.com/office/powerpoint/2010/main" val="305222432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dirty="0">
                <a:latin typeface="+mn-lt"/>
              </a:rPr>
              <a:t>Some columns in a database can contain </a:t>
            </a:r>
            <a:r>
              <a:rPr lang="en-GB" sz="1200" i="1" dirty="0">
                <a:latin typeface="+mn-lt"/>
              </a:rPr>
              <a:t>NULL</a:t>
            </a:r>
            <a:r>
              <a:rPr lang="en-GB" sz="1200" dirty="0">
                <a:latin typeface="+mn-lt"/>
              </a:rPr>
              <a:t> values if the column has been set up to allow them and no value was given</a:t>
            </a:r>
            <a:r>
              <a:rPr lang="en-GB" sz="1200" baseline="0" dirty="0">
                <a:latin typeface="+mn-lt"/>
              </a:rPr>
              <a:t> for the column when the data was entered.</a:t>
            </a:r>
          </a:p>
          <a:p>
            <a:endParaRPr lang="en-GB" sz="1200" baseline="0" dirty="0">
              <a:latin typeface="+mn-lt"/>
            </a:endParaRPr>
          </a:p>
          <a:p>
            <a:r>
              <a:rPr lang="en-GB" sz="1200" i="1" baseline="0" dirty="0">
                <a:latin typeface="+mn-lt"/>
              </a:rPr>
              <a:t>NULL</a:t>
            </a:r>
            <a:r>
              <a:rPr lang="en-GB" sz="1200" baseline="0" dirty="0">
                <a:latin typeface="+mn-lt"/>
              </a:rPr>
              <a:t> is not zero, nor is it a blank line of text.</a:t>
            </a:r>
          </a:p>
          <a:p>
            <a:endParaRPr lang="en-GB" sz="1200" baseline="0" dirty="0">
              <a:latin typeface="+mn-lt"/>
            </a:endParaRPr>
          </a:p>
          <a:p>
            <a:r>
              <a:rPr lang="en-GB" sz="1200" i="1" baseline="0" dirty="0">
                <a:latin typeface="+mn-lt"/>
              </a:rPr>
              <a:t>NULL</a:t>
            </a:r>
            <a:r>
              <a:rPr lang="en-GB" sz="1200" baseline="0" dirty="0">
                <a:latin typeface="+mn-lt"/>
              </a:rPr>
              <a:t> typically means one of three things:-</a:t>
            </a:r>
          </a:p>
          <a:p>
            <a:pPr marL="171450" indent="-171450">
              <a:buFont typeface="Arial" pitchFamily="34" charset="0"/>
              <a:buChar char="•"/>
            </a:pPr>
            <a:r>
              <a:rPr lang="en-GB" sz="1200" i="1" baseline="0" dirty="0">
                <a:latin typeface="+mn-lt"/>
              </a:rPr>
              <a:t>not known</a:t>
            </a:r>
            <a:r>
              <a:rPr lang="en-GB" sz="1200" baseline="0" dirty="0">
                <a:latin typeface="+mn-lt"/>
              </a:rPr>
              <a:t> (i.e. a person’s middle name – we don’t know what it is)</a:t>
            </a:r>
          </a:p>
          <a:p>
            <a:pPr marL="171450" indent="-171450">
              <a:buFont typeface="Arial" pitchFamily="34" charset="0"/>
              <a:buChar char="•"/>
            </a:pPr>
            <a:r>
              <a:rPr lang="en-GB" sz="1200" i="1" baseline="0" dirty="0">
                <a:latin typeface="+mn-lt"/>
              </a:rPr>
              <a:t>not applicable</a:t>
            </a:r>
            <a:r>
              <a:rPr lang="en-GB" sz="1200" baseline="0" dirty="0">
                <a:latin typeface="+mn-lt"/>
              </a:rPr>
              <a:t> (this person </a:t>
            </a:r>
            <a:r>
              <a:rPr lang="en-GB" sz="1200" i="1" baseline="0" dirty="0">
                <a:latin typeface="+mn-lt"/>
              </a:rPr>
              <a:t>doesn’t have </a:t>
            </a:r>
            <a:r>
              <a:rPr lang="en-GB" sz="1200" baseline="0" dirty="0">
                <a:latin typeface="+mn-lt"/>
              </a:rPr>
              <a:t>a middle name)</a:t>
            </a:r>
          </a:p>
          <a:p>
            <a:pPr marL="171450" indent="-171450">
              <a:buFont typeface="Arial" pitchFamily="34" charset="0"/>
              <a:buChar char="•"/>
            </a:pPr>
            <a:r>
              <a:rPr lang="en-GB" sz="1200" i="1" baseline="0" dirty="0">
                <a:latin typeface="+mn-lt"/>
              </a:rPr>
              <a:t>not yet been set </a:t>
            </a:r>
            <a:r>
              <a:rPr lang="en-GB" sz="1200" baseline="0" dirty="0">
                <a:latin typeface="+mn-lt"/>
              </a:rPr>
              <a:t>(i.e. a “Units On Order” column – 0 means “no units on order” whilst NULL might mean “</a:t>
            </a:r>
            <a:r>
              <a:rPr lang="en-GB" sz="1200" i="1" baseline="0" dirty="0">
                <a:latin typeface="+mn-lt"/>
              </a:rPr>
              <a:t>never</a:t>
            </a:r>
            <a:r>
              <a:rPr lang="en-GB" sz="1200" baseline="0" dirty="0">
                <a:latin typeface="+mn-lt"/>
              </a:rPr>
              <a:t> been ordered”)</a:t>
            </a:r>
          </a:p>
          <a:p>
            <a:pPr marL="171450" indent="-171450">
              <a:buFont typeface="Arial" pitchFamily="34" charset="0"/>
              <a:buChar char="•"/>
            </a:pPr>
            <a:endParaRPr lang="en-GB" sz="1200" baseline="0" dirty="0">
              <a:latin typeface="+mn-lt"/>
            </a:endParaRPr>
          </a:p>
          <a:p>
            <a:r>
              <a:rPr lang="en-GB" sz="1200" baseline="0" dirty="0">
                <a:latin typeface="+mn-lt"/>
              </a:rPr>
              <a:t>If I wanted to look for all of the Suppliers for which we don’t have a fax number, my first attempt would very likely be a comparison operator:</a:t>
            </a:r>
          </a:p>
          <a:p>
            <a:endParaRPr lang="en-GB" sz="1200" baseline="0" dirty="0">
              <a:latin typeface="+mn-lt"/>
            </a:endParaRPr>
          </a:p>
          <a:p>
            <a:r>
              <a:rPr lang="en-GB" sz="1200" baseline="0" dirty="0">
                <a:latin typeface="+mn-lt"/>
                <a:cs typeface="Consolas" pitchFamily="49" charset="0"/>
              </a:rPr>
              <a:t>WHERE Fax = NULL</a:t>
            </a:r>
          </a:p>
          <a:p>
            <a:endParaRPr lang="en-GB" sz="1200" baseline="0" dirty="0">
              <a:latin typeface="+mn-lt"/>
              <a:cs typeface="Consolas" pitchFamily="49" charset="0"/>
            </a:endParaRPr>
          </a:p>
          <a:p>
            <a:r>
              <a:rPr lang="en-GB" sz="1200" baseline="0" dirty="0">
                <a:latin typeface="+mn-lt"/>
              </a:rPr>
              <a:t>This might or it might not work, depending on the settings on the database I’m talking to.</a:t>
            </a:r>
          </a:p>
          <a:p>
            <a:endParaRPr lang="en-GB" sz="1200" baseline="0" dirty="0">
              <a:latin typeface="+mn-lt"/>
            </a:endParaRPr>
          </a:p>
          <a:p>
            <a:r>
              <a:rPr lang="en-GB" sz="1200" baseline="0" dirty="0">
                <a:latin typeface="+mn-lt"/>
              </a:rPr>
              <a:t>If I do anything with a </a:t>
            </a:r>
            <a:r>
              <a:rPr lang="en-GB" sz="1200" i="1" baseline="0" dirty="0">
                <a:latin typeface="+mn-lt"/>
              </a:rPr>
              <a:t>NULL</a:t>
            </a:r>
            <a:r>
              <a:rPr lang="en-GB" sz="1200" baseline="0" dirty="0">
                <a:latin typeface="+mn-lt"/>
              </a:rPr>
              <a:t> – add, subtract, concatenate or </a:t>
            </a:r>
            <a:r>
              <a:rPr lang="en-GB" sz="1200" i="1" baseline="0" dirty="0">
                <a:latin typeface="+mn-lt"/>
              </a:rPr>
              <a:t>compare</a:t>
            </a:r>
            <a:r>
              <a:rPr lang="en-GB" sz="1200" baseline="0" dirty="0">
                <a:latin typeface="+mn-lt"/>
              </a:rPr>
              <a:t>, the result is UNKNOWN, which is not the same as true or false, which means it won’t be selected. SQL Server can be configured to not work this way.</a:t>
            </a:r>
          </a:p>
          <a:p>
            <a:endParaRPr lang="en-GB" sz="1200" baseline="0" dirty="0">
              <a:latin typeface="+mn-lt"/>
            </a:endParaRPr>
          </a:p>
          <a:p>
            <a:r>
              <a:rPr lang="en-GB" sz="1200" baseline="0" dirty="0">
                <a:latin typeface="+mn-lt"/>
              </a:rPr>
              <a:t>The correct way to perform a </a:t>
            </a:r>
            <a:r>
              <a:rPr lang="en-GB" sz="1200" i="1" baseline="0" dirty="0">
                <a:latin typeface="+mn-lt"/>
              </a:rPr>
              <a:t>NULL</a:t>
            </a:r>
            <a:r>
              <a:rPr lang="en-GB" sz="1200" baseline="0" dirty="0">
                <a:latin typeface="+mn-lt"/>
              </a:rPr>
              <a:t> test is to use </a:t>
            </a:r>
            <a:r>
              <a:rPr lang="en-GB" sz="1200" i="1" baseline="0" dirty="0">
                <a:latin typeface="+mn-lt"/>
              </a:rPr>
              <a:t>IS</a:t>
            </a:r>
            <a:r>
              <a:rPr lang="en-GB" sz="1200" baseline="0" dirty="0">
                <a:latin typeface="+mn-lt"/>
              </a:rPr>
              <a:t>:</a:t>
            </a:r>
          </a:p>
          <a:p>
            <a:endParaRPr lang="en-GB" sz="1200" baseline="0" dirty="0">
              <a:latin typeface="+mn-lt"/>
            </a:endParaRPr>
          </a:p>
          <a:p>
            <a:r>
              <a:rPr lang="en-GB" sz="1200" baseline="0" dirty="0">
                <a:latin typeface="+mn-lt"/>
                <a:cs typeface="Consolas" pitchFamily="49" charset="0"/>
              </a:rPr>
              <a:t>WHERE Fax IS NULL</a:t>
            </a:r>
          </a:p>
          <a:p>
            <a:endParaRPr lang="en-GB" sz="1200" baseline="0" dirty="0">
              <a:latin typeface="+mn-lt"/>
              <a:cs typeface="Consolas" pitchFamily="49" charset="0"/>
            </a:endParaRPr>
          </a:p>
          <a:p>
            <a:r>
              <a:rPr lang="en-GB" sz="1200" baseline="0" dirty="0">
                <a:latin typeface="+mn-lt"/>
              </a:rPr>
              <a:t>As opposed to the equality expression, which </a:t>
            </a:r>
            <a:r>
              <a:rPr lang="en-GB" sz="1200" i="1" baseline="0" dirty="0">
                <a:latin typeface="+mn-lt"/>
              </a:rPr>
              <a:t>might</a:t>
            </a:r>
            <a:r>
              <a:rPr lang="en-GB" sz="1200" i="0" baseline="0" dirty="0">
                <a:latin typeface="+mn-lt"/>
              </a:rPr>
              <a:t> work, depending on the system and the settings, the IS NULL operator </a:t>
            </a:r>
            <a:r>
              <a:rPr lang="en-GB" sz="1200" i="1" baseline="0" dirty="0">
                <a:latin typeface="+mn-lt"/>
              </a:rPr>
              <a:t>will always work</a:t>
            </a:r>
            <a:r>
              <a:rPr lang="en-GB" sz="1200" i="0" baseline="0" dirty="0">
                <a:latin typeface="+mn-lt"/>
              </a:rPr>
              <a:t>.</a:t>
            </a:r>
            <a:endParaRPr lang="en-GB" sz="1200" baseline="0" dirty="0">
              <a:latin typeface="+mn-lt"/>
            </a:endParaRPr>
          </a:p>
        </p:txBody>
      </p:sp>
    </p:spTree>
    <p:extLst>
      <p:ext uri="{BB962C8B-B14F-4D97-AF65-F5344CB8AC3E}">
        <p14:creationId xmlns:p14="http://schemas.microsoft.com/office/powerpoint/2010/main" val="183841641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384170440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161991118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9.pn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Master" Target="../slideMasters/slideMaster1.xml"/><Relationship Id="rId4" Type="http://schemas.openxmlformats.org/officeDocument/2006/relationships/image" Target="../media/image14.svg"/></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7.png"/><Relationship Id="rId1" Type="http://schemas.openxmlformats.org/officeDocument/2006/relationships/slideMaster" Target="../slideMasters/slideMaster2.xml"/><Relationship Id="rId4" Type="http://schemas.openxmlformats.org/officeDocument/2006/relationships/image" Target="../media/image19.svg"/></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23.png"/><Relationship Id="rId1" Type="http://schemas.openxmlformats.org/officeDocument/2006/relationships/slideMaster" Target="../slideMasters/slideMaster2.xml"/><Relationship Id="rId4" Type="http://schemas.openxmlformats.org/officeDocument/2006/relationships/image" Target="../media/image19.svg"/></Relationships>
</file>

<file path=ppt/slideLayouts/_rels/slideLayout72.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4.png"/><Relationship Id="rId1" Type="http://schemas.openxmlformats.org/officeDocument/2006/relationships/slideMaster" Target="../slideMasters/slideMaster3.xml"/></Relationships>
</file>

<file path=ppt/slideLayouts/_rels/slideLayout86.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4.png"/><Relationship Id="rId1" Type="http://schemas.openxmlformats.org/officeDocument/2006/relationships/slideMaster" Target="../slideMasters/slideMaster3.xml"/></Relationships>
</file>

<file path=ppt/slideLayouts/_rels/slideLayout87.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4.png"/><Relationship Id="rId1" Type="http://schemas.openxmlformats.org/officeDocument/2006/relationships/slideMaster" Target="../slideMasters/slideMaster3.xml"/></Relationships>
</file>

<file path=ppt/slideLayouts/_rels/slideLayout8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4.png"/><Relationship Id="rId1" Type="http://schemas.openxmlformats.org/officeDocument/2006/relationships/slideMaster" Target="../slideMasters/slideMaster3.xml"/></Relationships>
</file>

<file path=ppt/slideLayouts/_rels/slideLayout89.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90.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91.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92.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93.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94.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95.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96.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97.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98.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99.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100.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101.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102.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103.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104.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105.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10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8.png"/><Relationship Id="rId1" Type="http://schemas.openxmlformats.org/officeDocument/2006/relationships/slideMaster" Target="../slideMasters/slideMaster3.xml"/></Relationships>
</file>

<file path=ppt/slideLayouts/_rels/slideLayout10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30.png"/><Relationship Id="rId1" Type="http://schemas.openxmlformats.org/officeDocument/2006/relationships/slideMaster" Target="../slideMasters/slideMaster3.xml"/></Relationships>
</file>

<file path=ppt/slideLayouts/_rels/slideLayout108.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109.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110.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111.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112.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113.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114.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 White / Teal">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a:extLst>
              <a:ext uri="{28A0092B-C50C-407E-A947-70E740481C1C}">
                <a14:useLocalDpi xmlns:a14="http://schemas.microsoft.com/office/drawing/2010/main" val="0"/>
              </a:ext>
            </a:extLst>
          </a:blip>
          <a:srcRect t="15663" r="13611"/>
          <a:stretch/>
        </p:blipFill>
        <p:spPr>
          <a:xfrm>
            <a:off x="7096499" y="0"/>
            <a:ext cx="5098350" cy="5669899"/>
          </a:xfrm>
          <a:prstGeom prst="rect">
            <a:avLst/>
          </a:prstGeom>
        </p:spPr>
      </p:pic>
      <p:sp>
        <p:nvSpPr>
          <p:cNvPr id="2" name="Title 1">
            <a:extLst>
              <a:ext uri="{FF2B5EF4-FFF2-40B4-BE49-F238E27FC236}">
                <a16:creationId xmlns:a16="http://schemas.microsoft.com/office/drawing/2014/main" id="{EBBB6D40-B4C9-8B4A-B2A6-126F64906376}"/>
              </a:ext>
            </a:extLst>
          </p:cNvPr>
          <p:cNvSpPr>
            <a:spLocks noGrp="1"/>
          </p:cNvSpPr>
          <p:nvPr>
            <p:ph type="ctrTitle"/>
          </p:nvPr>
        </p:nvSpPr>
        <p:spPr>
          <a:xfrm>
            <a:off x="384785" y="2322726"/>
            <a:ext cx="6596062" cy="2431485"/>
          </a:xfrm>
        </p:spPr>
        <p:txBody>
          <a:bodyPr anchor="b" anchorCtr="0">
            <a:noAutofit/>
          </a:bodyPr>
          <a:lstStyle>
            <a:lvl1pPr algn="l">
              <a:lnSpc>
                <a:spcPct val="90000"/>
              </a:lnSpc>
              <a:defRPr sz="5600" baseline="0">
                <a:solidFill>
                  <a:srgbClr val="004050"/>
                </a:solidFill>
                <a:latin typeface="Montserrat Black" panose="00000A00000000000000" pitchFamily="2" charset="0"/>
              </a:defRPr>
            </a:lvl1pPr>
          </a:lstStyle>
          <a:p>
            <a:r>
              <a:rPr lang="en-US" noProof="0"/>
              <a:t>Click to edit Master title style</a:t>
            </a:r>
            <a:endParaRPr lang="en-GB" noProof="0" dirty="0"/>
          </a:p>
        </p:txBody>
      </p:sp>
      <p:pic>
        <p:nvPicPr>
          <p:cNvPr id="12"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4" name="Text Placeholder 3"/>
          <p:cNvSpPr>
            <a:spLocks noGrp="1"/>
          </p:cNvSpPr>
          <p:nvPr>
            <p:ph type="body" sz="quarter" idx="10" hasCustomPrompt="1"/>
          </p:nvPr>
        </p:nvSpPr>
        <p:spPr>
          <a:xfrm>
            <a:off x="376237" y="5768975"/>
            <a:ext cx="6604609" cy="709613"/>
          </a:xfrm>
        </p:spPr>
        <p:txBody>
          <a:bodyPr/>
          <a:lstStyle>
            <a:lvl1pPr>
              <a:defRPr baseline="0"/>
            </a:lvl1pPr>
          </a:lstStyle>
          <a:p>
            <a:pPr lvl="0"/>
            <a:r>
              <a:rPr lang="en-US" dirty="0"/>
              <a:t>Subtitle here</a:t>
            </a:r>
          </a:p>
        </p:txBody>
      </p:sp>
    </p:spTree>
    <p:extLst>
      <p:ext uri="{BB962C8B-B14F-4D97-AF65-F5344CB8AC3E}">
        <p14:creationId xmlns:p14="http://schemas.microsoft.com/office/powerpoint/2010/main" val="4045959733"/>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 White / Oran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B6D40-B4C9-8B4A-B2A6-126F64906376}"/>
              </a:ext>
            </a:extLst>
          </p:cNvPr>
          <p:cNvSpPr>
            <a:spLocks noGrp="1"/>
          </p:cNvSpPr>
          <p:nvPr>
            <p:ph type="ctrTitle"/>
          </p:nvPr>
        </p:nvSpPr>
        <p:spPr>
          <a:xfrm>
            <a:off x="384785" y="2322726"/>
            <a:ext cx="6596062" cy="2431485"/>
          </a:xfrm>
        </p:spPr>
        <p:txBody>
          <a:bodyPr anchor="b" anchorCtr="0">
            <a:noAutofit/>
          </a:bodyPr>
          <a:lstStyle>
            <a:lvl1pPr algn="l">
              <a:lnSpc>
                <a:spcPct val="90000"/>
              </a:lnSpc>
              <a:defRPr sz="5600" baseline="0">
                <a:solidFill>
                  <a:srgbClr val="004050"/>
                </a:solidFill>
                <a:latin typeface="Montserrat Black" panose="00000A00000000000000" pitchFamily="2" charset="0"/>
              </a:defRPr>
            </a:lvl1pPr>
          </a:lstStyle>
          <a:p>
            <a:r>
              <a:rPr lang="en-US" noProof="0"/>
              <a:t>Click to edit Master title style</a:t>
            </a:r>
            <a:endParaRPr lang="en-GB" noProof="0" dirty="0"/>
          </a:p>
        </p:txBody>
      </p:sp>
      <p:pic>
        <p:nvPicPr>
          <p:cNvPr id="11" name="Picture 10"/>
          <p:cNvPicPr>
            <a:picLocks noChangeAspect="1"/>
          </p:cNvPicPr>
          <p:nvPr userDrawn="1"/>
        </p:nvPicPr>
        <p:blipFill rotWithShape="1">
          <a:blip r:embed="rId2">
            <a:extLst>
              <a:ext uri="{28A0092B-C50C-407E-A947-70E740481C1C}">
                <a14:useLocalDpi xmlns:a14="http://schemas.microsoft.com/office/drawing/2010/main" val="0"/>
              </a:ext>
            </a:extLst>
          </a:blip>
          <a:srcRect t="16855" r="11010"/>
          <a:stretch/>
        </p:blipFill>
        <p:spPr>
          <a:xfrm>
            <a:off x="7171920" y="-4252"/>
            <a:ext cx="5020079" cy="5635931"/>
          </a:xfrm>
          <a:prstGeom prst="rect">
            <a:avLst/>
          </a:prstGeom>
        </p:spPr>
      </p:pic>
      <p:pic>
        <p:nvPicPr>
          <p:cNvPr id="12"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4" name="Text Placeholder 3"/>
          <p:cNvSpPr>
            <a:spLocks noGrp="1"/>
          </p:cNvSpPr>
          <p:nvPr>
            <p:ph type="body" sz="quarter" idx="10" hasCustomPrompt="1"/>
          </p:nvPr>
        </p:nvSpPr>
        <p:spPr>
          <a:xfrm>
            <a:off x="376237" y="5768975"/>
            <a:ext cx="6604609" cy="709613"/>
          </a:xfrm>
        </p:spPr>
        <p:txBody>
          <a:bodyPr/>
          <a:lstStyle>
            <a:lvl1pPr>
              <a:defRPr baseline="0"/>
            </a:lvl1pPr>
          </a:lstStyle>
          <a:p>
            <a:pPr lvl="0"/>
            <a:r>
              <a:rPr lang="en-US" dirty="0"/>
              <a:t>Subtitle here</a:t>
            </a:r>
          </a:p>
        </p:txBody>
      </p:sp>
    </p:spTree>
    <p:extLst>
      <p:ext uri="{BB962C8B-B14F-4D97-AF65-F5344CB8AC3E}">
        <p14:creationId xmlns:p14="http://schemas.microsoft.com/office/powerpoint/2010/main" val="3856846588"/>
      </p:ext>
    </p:extLst>
  </p:cSld>
  <p:clrMapOvr>
    <a:masterClrMapping/>
  </p:clrMapOvr>
  <p:extLst>
    <p:ext uri="{DCECCB84-F9BA-43D5-87BE-67443E8EF086}">
      <p15:sldGuideLst xmlns:p15="http://schemas.microsoft.com/office/powerpoint/2012/main">
        <p15:guide id="1" pos="3840" userDrawn="1">
          <p15:clr>
            <a:srgbClr val="FBAE40"/>
          </p15:clr>
        </p15:guide>
        <p15:guide id="2" orient="horz" pos="1457" userDrawn="1">
          <p15:clr>
            <a:srgbClr val="FBAE40"/>
          </p15:clr>
        </p15:guide>
        <p15:guide id="3" orient="horz" pos="3634"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 White / Purp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B6D40-B4C9-8B4A-B2A6-126F64906376}"/>
              </a:ext>
            </a:extLst>
          </p:cNvPr>
          <p:cNvSpPr>
            <a:spLocks noGrp="1"/>
          </p:cNvSpPr>
          <p:nvPr>
            <p:ph type="ctrTitle"/>
          </p:nvPr>
        </p:nvSpPr>
        <p:spPr>
          <a:xfrm>
            <a:off x="384785" y="2322726"/>
            <a:ext cx="6596062" cy="2431485"/>
          </a:xfrm>
        </p:spPr>
        <p:txBody>
          <a:bodyPr anchor="b" anchorCtr="0">
            <a:noAutofit/>
          </a:bodyPr>
          <a:lstStyle>
            <a:lvl1pPr algn="l">
              <a:lnSpc>
                <a:spcPct val="90000"/>
              </a:lnSpc>
              <a:defRPr sz="5600" baseline="0">
                <a:solidFill>
                  <a:srgbClr val="004050"/>
                </a:solidFill>
                <a:latin typeface="Montserrat Black" panose="00000A00000000000000" pitchFamily="2" charset="0"/>
              </a:defRPr>
            </a:lvl1pPr>
          </a:lstStyle>
          <a:p>
            <a:r>
              <a:rPr lang="en-US" noProof="0"/>
              <a:t>Click to edit Master title style</a:t>
            </a:r>
            <a:endParaRPr lang="en-GB" noProof="0" dirty="0"/>
          </a:p>
        </p:txBody>
      </p:sp>
      <p:pic>
        <p:nvPicPr>
          <p:cNvPr id="12"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0900" y="302477"/>
            <a:ext cx="2643023" cy="1610367"/>
          </a:xfrm>
          <a:prstGeom prst="rect">
            <a:avLst/>
          </a:prstGeom>
        </p:spPr>
      </p:pic>
      <p:sp>
        <p:nvSpPr>
          <p:cNvPr id="4" name="Text Placeholder 3"/>
          <p:cNvSpPr>
            <a:spLocks noGrp="1"/>
          </p:cNvSpPr>
          <p:nvPr>
            <p:ph type="body" sz="quarter" idx="10" hasCustomPrompt="1"/>
          </p:nvPr>
        </p:nvSpPr>
        <p:spPr>
          <a:xfrm>
            <a:off x="376237" y="5769746"/>
            <a:ext cx="6604609" cy="685800"/>
          </a:xfrm>
        </p:spPr>
        <p:txBody>
          <a:bodyPr/>
          <a:lstStyle>
            <a:lvl1pPr>
              <a:defRPr baseline="0"/>
            </a:lvl1pPr>
          </a:lstStyle>
          <a:p>
            <a:pPr lvl="0"/>
            <a:r>
              <a:rPr lang="en-US" dirty="0"/>
              <a:t>Subtitle here</a:t>
            </a:r>
          </a:p>
        </p:txBody>
      </p:sp>
      <p:pic>
        <p:nvPicPr>
          <p:cNvPr id="7" name="Picture 6"/>
          <p:cNvPicPr>
            <a:picLocks noChangeAspect="1"/>
          </p:cNvPicPr>
          <p:nvPr userDrawn="1"/>
        </p:nvPicPr>
        <p:blipFill rotWithShape="1">
          <a:blip r:embed="rId4">
            <a:extLst>
              <a:ext uri="{28A0092B-C50C-407E-A947-70E740481C1C}">
                <a14:useLocalDpi xmlns:a14="http://schemas.microsoft.com/office/drawing/2010/main" val="0"/>
              </a:ext>
            </a:extLst>
          </a:blip>
          <a:srcRect t="15407" r="12445"/>
          <a:stretch/>
        </p:blipFill>
        <p:spPr>
          <a:xfrm>
            <a:off x="7097178" y="0"/>
            <a:ext cx="5106217" cy="5637467"/>
          </a:xfrm>
          <a:prstGeom prst="rect">
            <a:avLst/>
          </a:prstGeom>
        </p:spPr>
      </p:pic>
    </p:spTree>
    <p:extLst>
      <p:ext uri="{BB962C8B-B14F-4D97-AF65-F5344CB8AC3E}">
        <p14:creationId xmlns:p14="http://schemas.microsoft.com/office/powerpoint/2010/main" val="3907073018"/>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 White / Red">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a:extLst>
              <a:ext uri="{28A0092B-C50C-407E-A947-70E740481C1C}">
                <a14:useLocalDpi xmlns:a14="http://schemas.microsoft.com/office/drawing/2010/main" val="0"/>
              </a:ext>
            </a:extLst>
          </a:blip>
          <a:srcRect t="15421" r="12836"/>
          <a:stretch/>
        </p:blipFill>
        <p:spPr>
          <a:xfrm>
            <a:off x="7080085" y="-8547"/>
            <a:ext cx="5114764" cy="5671347"/>
          </a:xfrm>
          <a:prstGeom prst="rect">
            <a:avLst/>
          </a:prstGeom>
        </p:spPr>
      </p:pic>
      <p:sp>
        <p:nvSpPr>
          <p:cNvPr id="2" name="Title 1">
            <a:extLst>
              <a:ext uri="{FF2B5EF4-FFF2-40B4-BE49-F238E27FC236}">
                <a16:creationId xmlns:a16="http://schemas.microsoft.com/office/drawing/2014/main" id="{EBBB6D40-B4C9-8B4A-B2A6-126F64906376}"/>
              </a:ext>
            </a:extLst>
          </p:cNvPr>
          <p:cNvSpPr>
            <a:spLocks noGrp="1"/>
          </p:cNvSpPr>
          <p:nvPr>
            <p:ph type="ctrTitle"/>
          </p:nvPr>
        </p:nvSpPr>
        <p:spPr>
          <a:xfrm>
            <a:off x="384785" y="2322726"/>
            <a:ext cx="6596062" cy="2431485"/>
          </a:xfrm>
        </p:spPr>
        <p:txBody>
          <a:bodyPr anchor="b" anchorCtr="0">
            <a:noAutofit/>
          </a:bodyPr>
          <a:lstStyle>
            <a:lvl1pPr algn="l">
              <a:lnSpc>
                <a:spcPct val="90000"/>
              </a:lnSpc>
              <a:defRPr sz="5600" baseline="0">
                <a:solidFill>
                  <a:srgbClr val="004050"/>
                </a:solidFill>
                <a:latin typeface="Montserrat Black" panose="00000A00000000000000" pitchFamily="2" charset="0"/>
              </a:defRPr>
            </a:lvl1pPr>
          </a:lstStyle>
          <a:p>
            <a:r>
              <a:rPr lang="en-US" noProof="0"/>
              <a:t>Click to edit Master title style</a:t>
            </a:r>
            <a:endParaRPr lang="en-GB" noProof="0" dirty="0"/>
          </a:p>
        </p:txBody>
      </p:sp>
      <p:pic>
        <p:nvPicPr>
          <p:cNvPr id="12"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4" name="Text Placeholder 3"/>
          <p:cNvSpPr>
            <a:spLocks noGrp="1"/>
          </p:cNvSpPr>
          <p:nvPr>
            <p:ph type="body" sz="quarter" idx="10" hasCustomPrompt="1"/>
          </p:nvPr>
        </p:nvSpPr>
        <p:spPr>
          <a:xfrm>
            <a:off x="376237" y="5768975"/>
            <a:ext cx="6604609" cy="695117"/>
          </a:xfrm>
        </p:spPr>
        <p:txBody>
          <a:bodyPr/>
          <a:lstStyle>
            <a:lvl1pPr>
              <a:defRPr baseline="0"/>
            </a:lvl1pPr>
          </a:lstStyle>
          <a:p>
            <a:pPr lvl="0"/>
            <a:r>
              <a:rPr lang="en-US" dirty="0"/>
              <a:t>Subtitle here</a:t>
            </a:r>
          </a:p>
        </p:txBody>
      </p:sp>
    </p:spTree>
    <p:extLst>
      <p:ext uri="{BB962C8B-B14F-4D97-AF65-F5344CB8AC3E}">
        <p14:creationId xmlns:p14="http://schemas.microsoft.com/office/powerpoint/2010/main" val="2264302706"/>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Header - Red">
    <p:spTree>
      <p:nvGrpSpPr>
        <p:cNvPr id="1" name=""/>
        <p:cNvGrpSpPr/>
        <p:nvPr/>
      </p:nvGrpSpPr>
      <p:grpSpPr>
        <a:xfrm>
          <a:off x="0" y="0"/>
          <a:ext cx="0" cy="0"/>
          <a:chOff x="0" y="0"/>
          <a:chExt cx="0" cy="0"/>
        </a:xfrm>
      </p:grpSpPr>
      <p:sp>
        <p:nvSpPr>
          <p:cNvPr id="3" name="Rectangle 2"/>
          <p:cNvSpPr/>
          <p:nvPr userDrawn="1"/>
        </p:nvSpPr>
        <p:spPr>
          <a:xfrm>
            <a:off x="0" y="0"/>
            <a:ext cx="12192000" cy="6858000"/>
          </a:xfrm>
          <a:prstGeom prst="rect">
            <a:avLst/>
          </a:prstGeom>
          <a:solidFill>
            <a:srgbClr val="FF004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4" name="Picture 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49" y="493"/>
            <a:ext cx="12192649" cy="6857507"/>
          </a:xfrm>
          <a:prstGeom prst="rect">
            <a:avLst/>
          </a:prstGeom>
        </p:spPr>
      </p:pic>
      <p:pic>
        <p:nvPicPr>
          <p:cNvPr id="7" name="Picture 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241952" y="377825"/>
            <a:ext cx="2133602" cy="1365505"/>
          </a:xfrm>
          <a:prstGeom prst="rect">
            <a:avLst/>
          </a:prstGeom>
        </p:spPr>
      </p:pic>
      <p:sp>
        <p:nvSpPr>
          <p:cNvPr id="10" name="Title 1">
            <a:extLst>
              <a:ext uri="{FF2B5EF4-FFF2-40B4-BE49-F238E27FC236}">
                <a16:creationId xmlns:a16="http://schemas.microsoft.com/office/drawing/2014/main" id="{2B541408-9F20-4E79-B69D-8A8151C2DD05}"/>
              </a:ext>
            </a:extLst>
          </p:cNvPr>
          <p:cNvSpPr>
            <a:spLocks noGrp="1"/>
          </p:cNvSpPr>
          <p:nvPr>
            <p:ph type="ctrTitle"/>
          </p:nvPr>
        </p:nvSpPr>
        <p:spPr>
          <a:xfrm>
            <a:off x="548369" y="2265730"/>
            <a:ext cx="5627171" cy="2211677"/>
          </a:xfrm>
        </p:spPr>
        <p:txBody>
          <a:bodyPr anchor="t" anchorCtr="0">
            <a:noAutofit/>
          </a:bodyPr>
          <a:lstStyle>
            <a:lvl1pPr algn="l">
              <a:lnSpc>
                <a:spcPct val="80000"/>
              </a:lnSpc>
              <a:defRPr sz="5600" cap="all" baseline="0">
                <a:solidFill>
                  <a:schemeClr val="bg1"/>
                </a:solidFill>
              </a:defRPr>
            </a:lvl1pPr>
          </a:lstStyle>
          <a:p>
            <a:r>
              <a:rPr lang="en-US" noProof="0"/>
              <a:t>Click to edit Master title style</a:t>
            </a:r>
            <a:endParaRPr lang="en-GB" noProof="0" dirty="0"/>
          </a:p>
        </p:txBody>
      </p:sp>
    </p:spTree>
    <p:extLst>
      <p:ext uri="{BB962C8B-B14F-4D97-AF65-F5344CB8AC3E}">
        <p14:creationId xmlns:p14="http://schemas.microsoft.com/office/powerpoint/2010/main" val="31438328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 1ARROW">
    <p:spTree>
      <p:nvGrpSpPr>
        <p:cNvPr id="1" name=""/>
        <p:cNvGrpSpPr/>
        <p:nvPr/>
      </p:nvGrpSpPr>
      <p:grpSpPr>
        <a:xfrm>
          <a:off x="0" y="0"/>
          <a:ext cx="0" cy="0"/>
          <a:chOff x="0" y="0"/>
          <a:chExt cx="0" cy="0"/>
        </a:xfrm>
      </p:grpSpPr>
      <p:pic>
        <p:nvPicPr>
          <p:cNvPr id="7" name="Picture 6"/>
          <p:cNvPicPr>
            <a:picLocks noChangeAspect="1"/>
          </p:cNvPicPr>
          <p:nvPr userDrawn="1"/>
        </p:nvPicPr>
        <p:blipFill rotWithShape="1">
          <a:blip r:embed="rId2">
            <a:extLst>
              <a:ext uri="{28A0092B-C50C-407E-A947-70E740481C1C}">
                <a14:useLocalDpi xmlns:a14="http://schemas.microsoft.com/office/drawing/2010/main" val="0"/>
              </a:ext>
            </a:extLst>
          </a:blip>
          <a:srcRect r="9709"/>
          <a:stretch/>
        </p:blipFill>
        <p:spPr>
          <a:xfrm>
            <a:off x="6590289" y="11113"/>
            <a:ext cx="5601711" cy="6860864"/>
          </a:xfrm>
          <a:prstGeom prst="rect">
            <a:avLst/>
          </a:prstGeom>
        </p:spPr>
      </p:pic>
      <p:sp>
        <p:nvSpPr>
          <p:cNvPr id="5" name="Text Placeholder 2"/>
          <p:cNvSpPr>
            <a:spLocks noGrp="1"/>
          </p:cNvSpPr>
          <p:nvPr>
            <p:ph type="body" sz="quarter" idx="12" hasCustomPrompt="1"/>
          </p:nvPr>
        </p:nvSpPr>
        <p:spPr>
          <a:xfrm>
            <a:off x="1357921" y="1240172"/>
            <a:ext cx="9483118" cy="520262"/>
          </a:xfrm>
        </p:spPr>
        <p:txBody>
          <a:bodyPr/>
          <a:lstStyle>
            <a:lvl1pPr marL="0" indent="0">
              <a:lnSpc>
                <a:spcPct val="90000"/>
              </a:lnSpc>
              <a:spcAft>
                <a:spcPts val="0"/>
              </a:spcAft>
              <a:buFont typeface="Arial" panose="020B0604020202020204" pitchFamily="34" charset="0"/>
              <a:buNone/>
              <a:defRPr sz="40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a:t>Page title to sit here</a:t>
            </a:r>
          </a:p>
        </p:txBody>
      </p:sp>
      <p:sp>
        <p:nvSpPr>
          <p:cNvPr id="6" name="Text Placeholder 7"/>
          <p:cNvSpPr>
            <a:spLocks noGrp="1"/>
          </p:cNvSpPr>
          <p:nvPr>
            <p:ph type="body" sz="quarter" idx="11"/>
          </p:nvPr>
        </p:nvSpPr>
        <p:spPr>
          <a:xfrm>
            <a:off x="1357921" y="2102264"/>
            <a:ext cx="9483117" cy="4376323"/>
          </a:xfrm>
        </p:spPr>
        <p:txBody>
          <a:bodyPr/>
          <a:lstStyle>
            <a:lvl1pPr marL="0" indent="0">
              <a:buFont typeface="Arial" panose="020B0604020202020204" pitchFamily="34" charset="0"/>
              <a:buNone/>
              <a:defRPr/>
            </a:lvl1pPr>
            <a:lvl2pPr marL="171450" indent="-171450">
              <a:buFont typeface="Arial" panose="020B0604020202020204" pitchFamily="34" charset="0"/>
              <a:buChar char="•"/>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Rectangle 1"/>
          <p:cNvSpPr/>
          <p:nvPr userDrawn="1"/>
        </p:nvSpPr>
        <p:spPr>
          <a:xfrm>
            <a:off x="269737" y="314036"/>
            <a:ext cx="1004881" cy="65928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8"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269737" y="377825"/>
            <a:ext cx="781218" cy="552176"/>
          </a:xfrm>
          <a:prstGeom prst="rect">
            <a:avLst/>
          </a:prstGeom>
        </p:spPr>
      </p:pic>
      <p:sp>
        <p:nvSpPr>
          <p:cNvPr id="9" name="Slide Number Placeholder 5">
            <a:extLst>
              <a:ext uri="{FF2B5EF4-FFF2-40B4-BE49-F238E27FC236}">
                <a16:creationId xmlns:a16="http://schemas.microsoft.com/office/drawing/2014/main" id="{8A975D01-89DD-456F-80CA-73FF7FB9E1BB}"/>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Tree>
    <p:extLst>
      <p:ext uri="{BB962C8B-B14F-4D97-AF65-F5344CB8AC3E}">
        <p14:creationId xmlns:p14="http://schemas.microsoft.com/office/powerpoint/2010/main" val="414109893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01 Section Divider">
    <p:bg>
      <p:bgPr>
        <a:solidFill>
          <a:schemeClr val="tx1"/>
        </a:solidFill>
        <a:effectLst/>
      </p:bgPr>
    </p:bg>
    <p:spTree>
      <p:nvGrpSpPr>
        <p:cNvPr id="1" name=""/>
        <p:cNvGrpSpPr/>
        <p:nvPr/>
      </p:nvGrpSpPr>
      <p:grpSpPr>
        <a:xfrm>
          <a:off x="0" y="0"/>
          <a:ext cx="0" cy="0"/>
          <a:chOff x="0" y="0"/>
          <a:chExt cx="0" cy="0"/>
        </a:xfrm>
      </p:grpSpPr>
      <p:sp>
        <p:nvSpPr>
          <p:cNvPr id="12" name="object 3">
            <a:extLst>
              <a:ext uri="{FF2B5EF4-FFF2-40B4-BE49-F238E27FC236}">
                <a16:creationId xmlns:a16="http://schemas.microsoft.com/office/drawing/2014/main" id="{3344A4B7-0EC8-AD4A-8611-5B12AB419DC2}"/>
              </a:ext>
            </a:extLst>
          </p:cNvPr>
          <p:cNvSpPr/>
          <p:nvPr userDrawn="1"/>
        </p:nvSpPr>
        <p:spPr>
          <a:xfrm>
            <a:off x="0" y="0"/>
            <a:ext cx="11808125" cy="4657785"/>
          </a:xfrm>
          <a:custGeom>
            <a:avLst/>
            <a:gdLst/>
            <a:ahLst/>
            <a:cxnLst/>
            <a:rect l="l" t="t" r="r" b="b"/>
            <a:pathLst>
              <a:path w="15645765" h="6171565">
                <a:moveTo>
                  <a:pt x="12954792" y="0"/>
                </a:moveTo>
                <a:lnTo>
                  <a:pt x="9989330" y="0"/>
                </a:lnTo>
                <a:lnTo>
                  <a:pt x="11612737" y="1621505"/>
                </a:lnTo>
                <a:lnTo>
                  <a:pt x="11603898" y="1638231"/>
                </a:lnTo>
                <a:lnTo>
                  <a:pt x="0" y="1638231"/>
                </a:lnTo>
                <a:lnTo>
                  <a:pt x="0" y="3701600"/>
                </a:lnTo>
                <a:lnTo>
                  <a:pt x="11623393" y="3701600"/>
                </a:lnTo>
                <a:lnTo>
                  <a:pt x="9157358" y="6164994"/>
                </a:lnTo>
                <a:lnTo>
                  <a:pt x="9229199" y="6169201"/>
                </a:lnTo>
                <a:lnTo>
                  <a:pt x="9246778" y="6169604"/>
                </a:lnTo>
                <a:lnTo>
                  <a:pt x="12044487" y="6171255"/>
                </a:lnTo>
                <a:lnTo>
                  <a:pt x="12085365" y="6167625"/>
                </a:lnTo>
                <a:lnTo>
                  <a:pt x="12120998" y="6156469"/>
                </a:lnTo>
                <a:lnTo>
                  <a:pt x="12153240" y="6137640"/>
                </a:lnTo>
                <a:lnTo>
                  <a:pt x="12183945" y="6110993"/>
                </a:lnTo>
                <a:lnTo>
                  <a:pt x="15546143" y="2748262"/>
                </a:lnTo>
                <a:lnTo>
                  <a:pt x="15566761" y="2730440"/>
                </a:lnTo>
                <a:lnTo>
                  <a:pt x="15590311" y="2713899"/>
                </a:lnTo>
                <a:lnTo>
                  <a:pt x="15616627" y="2696820"/>
                </a:lnTo>
                <a:lnTo>
                  <a:pt x="15645546" y="2677383"/>
                </a:lnTo>
                <a:lnTo>
                  <a:pt x="15617183" y="2654144"/>
                </a:lnTo>
                <a:lnTo>
                  <a:pt x="15594873" y="2636172"/>
                </a:lnTo>
                <a:lnTo>
                  <a:pt x="15577002" y="2621305"/>
                </a:lnTo>
                <a:lnTo>
                  <a:pt x="15561955" y="2607381"/>
                </a:lnTo>
                <a:lnTo>
                  <a:pt x="12954792" y="0"/>
                </a:lnTo>
                <a:close/>
              </a:path>
            </a:pathLst>
          </a:custGeom>
          <a:solidFill>
            <a:schemeClr val="tx2"/>
          </a:solidFill>
        </p:spPr>
        <p:txBody>
          <a:bodyPr wrap="square" lIns="0" tIns="0" rIns="0" bIns="0" rtlCol="0"/>
          <a:lstStyle/>
          <a:p>
            <a:endParaRPr sz="1029"/>
          </a:p>
        </p:txBody>
      </p:sp>
      <p:pic>
        <p:nvPicPr>
          <p:cNvPr id="10" name="Graphic 31">
            <a:extLst>
              <a:ext uri="{FF2B5EF4-FFF2-40B4-BE49-F238E27FC236}">
                <a16:creationId xmlns:a16="http://schemas.microsoft.com/office/drawing/2014/main" id="{1AABA4C8-3AF1-D94B-A8D4-5A6363015C9B}"/>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9732" t="-5388" r="-9847" b="6180"/>
          <a:stretch/>
        </p:blipFill>
        <p:spPr>
          <a:xfrm>
            <a:off x="265143" y="388189"/>
            <a:ext cx="776377" cy="483079"/>
          </a:xfrm>
          <a:prstGeom prst="rect">
            <a:avLst/>
          </a:prstGeom>
        </p:spPr>
      </p:pic>
      <p:sp>
        <p:nvSpPr>
          <p:cNvPr id="11" name="Title 1">
            <a:extLst>
              <a:ext uri="{FF2B5EF4-FFF2-40B4-BE49-F238E27FC236}">
                <a16:creationId xmlns:a16="http://schemas.microsoft.com/office/drawing/2014/main" id="{EBBB6D40-B4C9-8B4A-B2A6-126F64906376}"/>
              </a:ext>
            </a:extLst>
          </p:cNvPr>
          <p:cNvSpPr>
            <a:spLocks noGrp="1"/>
          </p:cNvSpPr>
          <p:nvPr>
            <p:ph type="ctrTitle"/>
          </p:nvPr>
        </p:nvSpPr>
        <p:spPr>
          <a:xfrm>
            <a:off x="384784" y="3089654"/>
            <a:ext cx="7075271" cy="2277604"/>
          </a:xfrm>
        </p:spPr>
        <p:txBody>
          <a:bodyPr anchor="b" anchorCtr="0">
            <a:noAutofit/>
          </a:bodyPr>
          <a:lstStyle>
            <a:lvl1pPr algn="l">
              <a:lnSpc>
                <a:spcPts val="6000"/>
              </a:lnSpc>
              <a:defRPr sz="5600">
                <a:solidFill>
                  <a:schemeClr val="bg1"/>
                </a:solidFill>
                <a:latin typeface="Montserrat Black" panose="00000A00000000000000" pitchFamily="2" charset="0"/>
              </a:defRPr>
            </a:lvl1pPr>
          </a:lstStyle>
          <a:p>
            <a:r>
              <a:rPr lang="en-US" noProof="0"/>
              <a:t>Click to edit Master title style</a:t>
            </a:r>
            <a:endParaRPr lang="en-GB" noProof="0" dirty="0"/>
          </a:p>
        </p:txBody>
      </p:sp>
    </p:spTree>
    <p:extLst>
      <p:ext uri="{BB962C8B-B14F-4D97-AF65-F5344CB8AC3E}">
        <p14:creationId xmlns:p14="http://schemas.microsoft.com/office/powerpoint/2010/main" val="3451938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4_03 Section Divider">
    <p:bg>
      <p:bgPr>
        <a:solidFill>
          <a:schemeClr val="tx2"/>
        </a:solidFill>
        <a:effectLst/>
      </p:bgPr>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59613" y="1556247"/>
            <a:ext cx="6814270" cy="2277604"/>
          </a:xfrm>
        </p:spPr>
        <p:txBody>
          <a:bodyPr anchor="b" anchorCtr="0">
            <a:noAutofit/>
          </a:bodyPr>
          <a:lstStyle>
            <a:lvl1pPr algn="l">
              <a:lnSpc>
                <a:spcPct val="90000"/>
              </a:lnSpc>
              <a:defRPr sz="5400" spc="60" baseline="0">
                <a:solidFill>
                  <a:srgbClr val="004050"/>
                </a:solidFill>
              </a:defRPr>
            </a:lvl1pPr>
          </a:lstStyle>
          <a:p>
            <a:r>
              <a:rPr lang="en-US" noProof="0" dirty="0"/>
              <a:t>Click to edit </a:t>
            </a:r>
            <a:br>
              <a:rPr lang="en-US" noProof="0" dirty="0"/>
            </a:br>
            <a:r>
              <a:rPr lang="en-US" noProof="0" dirty="0"/>
              <a:t>master title style</a:t>
            </a:r>
            <a:endParaRPr lang="en-GB" noProof="0" dirty="0"/>
          </a:p>
        </p:txBody>
      </p:sp>
      <p:grpSp>
        <p:nvGrpSpPr>
          <p:cNvPr id="27" name="Group 26"/>
          <p:cNvGrpSpPr/>
          <p:nvPr userDrawn="1"/>
        </p:nvGrpSpPr>
        <p:grpSpPr>
          <a:xfrm>
            <a:off x="-2229" y="2361812"/>
            <a:ext cx="11067619" cy="4502135"/>
            <a:chOff x="-2229" y="2361812"/>
            <a:chExt cx="11067619" cy="4502135"/>
          </a:xfrm>
          <a:solidFill>
            <a:srgbClr val="004050"/>
          </a:solidFill>
        </p:grpSpPr>
        <p:sp>
          <p:nvSpPr>
            <p:cNvPr id="28" name="Freeform 27">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9" name="Freeform 28">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30" name="Freeform 29">
              <a:extLst>
                <a:ext uri="{FF2B5EF4-FFF2-40B4-BE49-F238E27FC236}">
                  <a16:creationId xmlns:a16="http://schemas.microsoft.com/office/drawing/2014/main" id="{2F450B4C-241D-A544-BBEF-175E01D6A139}"/>
                </a:ext>
              </a:extLst>
            </p:cNvPr>
            <p:cNvSpPr/>
            <p:nvPr userDrawn="1"/>
          </p:nvSpPr>
          <p:spPr>
            <a:xfrm flipV="1">
              <a:off x="-2229" y="49513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pic>
        <p:nvPicPr>
          <p:cNvPr id="7" name="Graphic 31">
            <a:extLst>
              <a:ext uri="{FF2B5EF4-FFF2-40B4-BE49-F238E27FC236}">
                <a16:creationId xmlns:a16="http://schemas.microsoft.com/office/drawing/2014/main" id="{5548F746-665E-408B-B0D4-EA7E82C51CF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7" y="377825"/>
            <a:ext cx="781218" cy="552176"/>
          </a:xfrm>
          <a:prstGeom prst="rect">
            <a:avLst/>
          </a:prstGeom>
        </p:spPr>
      </p:pic>
    </p:spTree>
    <p:extLst>
      <p:ext uri="{BB962C8B-B14F-4D97-AF65-F5344CB8AC3E}">
        <p14:creationId xmlns:p14="http://schemas.microsoft.com/office/powerpoint/2010/main" val="8492691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02 Section Divider">
    <p:bg>
      <p:bgPr>
        <a:solidFill>
          <a:schemeClr val="accent6"/>
        </a:solidFill>
        <a:effectLst/>
      </p:bgPr>
    </p:bg>
    <p:spTree>
      <p:nvGrpSpPr>
        <p:cNvPr id="1" name=""/>
        <p:cNvGrpSpPr/>
        <p:nvPr/>
      </p:nvGrpSpPr>
      <p:grpSpPr>
        <a:xfrm>
          <a:off x="0" y="0"/>
          <a:ext cx="0" cy="0"/>
          <a:chOff x="0" y="0"/>
          <a:chExt cx="0" cy="0"/>
        </a:xfrm>
      </p:grpSpPr>
      <p:pic>
        <p:nvPicPr>
          <p:cNvPr id="12" name="Graphic 31">
            <a:extLst>
              <a:ext uri="{FF2B5EF4-FFF2-40B4-BE49-F238E27FC236}">
                <a16:creationId xmlns:a16="http://schemas.microsoft.com/office/drawing/2014/main" id="{1AABA4C8-3AF1-D94B-A8D4-5A6363015C9B}"/>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9732" t="-5388" r="-9847" b="6180"/>
          <a:stretch/>
        </p:blipFill>
        <p:spPr>
          <a:xfrm>
            <a:off x="265143" y="388189"/>
            <a:ext cx="776377" cy="483079"/>
          </a:xfrm>
          <a:prstGeom prst="rect">
            <a:avLst/>
          </a:prstGeom>
        </p:spPr>
      </p:pic>
      <p:sp>
        <p:nvSpPr>
          <p:cNvPr id="13" name="Title 1">
            <a:extLst>
              <a:ext uri="{FF2B5EF4-FFF2-40B4-BE49-F238E27FC236}">
                <a16:creationId xmlns:a16="http://schemas.microsoft.com/office/drawing/2014/main" id="{EBBB6D40-B4C9-8B4A-B2A6-126F64906376}"/>
              </a:ext>
            </a:extLst>
          </p:cNvPr>
          <p:cNvSpPr>
            <a:spLocks noGrp="1"/>
          </p:cNvSpPr>
          <p:nvPr>
            <p:ph type="ctrTitle"/>
          </p:nvPr>
        </p:nvSpPr>
        <p:spPr>
          <a:xfrm>
            <a:off x="376238" y="1897166"/>
            <a:ext cx="7011390" cy="2277604"/>
          </a:xfrm>
        </p:spPr>
        <p:txBody>
          <a:bodyPr anchor="b" anchorCtr="0">
            <a:noAutofit/>
          </a:bodyPr>
          <a:lstStyle>
            <a:lvl1pPr algn="l">
              <a:lnSpc>
                <a:spcPts val="6000"/>
              </a:lnSpc>
              <a:defRPr sz="5600">
                <a:solidFill>
                  <a:schemeClr val="bg1"/>
                </a:solidFill>
                <a:latin typeface="Montserrat Black" panose="00000A00000000000000" pitchFamily="2" charset="0"/>
              </a:defRPr>
            </a:lvl1pPr>
          </a:lstStyle>
          <a:p>
            <a:r>
              <a:rPr lang="en-US" noProof="0"/>
              <a:t>Click to edit Master title style</a:t>
            </a:r>
            <a:endParaRPr lang="en-GB" noProof="0" dirty="0"/>
          </a:p>
        </p:txBody>
      </p:sp>
      <p:pic>
        <p:nvPicPr>
          <p:cNvPr id="2" name="Picture 1"/>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09" y="1897166"/>
            <a:ext cx="11479292" cy="4960834"/>
          </a:xfrm>
          <a:prstGeom prst="rect">
            <a:avLst/>
          </a:prstGeom>
        </p:spPr>
      </p:pic>
    </p:spTree>
    <p:extLst>
      <p:ext uri="{BB962C8B-B14F-4D97-AF65-F5344CB8AC3E}">
        <p14:creationId xmlns:p14="http://schemas.microsoft.com/office/powerpoint/2010/main" val="1254177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03 Section Divider">
    <p:bg>
      <p:bgPr>
        <a:solidFill>
          <a:schemeClr val="accent3"/>
        </a:solidFill>
        <a:effectLst/>
      </p:bgPr>
    </p:bg>
    <p:spTree>
      <p:nvGrpSpPr>
        <p:cNvPr id="1" name=""/>
        <p:cNvGrpSpPr/>
        <p:nvPr/>
      </p:nvGrpSpPr>
      <p:grpSpPr>
        <a:xfrm>
          <a:off x="0" y="0"/>
          <a:ext cx="0" cy="0"/>
          <a:chOff x="0" y="0"/>
          <a:chExt cx="0" cy="0"/>
        </a:xfrm>
      </p:grpSpPr>
      <p:pic>
        <p:nvPicPr>
          <p:cNvPr id="12" name="Graphic 31">
            <a:extLst>
              <a:ext uri="{FF2B5EF4-FFF2-40B4-BE49-F238E27FC236}">
                <a16:creationId xmlns:a16="http://schemas.microsoft.com/office/drawing/2014/main" id="{1AABA4C8-3AF1-D94B-A8D4-5A6363015C9B}"/>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9732" t="-5388" r="-9847" b="6180"/>
          <a:stretch/>
        </p:blipFill>
        <p:spPr>
          <a:xfrm>
            <a:off x="265143" y="388189"/>
            <a:ext cx="776377" cy="483079"/>
          </a:xfrm>
          <a:prstGeom prst="rect">
            <a:avLst/>
          </a:prstGeom>
        </p:spPr>
      </p:pic>
      <p:pic>
        <p:nvPicPr>
          <p:cNvPr id="4" name="Picture 3"/>
          <p:cNvPicPr>
            <a:picLocks noChangeAspect="1"/>
          </p:cNvPicPr>
          <p:nvPr userDrawn="1"/>
        </p:nvPicPr>
        <p:blipFill rotWithShape="1">
          <a:blip r:embed="rId3">
            <a:extLst>
              <a:ext uri="{28A0092B-C50C-407E-A947-70E740481C1C}">
                <a14:useLocalDpi xmlns:a14="http://schemas.microsoft.com/office/drawing/2010/main" val="0"/>
              </a:ext>
            </a:extLst>
          </a:blip>
          <a:srcRect l="42453"/>
          <a:stretch/>
        </p:blipFill>
        <p:spPr>
          <a:xfrm>
            <a:off x="-1" y="2138695"/>
            <a:ext cx="11137643" cy="4973375"/>
          </a:xfrm>
          <a:prstGeom prst="rect">
            <a:avLst/>
          </a:prstGeom>
        </p:spPr>
      </p:pic>
      <p:sp>
        <p:nvSpPr>
          <p:cNvPr id="5" name="Title 1">
            <a:extLst>
              <a:ext uri="{FF2B5EF4-FFF2-40B4-BE49-F238E27FC236}">
                <a16:creationId xmlns:a16="http://schemas.microsoft.com/office/drawing/2014/main" id="{EBBB6D40-B4C9-8B4A-B2A6-126F64906376}"/>
              </a:ext>
            </a:extLst>
          </p:cNvPr>
          <p:cNvSpPr>
            <a:spLocks noGrp="1"/>
          </p:cNvSpPr>
          <p:nvPr>
            <p:ph type="ctrTitle"/>
          </p:nvPr>
        </p:nvSpPr>
        <p:spPr>
          <a:xfrm>
            <a:off x="387037" y="1169540"/>
            <a:ext cx="6783308" cy="2277604"/>
          </a:xfrm>
        </p:spPr>
        <p:txBody>
          <a:bodyPr anchor="b" anchorCtr="0">
            <a:noAutofit/>
          </a:bodyPr>
          <a:lstStyle>
            <a:lvl1pPr algn="l">
              <a:lnSpc>
                <a:spcPts val="6000"/>
              </a:lnSpc>
              <a:defRPr sz="5600">
                <a:solidFill>
                  <a:schemeClr val="bg1"/>
                </a:solidFill>
                <a:latin typeface="Montserrat Black" panose="00000A00000000000000" pitchFamily="2" charset="0"/>
              </a:defRPr>
            </a:lvl1pPr>
          </a:lstStyle>
          <a:p>
            <a:r>
              <a:rPr lang="en-US" noProof="0"/>
              <a:t>Click to edit Master title style</a:t>
            </a:r>
            <a:endParaRPr lang="en-GB" noProof="0" dirty="0"/>
          </a:p>
        </p:txBody>
      </p:sp>
    </p:spTree>
    <p:extLst>
      <p:ext uri="{BB962C8B-B14F-4D97-AF65-F5344CB8AC3E}">
        <p14:creationId xmlns:p14="http://schemas.microsoft.com/office/powerpoint/2010/main" val="29269145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04 Section Divider">
    <p:bg>
      <p:bgPr>
        <a:solidFill>
          <a:schemeClr val="accent4"/>
        </a:solidFill>
        <a:effectLst/>
      </p:bgPr>
    </p:bg>
    <p:spTree>
      <p:nvGrpSpPr>
        <p:cNvPr id="1" name=""/>
        <p:cNvGrpSpPr/>
        <p:nvPr/>
      </p:nvGrpSpPr>
      <p:grpSpPr>
        <a:xfrm>
          <a:off x="0" y="0"/>
          <a:ext cx="0" cy="0"/>
          <a:chOff x="0" y="0"/>
          <a:chExt cx="0" cy="0"/>
        </a:xfrm>
      </p:grpSpPr>
      <p:pic>
        <p:nvPicPr>
          <p:cNvPr id="12" name="Graphic 31">
            <a:extLst>
              <a:ext uri="{FF2B5EF4-FFF2-40B4-BE49-F238E27FC236}">
                <a16:creationId xmlns:a16="http://schemas.microsoft.com/office/drawing/2014/main" id="{1AABA4C8-3AF1-D94B-A8D4-5A6363015C9B}"/>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9732" t="-5388" r="-9847" b="6180"/>
          <a:stretch/>
        </p:blipFill>
        <p:spPr>
          <a:xfrm>
            <a:off x="265143" y="388189"/>
            <a:ext cx="776377" cy="483079"/>
          </a:xfrm>
          <a:prstGeom prst="rect">
            <a:avLst/>
          </a:prstGeom>
        </p:spPr>
      </p:pic>
      <p:sp>
        <p:nvSpPr>
          <p:cNvPr id="5" name="Title 1">
            <a:extLst>
              <a:ext uri="{FF2B5EF4-FFF2-40B4-BE49-F238E27FC236}">
                <a16:creationId xmlns:a16="http://schemas.microsoft.com/office/drawing/2014/main" id="{EBBB6D40-B4C9-8B4A-B2A6-126F64906376}"/>
              </a:ext>
            </a:extLst>
          </p:cNvPr>
          <p:cNvSpPr>
            <a:spLocks noGrp="1"/>
          </p:cNvSpPr>
          <p:nvPr>
            <p:ph type="ctrTitle"/>
          </p:nvPr>
        </p:nvSpPr>
        <p:spPr>
          <a:xfrm>
            <a:off x="387037" y="1169540"/>
            <a:ext cx="7000591" cy="2277604"/>
          </a:xfrm>
        </p:spPr>
        <p:txBody>
          <a:bodyPr anchor="b" anchorCtr="0">
            <a:noAutofit/>
          </a:bodyPr>
          <a:lstStyle>
            <a:lvl1pPr algn="l">
              <a:lnSpc>
                <a:spcPts val="6000"/>
              </a:lnSpc>
              <a:defRPr sz="5600">
                <a:solidFill>
                  <a:schemeClr val="bg1"/>
                </a:solidFill>
                <a:latin typeface="Montserrat Black" panose="00000A00000000000000" pitchFamily="2" charset="0"/>
              </a:defRPr>
            </a:lvl1pPr>
          </a:lstStyle>
          <a:p>
            <a:r>
              <a:rPr lang="en-US" noProof="0"/>
              <a:t>Click to edit Master title style</a:t>
            </a:r>
            <a:endParaRPr lang="en-GB" noProof="0" dirty="0"/>
          </a:p>
        </p:txBody>
      </p:sp>
      <p:pic>
        <p:nvPicPr>
          <p:cNvPr id="7" name="Picture 6"/>
          <p:cNvPicPr>
            <a:picLocks noChangeAspect="1"/>
          </p:cNvPicPr>
          <p:nvPr userDrawn="1"/>
        </p:nvPicPr>
        <p:blipFill rotWithShape="1">
          <a:blip r:embed="rId3">
            <a:biLevel thresh="25000"/>
            <a:extLst>
              <a:ext uri="{28A0092B-C50C-407E-A947-70E740481C1C}">
                <a14:useLocalDpi xmlns:a14="http://schemas.microsoft.com/office/drawing/2010/main" val="0"/>
              </a:ext>
            </a:extLst>
          </a:blip>
          <a:srcRect l="2277"/>
          <a:stretch/>
        </p:blipFill>
        <p:spPr>
          <a:xfrm>
            <a:off x="0" y="2294314"/>
            <a:ext cx="9545652" cy="4066446"/>
          </a:xfrm>
          <a:prstGeom prst="rect">
            <a:avLst/>
          </a:prstGeom>
        </p:spPr>
      </p:pic>
    </p:spTree>
    <p:extLst>
      <p:ext uri="{BB962C8B-B14F-4D97-AF65-F5344CB8AC3E}">
        <p14:creationId xmlns:p14="http://schemas.microsoft.com/office/powerpoint/2010/main" val="411369028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3_02 Section Divider">
    <p:bg>
      <p:bgPr>
        <a:solidFill>
          <a:srgbClr val="004050"/>
        </a:solidFill>
        <a:effectLst/>
      </p:bgPr>
    </p:bg>
    <p:spTree>
      <p:nvGrpSpPr>
        <p:cNvPr id="1" name=""/>
        <p:cNvGrpSpPr/>
        <p:nvPr/>
      </p:nvGrpSpPr>
      <p:grpSpPr>
        <a:xfrm>
          <a:off x="0" y="0"/>
          <a:ext cx="0" cy="0"/>
          <a:chOff x="0" y="0"/>
          <a:chExt cx="0" cy="0"/>
        </a:xfrm>
      </p:grpSpPr>
      <p:sp>
        <p:nvSpPr>
          <p:cNvPr id="3" name="Rectangle 2"/>
          <p:cNvSpPr/>
          <p:nvPr userDrawn="1"/>
        </p:nvSpPr>
        <p:spPr>
          <a:xfrm>
            <a:off x="-609" y="0"/>
            <a:ext cx="12192609" cy="6858000"/>
          </a:xfrm>
          <a:prstGeom prst="rect">
            <a:avLst/>
          </a:prstGeom>
          <a:solidFill>
            <a:srgbClr val="28CF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Freeform 4">
            <a:extLst>
              <a:ext uri="{FF2B5EF4-FFF2-40B4-BE49-F238E27FC236}">
                <a16:creationId xmlns:a16="http://schemas.microsoft.com/office/drawing/2014/main" id="{A0DD6AED-2202-DD48-A2D6-60CCC5F07320}"/>
              </a:ext>
            </a:extLst>
          </p:cNvPr>
          <p:cNvSpPr/>
          <p:nvPr userDrawn="1"/>
        </p:nvSpPr>
        <p:spPr>
          <a:xfrm>
            <a:off x="-609" y="2116538"/>
            <a:ext cx="11411496" cy="5526322"/>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rgbClr val="004050"/>
          </a:solidFill>
          <a:ln w="6350" cap="flat">
            <a:noFill/>
            <a:prstDash val="solid"/>
            <a:miter/>
          </a:ln>
        </p:spPr>
        <p:txBody>
          <a:bodyPr rtlCol="0" anchor="ctr"/>
          <a:lstStyle/>
          <a:p>
            <a:endParaRPr lang="en-GB" dirty="0"/>
          </a:p>
        </p:txBody>
      </p:sp>
      <p:sp>
        <p:nvSpPr>
          <p:cNvPr id="4" name="Rectangle 3"/>
          <p:cNvSpPr/>
          <p:nvPr userDrawn="1"/>
        </p:nvSpPr>
        <p:spPr>
          <a:xfrm>
            <a:off x="758190" y="769620"/>
            <a:ext cx="379608" cy="110490"/>
          </a:xfrm>
          <a:prstGeom prst="rect">
            <a:avLst/>
          </a:prstGeom>
          <a:solidFill>
            <a:srgbClr val="28CF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3"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76238" y="2067007"/>
            <a:ext cx="7071966" cy="2353439"/>
          </a:xfrm>
        </p:spPr>
        <p:txBody>
          <a:bodyPr anchor="b" anchorCtr="0">
            <a:noAutofit/>
          </a:bodyPr>
          <a:lstStyle>
            <a:lvl1pPr algn="l">
              <a:lnSpc>
                <a:spcPts val="6000"/>
              </a:lnSpc>
              <a:defRPr sz="5400" spc="60" baseline="0">
                <a:solidFill>
                  <a:srgbClr val="004050"/>
                </a:solidFill>
              </a:defRPr>
            </a:lvl1pPr>
          </a:lstStyle>
          <a:p>
            <a:r>
              <a:rPr lang="en-US" noProof="0" dirty="0"/>
              <a:t>Click to edit master title style</a:t>
            </a:r>
            <a:endParaRPr lang="en-GB" noProof="0" dirty="0"/>
          </a:p>
        </p:txBody>
      </p:sp>
      <p:pic>
        <p:nvPicPr>
          <p:cNvPr id="6" name="Graphic 31">
            <a:extLst>
              <a:ext uri="{FF2B5EF4-FFF2-40B4-BE49-F238E27FC236}">
                <a16:creationId xmlns:a16="http://schemas.microsoft.com/office/drawing/2014/main" id="{B724B3C1-1C9A-478C-8A84-BF65A52018E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7" y="377825"/>
            <a:ext cx="781218" cy="552176"/>
          </a:xfrm>
          <a:prstGeom prst="rect">
            <a:avLst/>
          </a:prstGeom>
        </p:spPr>
      </p:pic>
    </p:spTree>
    <p:extLst>
      <p:ext uri="{BB962C8B-B14F-4D97-AF65-F5344CB8AC3E}">
        <p14:creationId xmlns:p14="http://schemas.microsoft.com/office/powerpoint/2010/main" val="417472797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Activity 1">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4327302" y="344971"/>
            <a:ext cx="7475232" cy="2858874"/>
          </a:xfrm>
        </p:spPr>
        <p:txBody>
          <a:bodyPr anchor="b" anchorCtr="0">
            <a:noAutofit/>
          </a:bodyPr>
          <a:lstStyle>
            <a:lvl1pPr algn="l">
              <a:lnSpc>
                <a:spcPct val="100000"/>
              </a:lnSpc>
              <a:defRPr sz="3600" baseline="0">
                <a:solidFill>
                  <a:srgbClr val="004050"/>
                </a:solidFill>
              </a:defRPr>
            </a:lvl1pPr>
          </a:lstStyle>
          <a:p>
            <a:br>
              <a:rPr lang="en-US" noProof="0" dirty="0"/>
            </a:br>
            <a:br>
              <a:rPr lang="en-US" noProof="0" dirty="0"/>
            </a:br>
            <a:r>
              <a:rPr lang="en-US" noProof="0" dirty="0"/>
              <a:t>ACTIVITY: </a:t>
            </a:r>
            <a:br>
              <a:rPr lang="en-US" noProof="0" dirty="0"/>
            </a:br>
            <a:r>
              <a:rPr lang="en-US" noProof="0" dirty="0"/>
              <a:t>CLICK TO EDIT TITLE</a:t>
            </a:r>
            <a:endParaRPr lang="en-GB" noProof="0" dirty="0"/>
          </a:p>
        </p:txBody>
      </p:sp>
      <p:sp>
        <p:nvSpPr>
          <p:cNvPr id="4" name="Text Placeholder 3"/>
          <p:cNvSpPr>
            <a:spLocks noGrp="1"/>
          </p:cNvSpPr>
          <p:nvPr>
            <p:ph type="body" sz="quarter" idx="10" hasCustomPrompt="1"/>
          </p:nvPr>
        </p:nvSpPr>
        <p:spPr>
          <a:xfrm>
            <a:off x="4327303" y="3525004"/>
            <a:ext cx="7475230" cy="2791976"/>
          </a:xfrm>
        </p:spPr>
        <p:txBody>
          <a:bodyPr/>
          <a:lstStyle>
            <a:lvl1pPr>
              <a:lnSpc>
                <a:spcPct val="100000"/>
              </a:lnSpc>
              <a:defRPr b="0" baseline="0"/>
            </a:lvl1pPr>
          </a:lstStyle>
          <a:p>
            <a:pPr lvl="0"/>
            <a:r>
              <a:rPr lang="en-US" dirty="0"/>
              <a:t>Click to edit instructions</a:t>
            </a:r>
          </a:p>
        </p:txBody>
      </p:sp>
      <p:sp>
        <p:nvSpPr>
          <p:cNvPr id="10" name="Freeform 9">
            <a:extLst>
              <a:ext uri="{FF2B5EF4-FFF2-40B4-BE49-F238E27FC236}">
                <a16:creationId xmlns:a16="http://schemas.microsoft.com/office/drawing/2014/main" id="{56887D20-DCD6-8E49-BF31-8F4C2FCCD421}"/>
              </a:ext>
            </a:extLst>
          </p:cNvPr>
          <p:cNvSpPr/>
          <p:nvPr userDrawn="1"/>
        </p:nvSpPr>
        <p:spPr>
          <a:xfrm>
            <a:off x="487005" y="518307"/>
            <a:ext cx="3525956" cy="4061544"/>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accent1"/>
          </a:solidFill>
          <a:ln w="6350" cap="flat">
            <a:noFill/>
            <a:prstDash val="solid"/>
            <a:miter/>
          </a:ln>
        </p:spPr>
        <p:txBody>
          <a:bodyPr rtlCol="0" anchor="ctr"/>
          <a:lstStyle/>
          <a:p>
            <a:endParaRPr lang="en-GB"/>
          </a:p>
        </p:txBody>
      </p:sp>
      <p:sp>
        <p:nvSpPr>
          <p:cNvPr id="5" name="Slide Number Placeholder 5">
            <a:extLst>
              <a:ext uri="{FF2B5EF4-FFF2-40B4-BE49-F238E27FC236}">
                <a16:creationId xmlns:a16="http://schemas.microsoft.com/office/drawing/2014/main" id="{653548AA-2EF5-4301-B743-9688BED3B31F}"/>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Tree>
    <p:extLst>
      <p:ext uri="{BB962C8B-B14F-4D97-AF65-F5344CB8AC3E}">
        <p14:creationId xmlns:p14="http://schemas.microsoft.com/office/powerpoint/2010/main" val="917888509"/>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1_Activity 1">
    <p:bg>
      <p:bgPr>
        <a:solidFill>
          <a:srgbClr val="F3622C"/>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4327302" y="344971"/>
            <a:ext cx="7475232" cy="2858874"/>
          </a:xfrm>
        </p:spPr>
        <p:txBody>
          <a:bodyPr anchor="b" anchorCtr="0">
            <a:noAutofit/>
          </a:bodyPr>
          <a:lstStyle>
            <a:lvl1pPr algn="l">
              <a:lnSpc>
                <a:spcPct val="100000"/>
              </a:lnSpc>
              <a:defRPr sz="3600" baseline="0">
                <a:solidFill>
                  <a:schemeClr val="bg1"/>
                </a:solidFill>
              </a:defRPr>
            </a:lvl1pPr>
          </a:lstStyle>
          <a:p>
            <a:br>
              <a:rPr lang="en-US" noProof="0" dirty="0"/>
            </a:br>
            <a:br>
              <a:rPr lang="en-US" noProof="0" dirty="0"/>
            </a:br>
            <a:r>
              <a:rPr lang="en-US" noProof="0" dirty="0"/>
              <a:t>ACTIVITY: </a:t>
            </a:r>
            <a:br>
              <a:rPr lang="en-US" noProof="0" dirty="0"/>
            </a:br>
            <a:r>
              <a:rPr lang="en-US" noProof="0" dirty="0"/>
              <a:t>CLICK TO EDIT TITLE</a:t>
            </a:r>
            <a:endParaRPr lang="en-GB" noProof="0" dirty="0"/>
          </a:p>
        </p:txBody>
      </p:sp>
      <p:sp>
        <p:nvSpPr>
          <p:cNvPr id="4" name="Text Placeholder 3"/>
          <p:cNvSpPr>
            <a:spLocks noGrp="1"/>
          </p:cNvSpPr>
          <p:nvPr>
            <p:ph type="body" sz="quarter" idx="10" hasCustomPrompt="1"/>
          </p:nvPr>
        </p:nvSpPr>
        <p:spPr>
          <a:xfrm>
            <a:off x="4327303" y="3525004"/>
            <a:ext cx="7475230" cy="2791976"/>
          </a:xfrm>
        </p:spPr>
        <p:txBody>
          <a:bodyPr/>
          <a:lstStyle>
            <a:lvl1pPr>
              <a:lnSpc>
                <a:spcPct val="100000"/>
              </a:lnSpc>
              <a:defRPr b="0" baseline="0">
                <a:solidFill>
                  <a:schemeClr val="bg1"/>
                </a:solidFill>
              </a:defRPr>
            </a:lvl1pPr>
          </a:lstStyle>
          <a:p>
            <a:pPr lvl="0"/>
            <a:r>
              <a:rPr lang="en-US" dirty="0"/>
              <a:t>Click to edit instructions</a:t>
            </a:r>
          </a:p>
        </p:txBody>
      </p:sp>
      <p:sp>
        <p:nvSpPr>
          <p:cNvPr id="10" name="Freeform 9">
            <a:extLst>
              <a:ext uri="{FF2B5EF4-FFF2-40B4-BE49-F238E27FC236}">
                <a16:creationId xmlns:a16="http://schemas.microsoft.com/office/drawing/2014/main" id="{56887D20-DCD6-8E49-BF31-8F4C2FCCD421}"/>
              </a:ext>
            </a:extLst>
          </p:cNvPr>
          <p:cNvSpPr/>
          <p:nvPr userDrawn="1"/>
        </p:nvSpPr>
        <p:spPr>
          <a:xfrm>
            <a:off x="487005" y="518307"/>
            <a:ext cx="3525956" cy="4061544"/>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bg1"/>
          </a:solidFill>
          <a:ln w="6350" cap="flat">
            <a:noFill/>
            <a:prstDash val="solid"/>
            <a:miter/>
          </a:ln>
        </p:spPr>
        <p:txBody>
          <a:bodyPr rtlCol="0" anchor="ctr"/>
          <a:lstStyle/>
          <a:p>
            <a:endParaRPr lang="en-GB"/>
          </a:p>
        </p:txBody>
      </p:sp>
      <p:sp>
        <p:nvSpPr>
          <p:cNvPr id="5" name="Slide Number Placeholder 5">
            <a:extLst>
              <a:ext uri="{FF2B5EF4-FFF2-40B4-BE49-F238E27FC236}">
                <a16:creationId xmlns:a16="http://schemas.microsoft.com/office/drawing/2014/main" id="{1412F92A-2AA3-4AE7-9685-27769A9522A5}"/>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bg1"/>
                </a:solidFill>
                <a:latin typeface="Montserrat" pitchFamily="2" charset="77"/>
              </a:defRPr>
            </a:lvl1pPr>
          </a:lstStyle>
          <a:p>
            <a:fld id="{EF892D59-8F09-EF4B-AD6D-DA609442F868}" type="slidenum">
              <a:rPr lang="en-GB" smtClean="0"/>
              <a:pPr/>
              <a:t>‹#›</a:t>
            </a:fld>
            <a:endParaRPr lang="en-GB" dirty="0"/>
          </a:p>
        </p:txBody>
      </p:sp>
    </p:spTree>
    <p:extLst>
      <p:ext uri="{BB962C8B-B14F-4D97-AF65-F5344CB8AC3E}">
        <p14:creationId xmlns:p14="http://schemas.microsoft.com/office/powerpoint/2010/main" val="1196016768"/>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2_Activity 1">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4327302" y="344971"/>
            <a:ext cx="7475232" cy="2858874"/>
          </a:xfrm>
        </p:spPr>
        <p:txBody>
          <a:bodyPr anchor="b" anchorCtr="0">
            <a:noAutofit/>
          </a:bodyPr>
          <a:lstStyle>
            <a:lvl1pPr algn="l">
              <a:lnSpc>
                <a:spcPct val="100000"/>
              </a:lnSpc>
              <a:defRPr sz="3600" baseline="0">
                <a:solidFill>
                  <a:schemeClr val="bg1"/>
                </a:solidFill>
              </a:defRPr>
            </a:lvl1pPr>
          </a:lstStyle>
          <a:p>
            <a:br>
              <a:rPr lang="en-US" noProof="0" dirty="0"/>
            </a:br>
            <a:br>
              <a:rPr lang="en-US" noProof="0" dirty="0"/>
            </a:br>
            <a:r>
              <a:rPr lang="en-US" noProof="0" dirty="0"/>
              <a:t>ACTIVITY: </a:t>
            </a:r>
            <a:br>
              <a:rPr lang="en-US" noProof="0" dirty="0"/>
            </a:br>
            <a:r>
              <a:rPr lang="en-US" noProof="0" dirty="0"/>
              <a:t>CLICK TO EDIT TITLE</a:t>
            </a:r>
            <a:endParaRPr lang="en-GB" noProof="0" dirty="0"/>
          </a:p>
        </p:txBody>
      </p:sp>
      <p:sp>
        <p:nvSpPr>
          <p:cNvPr id="4" name="Text Placeholder 3"/>
          <p:cNvSpPr>
            <a:spLocks noGrp="1"/>
          </p:cNvSpPr>
          <p:nvPr>
            <p:ph type="body" sz="quarter" idx="10" hasCustomPrompt="1"/>
          </p:nvPr>
        </p:nvSpPr>
        <p:spPr>
          <a:xfrm>
            <a:off x="4327303" y="3525004"/>
            <a:ext cx="7475230" cy="2791976"/>
          </a:xfrm>
        </p:spPr>
        <p:txBody>
          <a:bodyPr/>
          <a:lstStyle>
            <a:lvl1pPr>
              <a:lnSpc>
                <a:spcPct val="100000"/>
              </a:lnSpc>
              <a:defRPr b="0" baseline="0">
                <a:solidFill>
                  <a:schemeClr val="bg1"/>
                </a:solidFill>
              </a:defRPr>
            </a:lvl1pPr>
          </a:lstStyle>
          <a:p>
            <a:pPr lvl="0"/>
            <a:r>
              <a:rPr lang="en-US" dirty="0"/>
              <a:t>Click to edit instructions</a:t>
            </a:r>
          </a:p>
        </p:txBody>
      </p:sp>
      <p:sp>
        <p:nvSpPr>
          <p:cNvPr id="10" name="Freeform 9">
            <a:extLst>
              <a:ext uri="{FF2B5EF4-FFF2-40B4-BE49-F238E27FC236}">
                <a16:creationId xmlns:a16="http://schemas.microsoft.com/office/drawing/2014/main" id="{56887D20-DCD6-8E49-BF31-8F4C2FCCD421}"/>
              </a:ext>
            </a:extLst>
          </p:cNvPr>
          <p:cNvSpPr/>
          <p:nvPr userDrawn="1"/>
        </p:nvSpPr>
        <p:spPr>
          <a:xfrm>
            <a:off x="487005" y="518307"/>
            <a:ext cx="3525956" cy="4061544"/>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bg1"/>
          </a:solidFill>
          <a:ln w="6350" cap="flat">
            <a:noFill/>
            <a:prstDash val="solid"/>
            <a:miter/>
          </a:ln>
        </p:spPr>
        <p:txBody>
          <a:bodyPr rtlCol="0" anchor="ctr"/>
          <a:lstStyle/>
          <a:p>
            <a:endParaRPr lang="en-GB">
              <a:solidFill>
                <a:schemeClr val="bg1"/>
              </a:solidFill>
            </a:endParaRPr>
          </a:p>
        </p:txBody>
      </p:sp>
      <p:sp>
        <p:nvSpPr>
          <p:cNvPr id="5" name="Slide Number Placeholder 5">
            <a:extLst>
              <a:ext uri="{FF2B5EF4-FFF2-40B4-BE49-F238E27FC236}">
                <a16:creationId xmlns:a16="http://schemas.microsoft.com/office/drawing/2014/main" id="{F0ACF9E5-B24F-48AB-A388-369B61722EBB}"/>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bg1"/>
                </a:solidFill>
                <a:latin typeface="Montserrat" pitchFamily="2" charset="77"/>
              </a:defRPr>
            </a:lvl1pPr>
          </a:lstStyle>
          <a:p>
            <a:fld id="{EF892D59-8F09-EF4B-AD6D-DA609442F868}" type="slidenum">
              <a:rPr lang="en-GB" smtClean="0"/>
              <a:pPr/>
              <a:t>‹#›</a:t>
            </a:fld>
            <a:endParaRPr lang="en-GB" dirty="0"/>
          </a:p>
        </p:txBody>
      </p:sp>
    </p:spTree>
    <p:extLst>
      <p:ext uri="{BB962C8B-B14F-4D97-AF65-F5344CB8AC3E}">
        <p14:creationId xmlns:p14="http://schemas.microsoft.com/office/powerpoint/2010/main" val="1075429702"/>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3_Activity 1">
    <p:bg>
      <p:bgPr>
        <a:solidFill>
          <a:schemeClr val="accent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4327302" y="344971"/>
            <a:ext cx="7475232" cy="2858874"/>
          </a:xfrm>
        </p:spPr>
        <p:txBody>
          <a:bodyPr anchor="b" anchorCtr="0">
            <a:noAutofit/>
          </a:bodyPr>
          <a:lstStyle>
            <a:lvl1pPr algn="l">
              <a:lnSpc>
                <a:spcPct val="100000"/>
              </a:lnSpc>
              <a:defRPr sz="3600" baseline="0">
                <a:solidFill>
                  <a:schemeClr val="bg1"/>
                </a:solidFill>
              </a:defRPr>
            </a:lvl1pPr>
          </a:lstStyle>
          <a:p>
            <a:br>
              <a:rPr lang="en-US" noProof="0" dirty="0"/>
            </a:br>
            <a:br>
              <a:rPr lang="en-US" noProof="0" dirty="0"/>
            </a:br>
            <a:r>
              <a:rPr lang="en-US" noProof="0" dirty="0"/>
              <a:t>ACTIVITY: </a:t>
            </a:r>
            <a:br>
              <a:rPr lang="en-US" noProof="0" dirty="0"/>
            </a:br>
            <a:r>
              <a:rPr lang="en-US" noProof="0" dirty="0"/>
              <a:t>CLICK TO EDIT TITLE</a:t>
            </a:r>
            <a:endParaRPr lang="en-GB" noProof="0" dirty="0"/>
          </a:p>
        </p:txBody>
      </p:sp>
      <p:sp>
        <p:nvSpPr>
          <p:cNvPr id="4" name="Text Placeholder 3"/>
          <p:cNvSpPr>
            <a:spLocks noGrp="1"/>
          </p:cNvSpPr>
          <p:nvPr>
            <p:ph type="body" sz="quarter" idx="10" hasCustomPrompt="1"/>
          </p:nvPr>
        </p:nvSpPr>
        <p:spPr>
          <a:xfrm>
            <a:off x="4327303" y="3525004"/>
            <a:ext cx="7475230" cy="2791976"/>
          </a:xfrm>
        </p:spPr>
        <p:txBody>
          <a:bodyPr/>
          <a:lstStyle>
            <a:lvl1pPr>
              <a:lnSpc>
                <a:spcPct val="100000"/>
              </a:lnSpc>
              <a:defRPr b="0" baseline="0">
                <a:solidFill>
                  <a:schemeClr val="bg1"/>
                </a:solidFill>
              </a:defRPr>
            </a:lvl1pPr>
          </a:lstStyle>
          <a:p>
            <a:pPr lvl="0"/>
            <a:r>
              <a:rPr lang="en-US" dirty="0"/>
              <a:t>Click to edit instructions</a:t>
            </a:r>
          </a:p>
        </p:txBody>
      </p:sp>
      <p:sp>
        <p:nvSpPr>
          <p:cNvPr id="10" name="Freeform 9">
            <a:extLst>
              <a:ext uri="{FF2B5EF4-FFF2-40B4-BE49-F238E27FC236}">
                <a16:creationId xmlns:a16="http://schemas.microsoft.com/office/drawing/2014/main" id="{56887D20-DCD6-8E49-BF31-8F4C2FCCD421}"/>
              </a:ext>
            </a:extLst>
          </p:cNvPr>
          <p:cNvSpPr/>
          <p:nvPr userDrawn="1"/>
        </p:nvSpPr>
        <p:spPr>
          <a:xfrm>
            <a:off x="487005" y="518307"/>
            <a:ext cx="3525956" cy="4061544"/>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bg1"/>
          </a:solidFill>
          <a:ln w="6350" cap="flat">
            <a:noFill/>
            <a:prstDash val="solid"/>
            <a:miter/>
          </a:ln>
        </p:spPr>
        <p:txBody>
          <a:bodyPr rtlCol="0" anchor="ctr"/>
          <a:lstStyle/>
          <a:p>
            <a:endParaRPr lang="en-GB"/>
          </a:p>
        </p:txBody>
      </p:sp>
      <p:sp>
        <p:nvSpPr>
          <p:cNvPr id="5" name="Slide Number Placeholder 5">
            <a:extLst>
              <a:ext uri="{FF2B5EF4-FFF2-40B4-BE49-F238E27FC236}">
                <a16:creationId xmlns:a16="http://schemas.microsoft.com/office/drawing/2014/main" id="{EF226655-D805-4B87-813B-F781D2DAFEA9}"/>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bg1"/>
                </a:solidFill>
                <a:latin typeface="Montserrat" pitchFamily="2" charset="77"/>
              </a:defRPr>
            </a:lvl1pPr>
          </a:lstStyle>
          <a:p>
            <a:fld id="{EF892D59-8F09-EF4B-AD6D-DA609442F868}" type="slidenum">
              <a:rPr lang="en-GB" smtClean="0"/>
              <a:pPr/>
              <a:t>‹#›</a:t>
            </a:fld>
            <a:endParaRPr lang="en-GB" dirty="0"/>
          </a:p>
        </p:txBody>
      </p:sp>
    </p:spTree>
    <p:extLst>
      <p:ext uri="{BB962C8B-B14F-4D97-AF65-F5344CB8AC3E}">
        <p14:creationId xmlns:p14="http://schemas.microsoft.com/office/powerpoint/2010/main" val="2977447126"/>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4_Activity 1">
    <p:bg>
      <p:bgPr>
        <a:solidFill>
          <a:srgbClr val="20D3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4327302" y="344971"/>
            <a:ext cx="7475232" cy="2858874"/>
          </a:xfrm>
        </p:spPr>
        <p:txBody>
          <a:bodyPr anchor="b" anchorCtr="0">
            <a:noAutofit/>
          </a:bodyPr>
          <a:lstStyle>
            <a:lvl1pPr algn="l">
              <a:lnSpc>
                <a:spcPct val="100000"/>
              </a:lnSpc>
              <a:defRPr sz="3600" baseline="0">
                <a:solidFill>
                  <a:schemeClr val="tx1"/>
                </a:solidFill>
              </a:defRPr>
            </a:lvl1pPr>
          </a:lstStyle>
          <a:p>
            <a:br>
              <a:rPr lang="en-US" noProof="0" dirty="0"/>
            </a:br>
            <a:br>
              <a:rPr lang="en-US" noProof="0" dirty="0"/>
            </a:br>
            <a:r>
              <a:rPr lang="en-US" noProof="0" dirty="0"/>
              <a:t>ACTIVITY: </a:t>
            </a:r>
            <a:br>
              <a:rPr lang="en-US" noProof="0" dirty="0"/>
            </a:br>
            <a:r>
              <a:rPr lang="en-US" noProof="0" dirty="0"/>
              <a:t>CLICK TO EDIT TITLE</a:t>
            </a:r>
            <a:endParaRPr lang="en-GB" noProof="0" dirty="0"/>
          </a:p>
        </p:txBody>
      </p:sp>
      <p:sp>
        <p:nvSpPr>
          <p:cNvPr id="4" name="Text Placeholder 3"/>
          <p:cNvSpPr>
            <a:spLocks noGrp="1"/>
          </p:cNvSpPr>
          <p:nvPr>
            <p:ph type="body" sz="quarter" idx="10" hasCustomPrompt="1"/>
          </p:nvPr>
        </p:nvSpPr>
        <p:spPr>
          <a:xfrm>
            <a:off x="4327303" y="3525004"/>
            <a:ext cx="7475230" cy="2791976"/>
          </a:xfrm>
        </p:spPr>
        <p:txBody>
          <a:bodyPr/>
          <a:lstStyle>
            <a:lvl1pPr>
              <a:lnSpc>
                <a:spcPct val="100000"/>
              </a:lnSpc>
              <a:defRPr b="0" baseline="0">
                <a:solidFill>
                  <a:schemeClr val="tx1"/>
                </a:solidFill>
              </a:defRPr>
            </a:lvl1pPr>
          </a:lstStyle>
          <a:p>
            <a:pPr lvl="0"/>
            <a:r>
              <a:rPr lang="en-US" dirty="0"/>
              <a:t>Click to edit instructions</a:t>
            </a:r>
          </a:p>
        </p:txBody>
      </p:sp>
      <p:sp>
        <p:nvSpPr>
          <p:cNvPr id="10" name="Freeform 9">
            <a:extLst>
              <a:ext uri="{FF2B5EF4-FFF2-40B4-BE49-F238E27FC236}">
                <a16:creationId xmlns:a16="http://schemas.microsoft.com/office/drawing/2014/main" id="{56887D20-DCD6-8E49-BF31-8F4C2FCCD421}"/>
              </a:ext>
            </a:extLst>
          </p:cNvPr>
          <p:cNvSpPr/>
          <p:nvPr userDrawn="1"/>
        </p:nvSpPr>
        <p:spPr>
          <a:xfrm>
            <a:off x="487005" y="518307"/>
            <a:ext cx="3525956" cy="4061544"/>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bg1"/>
          </a:solidFill>
          <a:ln w="6350" cap="flat">
            <a:noFill/>
            <a:prstDash val="solid"/>
            <a:miter/>
          </a:ln>
        </p:spPr>
        <p:txBody>
          <a:bodyPr rtlCol="0" anchor="ctr"/>
          <a:lstStyle/>
          <a:p>
            <a:endParaRPr lang="en-GB"/>
          </a:p>
        </p:txBody>
      </p:sp>
      <p:sp>
        <p:nvSpPr>
          <p:cNvPr id="6" name="Slide Number Placeholder 5">
            <a:extLst>
              <a:ext uri="{FF2B5EF4-FFF2-40B4-BE49-F238E27FC236}">
                <a16:creationId xmlns:a16="http://schemas.microsoft.com/office/drawing/2014/main" id="{5A6219D4-D160-4AED-AB5B-A5ED5A7543E3}"/>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Tree>
    <p:extLst>
      <p:ext uri="{BB962C8B-B14F-4D97-AF65-F5344CB8AC3E}">
        <p14:creationId xmlns:p14="http://schemas.microsoft.com/office/powerpoint/2010/main" val="3051147604"/>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9_Title Slide">
    <p:spTree>
      <p:nvGrpSpPr>
        <p:cNvPr id="1" name=""/>
        <p:cNvGrpSpPr/>
        <p:nvPr/>
      </p:nvGrpSpPr>
      <p:grpSpPr>
        <a:xfrm>
          <a:off x="0" y="0"/>
          <a:ext cx="0" cy="0"/>
          <a:chOff x="0" y="0"/>
          <a:chExt cx="0" cy="0"/>
        </a:xfrm>
      </p:grpSpPr>
      <p:pic>
        <p:nvPicPr>
          <p:cNvPr id="13"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7" y="377825"/>
            <a:ext cx="781218" cy="552176"/>
          </a:xfrm>
          <a:prstGeom prst="rect">
            <a:avLst/>
          </a:prstGeom>
        </p:spPr>
      </p:pic>
      <p:sp>
        <p:nvSpPr>
          <p:cNvPr id="3" name="Title Placeholder 1">
            <a:extLst>
              <a:ext uri="{FF2B5EF4-FFF2-40B4-BE49-F238E27FC236}">
                <a16:creationId xmlns:a16="http://schemas.microsoft.com/office/drawing/2014/main" id="{62421104-899E-4F1E-9A2F-57175A8CFD01}"/>
              </a:ext>
            </a:extLst>
          </p:cNvPr>
          <p:cNvSpPr txBox="1">
            <a:spLocks/>
          </p:cNvSpPr>
          <p:nvPr userDrawn="1"/>
        </p:nvSpPr>
        <p:spPr>
          <a:xfrm>
            <a:off x="1198387" y="377825"/>
            <a:ext cx="9491663" cy="687614"/>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400" b="0" i="0" u="none" strike="noStrike" kern="1200" cap="none" spc="0" normalizeH="0" baseline="0" noProof="0" dirty="0">
                <a:ln>
                  <a:noFill/>
                </a:ln>
                <a:solidFill>
                  <a:srgbClr val="004050"/>
                </a:solidFill>
                <a:effectLst/>
                <a:uLnTx/>
                <a:uFillTx/>
                <a:latin typeface="Montserrat Black" panose="00000A00000000000000" pitchFamily="2" charset="0"/>
                <a:ea typeface="+mj-ea"/>
                <a:cs typeface="+mj-cs"/>
              </a:rPr>
              <a:t>Click to edit Master title style</a:t>
            </a:r>
            <a:endParaRPr kumimoji="0" lang="en-GB" sz="4400" b="0" i="0" u="none" strike="noStrike" kern="1200" cap="none" spc="0" normalizeH="0" baseline="0" noProof="0" dirty="0">
              <a:ln>
                <a:noFill/>
              </a:ln>
              <a:solidFill>
                <a:srgbClr val="004050"/>
              </a:solidFill>
              <a:effectLst/>
              <a:uLnTx/>
              <a:uFillTx/>
              <a:latin typeface="Montserrat Black" panose="00000A00000000000000" pitchFamily="2" charset="0"/>
              <a:ea typeface="+mj-ea"/>
              <a:cs typeface="+mj-cs"/>
            </a:endParaRPr>
          </a:p>
        </p:txBody>
      </p:sp>
      <p:sp>
        <p:nvSpPr>
          <p:cNvPr id="4" name="Slide Number Placeholder 5">
            <a:extLst>
              <a:ext uri="{FF2B5EF4-FFF2-40B4-BE49-F238E27FC236}">
                <a16:creationId xmlns:a16="http://schemas.microsoft.com/office/drawing/2014/main" id="{8BF3B38F-9248-4518-960F-EDA7B13F7B31}"/>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Tree>
    <p:extLst>
      <p:ext uri="{BB962C8B-B14F-4D97-AF65-F5344CB8AC3E}">
        <p14:creationId xmlns:p14="http://schemas.microsoft.com/office/powerpoint/2010/main" val="809632185"/>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userDrawn="1">
  <p:cSld name="3_03 Section Divider">
    <p:bg>
      <p:bgPr>
        <a:solidFill>
          <a:schemeClr val="tx2"/>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51C13B23-0164-1C4E-9E7A-3F1ECA7824F7}"/>
              </a:ext>
            </a:extLst>
          </p:cNvPr>
          <p:cNvGrpSpPr/>
          <p:nvPr userDrawn="1"/>
        </p:nvGrpSpPr>
        <p:grpSpPr>
          <a:xfrm>
            <a:off x="3297651" y="2366578"/>
            <a:ext cx="7767721" cy="4491421"/>
            <a:chOff x="7799133" y="1870745"/>
            <a:chExt cx="1010349" cy="584292"/>
          </a:xfrm>
          <a:solidFill>
            <a:srgbClr val="004050"/>
          </a:solidFill>
        </p:grpSpPr>
        <p:sp>
          <p:nvSpPr>
            <p:cNvPr id="10" name="Freeform 9">
              <a:extLst>
                <a:ext uri="{FF2B5EF4-FFF2-40B4-BE49-F238E27FC236}">
                  <a16:creationId xmlns:a16="http://schemas.microsoft.com/office/drawing/2014/main" id="{2F450B4C-241D-A544-BBEF-175E01D6A139}"/>
                </a:ext>
              </a:extLst>
            </p:cNvPr>
            <p:cNvSpPr/>
            <p:nvPr/>
          </p:nvSpPr>
          <p:spPr>
            <a:xfrm>
              <a:off x="7799260" y="1870745"/>
              <a:ext cx="749300" cy="247650"/>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9300" h="247650">
                  <a:moveTo>
                    <a:pt x="749871" y="248186"/>
                  </a:moveTo>
                  <a:lnTo>
                    <a:pt x="0" y="248186"/>
                  </a:lnTo>
                  <a:lnTo>
                    <a:pt x="0" y="192497"/>
                  </a:lnTo>
                  <a:lnTo>
                    <a:pt x="603885" y="192497"/>
                  </a:lnTo>
                  <a:cubicBezTo>
                    <a:pt x="546036" y="134140"/>
                    <a:pt x="492760" y="74768"/>
                    <a:pt x="457200" y="219"/>
                  </a:cubicBezTo>
                  <a:cubicBezTo>
                    <a:pt x="477583" y="219"/>
                    <a:pt x="496443" y="854"/>
                    <a:pt x="515239" y="219"/>
                  </a:cubicBezTo>
                  <a:cubicBezTo>
                    <a:pt x="524031" y="-1141"/>
                    <a:pt x="532543" y="3956"/>
                    <a:pt x="535495" y="12347"/>
                  </a:cubicBezTo>
                  <a:cubicBezTo>
                    <a:pt x="553057" y="45816"/>
                    <a:pt x="574730" y="76961"/>
                    <a:pt x="600011" y="105057"/>
                  </a:cubicBezTo>
                  <a:cubicBezTo>
                    <a:pt x="643639" y="155126"/>
                    <a:pt x="691855" y="201004"/>
                    <a:pt x="744030" y="242090"/>
                  </a:cubicBezTo>
                  <a:cubicBezTo>
                    <a:pt x="745808" y="243551"/>
                    <a:pt x="747585" y="245011"/>
                    <a:pt x="749236" y="246535"/>
                  </a:cubicBezTo>
                  <a:cubicBezTo>
                    <a:pt x="749554" y="246599"/>
                    <a:pt x="749554" y="247170"/>
                    <a:pt x="749871" y="248186"/>
                  </a:cubicBezTo>
                  <a:close/>
                </a:path>
              </a:pathLst>
            </a:custGeom>
            <a:grpFill/>
            <a:ln w="6350" cap="flat">
              <a:noFill/>
              <a:prstDash val="solid"/>
              <a:miter/>
            </a:ln>
          </p:spPr>
          <p:txBody>
            <a:bodyPr rtlCol="0" anchor="ctr"/>
            <a:lstStyle/>
            <a:p>
              <a:endParaRPr lang="en-GB"/>
            </a:p>
          </p:txBody>
        </p:sp>
        <p:sp>
          <p:nvSpPr>
            <p:cNvPr id="11" name="Freeform 10">
              <a:extLst>
                <a:ext uri="{FF2B5EF4-FFF2-40B4-BE49-F238E27FC236}">
                  <a16:creationId xmlns:a16="http://schemas.microsoft.com/office/drawing/2014/main" id="{9B9C1B07-7BAD-DD4F-97E1-2FD89B2D1C40}"/>
                </a:ext>
              </a:extLst>
            </p:cNvPr>
            <p:cNvSpPr/>
            <p:nvPr/>
          </p:nvSpPr>
          <p:spPr>
            <a:xfrm>
              <a:off x="7799133" y="2208657"/>
              <a:ext cx="749300" cy="241300"/>
            </a:xfrm>
            <a:custGeom>
              <a:avLst/>
              <a:gdLst>
                <a:gd name="connsiteX0" fmla="*/ 601091 w 749300"/>
                <a:gd name="connsiteY0" fmla="*/ 55689 h 241300"/>
                <a:gd name="connsiteX1" fmla="*/ 0 w 749300"/>
                <a:gd name="connsiteY1" fmla="*/ 55689 h 241300"/>
                <a:gd name="connsiteX2" fmla="*/ 0 w 749300"/>
                <a:gd name="connsiteY2" fmla="*/ 0 h 241300"/>
                <a:gd name="connsiteX3" fmla="*/ 751269 w 749300"/>
                <a:gd name="connsiteY3" fmla="*/ 0 h 241300"/>
                <a:gd name="connsiteX4" fmla="*/ 720598 w 749300"/>
                <a:gd name="connsiteY4" fmla="*/ 25845 h 241300"/>
                <a:gd name="connsiteX5" fmla="*/ 586550 w 749300"/>
                <a:gd name="connsiteY5" fmla="*/ 159893 h 241300"/>
                <a:gd name="connsiteX6" fmla="*/ 531813 w 749300"/>
                <a:gd name="connsiteY6" fmla="*/ 241871 h 241300"/>
                <a:gd name="connsiteX7" fmla="*/ 524701 w 749300"/>
                <a:gd name="connsiteY7" fmla="*/ 246824 h 241300"/>
                <a:gd name="connsiteX8" fmla="*/ 461835 w 749300"/>
                <a:gd name="connsiteY8" fmla="*/ 246824 h 241300"/>
                <a:gd name="connsiteX9" fmla="*/ 458216 w 749300"/>
                <a:gd name="connsiteY9" fmla="*/ 246317 h 241300"/>
                <a:gd name="connsiteX10" fmla="*/ 522478 w 749300"/>
                <a:gd name="connsiteY10" fmla="*/ 144717 h 241300"/>
                <a:gd name="connsiteX11" fmla="*/ 601091 w 749300"/>
                <a:gd name="connsiteY11" fmla="*/ 55689 h 24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9300" h="241300">
                  <a:moveTo>
                    <a:pt x="601091" y="55689"/>
                  </a:moveTo>
                  <a:lnTo>
                    <a:pt x="0" y="55689"/>
                  </a:lnTo>
                  <a:lnTo>
                    <a:pt x="0" y="0"/>
                  </a:lnTo>
                  <a:lnTo>
                    <a:pt x="751269" y="0"/>
                  </a:lnTo>
                  <a:cubicBezTo>
                    <a:pt x="740220" y="9335"/>
                    <a:pt x="730377" y="17526"/>
                    <a:pt x="720598" y="25845"/>
                  </a:cubicBezTo>
                  <a:cubicBezTo>
                    <a:pt x="672008" y="66441"/>
                    <a:pt x="627146" y="111303"/>
                    <a:pt x="586550" y="159893"/>
                  </a:cubicBezTo>
                  <a:cubicBezTo>
                    <a:pt x="565442" y="185196"/>
                    <a:pt x="547093" y="212678"/>
                    <a:pt x="531813" y="241871"/>
                  </a:cubicBezTo>
                  <a:cubicBezTo>
                    <a:pt x="530328" y="244527"/>
                    <a:pt x="527706" y="246353"/>
                    <a:pt x="524701" y="246824"/>
                  </a:cubicBezTo>
                  <a:cubicBezTo>
                    <a:pt x="503746" y="247205"/>
                    <a:pt x="482791" y="246824"/>
                    <a:pt x="461835" y="246824"/>
                  </a:cubicBezTo>
                  <a:cubicBezTo>
                    <a:pt x="460621" y="246721"/>
                    <a:pt x="459412" y="246551"/>
                    <a:pt x="458216" y="246317"/>
                  </a:cubicBezTo>
                  <a:cubicBezTo>
                    <a:pt x="475005" y="209733"/>
                    <a:pt x="496619" y="175563"/>
                    <a:pt x="522478" y="144717"/>
                  </a:cubicBezTo>
                  <a:cubicBezTo>
                    <a:pt x="547751" y="114554"/>
                    <a:pt x="574802" y="85471"/>
                    <a:pt x="601091" y="55689"/>
                  </a:cubicBezTo>
                  <a:close/>
                </a:path>
              </a:pathLst>
            </a:custGeom>
            <a:grpFill/>
            <a:ln w="6350"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17BA7C41-EA1C-2F4D-90C7-EC472AB85B8A}"/>
                </a:ext>
              </a:extLst>
            </p:cNvPr>
            <p:cNvSpPr/>
            <p:nvPr/>
          </p:nvSpPr>
          <p:spPr>
            <a:xfrm>
              <a:off x="8428482" y="1870837"/>
              <a:ext cx="381000" cy="584200"/>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grpSp>
      <p:sp>
        <p:nvSpPr>
          <p:cNvPr id="2" name="Rectangle 1"/>
          <p:cNvSpPr/>
          <p:nvPr userDrawn="1"/>
        </p:nvSpPr>
        <p:spPr>
          <a:xfrm>
            <a:off x="-1" y="3844205"/>
            <a:ext cx="8314267" cy="432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p:cNvSpPr/>
          <p:nvPr userDrawn="1"/>
        </p:nvSpPr>
        <p:spPr>
          <a:xfrm>
            <a:off x="-10132" y="4967139"/>
            <a:ext cx="8324398" cy="432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76239" y="1556247"/>
            <a:ext cx="5810250" cy="2277604"/>
          </a:xfrm>
        </p:spPr>
        <p:txBody>
          <a:bodyPr anchor="b" anchorCtr="0">
            <a:noAutofit/>
          </a:bodyPr>
          <a:lstStyle>
            <a:lvl1pPr algn="l">
              <a:lnSpc>
                <a:spcPct val="90000"/>
              </a:lnSpc>
              <a:defRPr sz="3600" spc="60" baseline="0">
                <a:solidFill>
                  <a:srgbClr val="004050"/>
                </a:solidFill>
              </a:defRPr>
            </a:lvl1pPr>
          </a:lstStyle>
          <a:p>
            <a:r>
              <a:rPr lang="en-US" noProof="0" dirty="0"/>
              <a:t>CLICK TO EDIT </a:t>
            </a:r>
            <a:br>
              <a:rPr lang="en-US" noProof="0" dirty="0"/>
            </a:br>
            <a:r>
              <a:rPr lang="en-US" noProof="0" dirty="0"/>
              <a:t>MASTER TITLE STYLE</a:t>
            </a:r>
            <a:endParaRPr lang="en-GB" noProof="0" dirty="0"/>
          </a:p>
        </p:txBody>
      </p:sp>
    </p:spTree>
    <p:extLst>
      <p:ext uri="{BB962C8B-B14F-4D97-AF65-F5344CB8AC3E}">
        <p14:creationId xmlns:p14="http://schemas.microsoft.com/office/powerpoint/2010/main" val="256874785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userDrawn="1">
  <p:cSld name="Housekeeping">
    <p:bg>
      <p:bgPr>
        <a:solidFill>
          <a:schemeClr val="tx1"/>
        </a:solidFill>
        <a:effectLst/>
      </p:bgPr>
    </p:bg>
    <p:spTree>
      <p:nvGrpSpPr>
        <p:cNvPr id="1" name=""/>
        <p:cNvGrpSpPr/>
        <p:nvPr/>
      </p:nvGrpSpPr>
      <p:grpSpPr>
        <a:xfrm>
          <a:off x="0" y="0"/>
          <a:ext cx="0" cy="0"/>
          <a:chOff x="0" y="0"/>
          <a:chExt cx="0" cy="0"/>
        </a:xfrm>
      </p:grpSpPr>
      <p:sp>
        <p:nvSpPr>
          <p:cNvPr id="12" name="object 3">
            <a:extLst>
              <a:ext uri="{FF2B5EF4-FFF2-40B4-BE49-F238E27FC236}">
                <a16:creationId xmlns:a16="http://schemas.microsoft.com/office/drawing/2014/main" id="{3344A4B7-0EC8-AD4A-8611-5B12AB419DC2}"/>
              </a:ext>
            </a:extLst>
          </p:cNvPr>
          <p:cNvSpPr/>
          <p:nvPr userDrawn="1"/>
        </p:nvSpPr>
        <p:spPr>
          <a:xfrm>
            <a:off x="0" y="0"/>
            <a:ext cx="11808125" cy="4657785"/>
          </a:xfrm>
          <a:custGeom>
            <a:avLst/>
            <a:gdLst/>
            <a:ahLst/>
            <a:cxnLst/>
            <a:rect l="l" t="t" r="r" b="b"/>
            <a:pathLst>
              <a:path w="15645765" h="6171565">
                <a:moveTo>
                  <a:pt x="12954792" y="0"/>
                </a:moveTo>
                <a:lnTo>
                  <a:pt x="9989330" y="0"/>
                </a:lnTo>
                <a:lnTo>
                  <a:pt x="11612737" y="1621505"/>
                </a:lnTo>
                <a:lnTo>
                  <a:pt x="11603898" y="1638231"/>
                </a:lnTo>
                <a:lnTo>
                  <a:pt x="0" y="1638231"/>
                </a:lnTo>
                <a:lnTo>
                  <a:pt x="0" y="3701600"/>
                </a:lnTo>
                <a:lnTo>
                  <a:pt x="11623393" y="3701600"/>
                </a:lnTo>
                <a:lnTo>
                  <a:pt x="9157358" y="6164994"/>
                </a:lnTo>
                <a:lnTo>
                  <a:pt x="9229199" y="6169201"/>
                </a:lnTo>
                <a:lnTo>
                  <a:pt x="9246778" y="6169604"/>
                </a:lnTo>
                <a:lnTo>
                  <a:pt x="12044487" y="6171255"/>
                </a:lnTo>
                <a:lnTo>
                  <a:pt x="12085365" y="6167625"/>
                </a:lnTo>
                <a:lnTo>
                  <a:pt x="12120998" y="6156469"/>
                </a:lnTo>
                <a:lnTo>
                  <a:pt x="12153240" y="6137640"/>
                </a:lnTo>
                <a:lnTo>
                  <a:pt x="12183945" y="6110993"/>
                </a:lnTo>
                <a:lnTo>
                  <a:pt x="15546143" y="2748262"/>
                </a:lnTo>
                <a:lnTo>
                  <a:pt x="15566761" y="2730440"/>
                </a:lnTo>
                <a:lnTo>
                  <a:pt x="15590311" y="2713899"/>
                </a:lnTo>
                <a:lnTo>
                  <a:pt x="15616627" y="2696820"/>
                </a:lnTo>
                <a:lnTo>
                  <a:pt x="15645546" y="2677383"/>
                </a:lnTo>
                <a:lnTo>
                  <a:pt x="15617183" y="2654144"/>
                </a:lnTo>
                <a:lnTo>
                  <a:pt x="15594873" y="2636172"/>
                </a:lnTo>
                <a:lnTo>
                  <a:pt x="15577002" y="2621305"/>
                </a:lnTo>
                <a:lnTo>
                  <a:pt x="15561955" y="2607381"/>
                </a:lnTo>
                <a:lnTo>
                  <a:pt x="12954792" y="0"/>
                </a:lnTo>
                <a:close/>
              </a:path>
            </a:pathLst>
          </a:custGeom>
          <a:solidFill>
            <a:schemeClr val="tx2"/>
          </a:solidFill>
        </p:spPr>
        <p:txBody>
          <a:bodyPr wrap="square" lIns="0" tIns="0" rIns="0" bIns="0" rtlCol="0"/>
          <a:lstStyle/>
          <a:p>
            <a:endParaRPr sz="1029"/>
          </a:p>
        </p:txBody>
      </p:sp>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4" y="3433680"/>
            <a:ext cx="5627171" cy="968987"/>
          </a:xfrm>
        </p:spPr>
        <p:txBody>
          <a:bodyPr anchor="t" anchorCtr="0">
            <a:noAutofit/>
          </a:bodyPr>
          <a:lstStyle>
            <a:lvl1pPr algn="l">
              <a:lnSpc>
                <a:spcPts val="6000"/>
              </a:lnSpc>
              <a:defRPr sz="3600">
                <a:solidFill>
                  <a:schemeClr val="bg1"/>
                </a:solidFill>
              </a:defRPr>
            </a:lvl1pPr>
          </a:lstStyle>
          <a:p>
            <a:r>
              <a:rPr lang="en-US" noProof="0"/>
              <a:t>Housekeeping</a:t>
            </a:r>
            <a:endParaRPr lang="en-GB" noProof="0" dirty="0"/>
          </a:p>
        </p:txBody>
      </p:sp>
      <p:sp>
        <p:nvSpPr>
          <p:cNvPr id="6" name="Text Placeholder 6"/>
          <p:cNvSpPr>
            <a:spLocks noGrp="1"/>
          </p:cNvSpPr>
          <p:nvPr>
            <p:ph type="body" sz="quarter" idx="12" hasCustomPrompt="1"/>
          </p:nvPr>
        </p:nvSpPr>
        <p:spPr>
          <a:xfrm>
            <a:off x="384784" y="4894524"/>
            <a:ext cx="5627171" cy="1186921"/>
          </a:xfrm>
        </p:spPr>
        <p:txBody>
          <a:bodyPr/>
          <a:lstStyle>
            <a:lvl1pPr marL="342900" marR="0" indent="-342900" algn="l" defTabSz="914400" rtl="0" eaLnBrk="1" fontAlgn="auto" latinLnBrk="0" hangingPunct="1">
              <a:lnSpc>
                <a:spcPct val="100000"/>
              </a:lnSpc>
              <a:spcBef>
                <a:spcPts val="0"/>
              </a:spcBef>
              <a:spcAft>
                <a:spcPts val="0"/>
              </a:spcAft>
              <a:buClrTx/>
              <a:buSzPct val="115000"/>
              <a:buFont typeface="Arial" panose="020B0604020202020204" pitchFamily="34" charset="0"/>
              <a:buChar char="•"/>
              <a:tabLst/>
              <a:defRPr sz="2000" b="0">
                <a:solidFill>
                  <a:schemeClr val="bg1"/>
                </a:solidFill>
              </a:defRPr>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spTree>
    <p:extLst>
      <p:ext uri="{BB962C8B-B14F-4D97-AF65-F5344CB8AC3E}">
        <p14:creationId xmlns:p14="http://schemas.microsoft.com/office/powerpoint/2010/main" val="171297981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userDrawn="1">
  <p:cSld name="Overview or quotes 04">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Text Placeholder 2"/>
          <p:cNvSpPr>
            <a:spLocks noGrp="1"/>
          </p:cNvSpPr>
          <p:nvPr>
            <p:ph type="body" sz="quarter" idx="10" hasCustomPrompt="1"/>
          </p:nvPr>
        </p:nvSpPr>
        <p:spPr>
          <a:xfrm>
            <a:off x="384784" y="1349984"/>
            <a:ext cx="3443732" cy="2751998"/>
          </a:xfrm>
        </p:spPr>
        <p:txBody>
          <a:bodyPr/>
          <a:lstStyle>
            <a:lvl1pPr marL="0" indent="0">
              <a:lnSpc>
                <a:spcPct val="100000"/>
              </a:lnSpc>
              <a:spcAft>
                <a:spcPts val="0"/>
              </a:spcAft>
              <a:buFont typeface="Arial" panose="020B0604020202020204" pitchFamily="34" charset="0"/>
              <a:buNone/>
              <a:defRPr sz="3600" cap="none" baseline="0">
                <a:solidFill>
                  <a:srgbClr val="0BEEB7"/>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7" name="Text Placeholder 4"/>
          <p:cNvSpPr>
            <a:spLocks noGrp="1"/>
          </p:cNvSpPr>
          <p:nvPr>
            <p:ph type="body" sz="quarter" idx="15" hasCustomPrompt="1"/>
          </p:nvPr>
        </p:nvSpPr>
        <p:spPr>
          <a:xfrm>
            <a:off x="5037137" y="1349984"/>
            <a:ext cx="6770688" cy="5119407"/>
          </a:xfrm>
        </p:spPr>
        <p:txBody>
          <a:bodyPr/>
          <a:lstStyle>
            <a:lvl1pPr marL="0" indent="0">
              <a:lnSpc>
                <a:spcPct val="100000"/>
              </a:lnSpc>
              <a:buFont typeface="Arial" panose="020B0604020202020204" pitchFamily="34" charset="0"/>
              <a:buNone/>
              <a:defRPr sz="2000" b="0"/>
            </a:lvl1pPr>
            <a:lvl2pPr marL="180000" indent="-180000">
              <a:lnSpc>
                <a:spcPct val="100000"/>
              </a:lnSpc>
              <a:buFont typeface="Arial" panose="020B0604020202020204" pitchFamily="34" charset="0"/>
              <a:buChar char="•"/>
              <a:defRPr sz="2000"/>
            </a:lvl2pPr>
            <a:lvl3pPr marL="180000" indent="-180000">
              <a:buFont typeface="Arial" panose="020B0604020202020204" pitchFamily="34" charset="0"/>
              <a:buChar char="•"/>
              <a:defRPr sz="2000"/>
            </a:lvl3pPr>
            <a:lvl4pPr marL="180000" indent="-180000">
              <a:buFont typeface="Arial" panose="020B0604020202020204" pitchFamily="34" charset="0"/>
              <a:buChar char="•"/>
              <a:defRPr sz="2000"/>
            </a:lvl4pPr>
            <a:lvl5pPr marL="180000" indent="-180000">
              <a:buFont typeface="Arial" panose="020B0604020202020204" pitchFamily="34" charset="0"/>
              <a:buChar char="•"/>
              <a:defRPr sz="2000"/>
            </a:lvl5pPr>
          </a:lstStyle>
          <a:p>
            <a:pPr lvl="0"/>
            <a:r>
              <a:rPr lang="en-US" dirty="0"/>
              <a:t>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Freeform 12">
            <a:extLst>
              <a:ext uri="{FF2B5EF4-FFF2-40B4-BE49-F238E27FC236}">
                <a16:creationId xmlns:a16="http://schemas.microsoft.com/office/drawing/2014/main" id="{DF3D0604-3EEB-7547-A86F-8B3EFC40A3EC}"/>
              </a:ext>
            </a:extLst>
          </p:cNvPr>
          <p:cNvSpPr/>
          <p:nvPr userDrawn="1"/>
        </p:nvSpPr>
        <p:spPr>
          <a:xfrm>
            <a:off x="384784" y="4504759"/>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rgbClr val="09EDB8"/>
          </a:solidFill>
          <a:ln w="6350" cap="flat">
            <a:noFill/>
            <a:prstDash val="solid"/>
            <a:miter/>
          </a:ln>
        </p:spPr>
        <p:txBody>
          <a:bodyPr rtlCol="0" anchor="ctr"/>
          <a:lstStyle/>
          <a:p>
            <a:endParaRPr lang="en-GB"/>
          </a:p>
        </p:txBody>
      </p:sp>
    </p:spTree>
    <p:extLst>
      <p:ext uri="{BB962C8B-B14F-4D97-AF65-F5344CB8AC3E}">
        <p14:creationId xmlns:p14="http://schemas.microsoft.com/office/powerpoint/2010/main" val="3359606912"/>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userDrawn="1">
  <p:cSld name="Action Tips">
    <p:bg>
      <p:bgPr>
        <a:solidFill>
          <a:srgbClr val="EB622E"/>
        </a:solidFill>
        <a:effectLst/>
      </p:bgPr>
    </p:bg>
    <p:spTree>
      <p:nvGrpSpPr>
        <p:cNvPr id="1" name=""/>
        <p:cNvGrpSpPr/>
        <p:nvPr/>
      </p:nvGrpSpPr>
      <p:grpSpPr>
        <a:xfrm>
          <a:off x="0" y="0"/>
          <a:ext cx="0" cy="0"/>
          <a:chOff x="0" y="0"/>
          <a:chExt cx="0" cy="0"/>
        </a:xfrm>
      </p:grpSpPr>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0900" y="302477"/>
            <a:ext cx="2643023" cy="1610367"/>
          </a:xfrm>
          <a:prstGeom prst="rect">
            <a:avLst/>
          </a:prstGeom>
        </p:spPr>
      </p:pic>
      <p:sp>
        <p:nvSpPr>
          <p:cNvPr id="7" name="Text Placeholder 6"/>
          <p:cNvSpPr>
            <a:spLocks noGrp="1"/>
          </p:cNvSpPr>
          <p:nvPr>
            <p:ph type="body" sz="quarter" idx="12" hasCustomPrompt="1"/>
          </p:nvPr>
        </p:nvSpPr>
        <p:spPr>
          <a:xfrm>
            <a:off x="385300" y="5306004"/>
            <a:ext cx="3534471"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sz="1600" b="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grpSp>
        <p:nvGrpSpPr>
          <p:cNvPr id="9" name="Group 8"/>
          <p:cNvGrpSpPr/>
          <p:nvPr userDrawn="1"/>
        </p:nvGrpSpPr>
        <p:grpSpPr>
          <a:xfrm>
            <a:off x="0" y="3516594"/>
            <a:ext cx="6358189" cy="2396903"/>
            <a:chOff x="999763" y="4580698"/>
            <a:chExt cx="3632716" cy="1370734"/>
          </a:xfrm>
          <a:solidFill>
            <a:srgbClr val="004050"/>
          </a:solidFill>
        </p:grpSpPr>
        <p:sp>
          <p:nvSpPr>
            <p:cNvPr id="10" name="Rectangle 9"/>
            <p:cNvSpPr/>
            <p:nvPr userDrawn="1"/>
          </p:nvSpPr>
          <p:spPr>
            <a:xfrm>
              <a:off x="999763" y="5031740"/>
              <a:ext cx="1554386" cy="133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10"/>
            <p:cNvSpPr/>
            <p:nvPr userDrawn="1"/>
          </p:nvSpPr>
          <p:spPr>
            <a:xfrm>
              <a:off x="999763" y="5373431"/>
              <a:ext cx="1554387" cy="133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2" name="Group 11">
              <a:extLst>
                <a:ext uri="{FF2B5EF4-FFF2-40B4-BE49-F238E27FC236}">
                  <a16:creationId xmlns:a16="http://schemas.microsoft.com/office/drawing/2014/main" id="{51C13B23-0164-1C4E-9E7A-3F1ECA7824F7}"/>
                </a:ext>
              </a:extLst>
            </p:cNvPr>
            <p:cNvGrpSpPr/>
            <p:nvPr userDrawn="1"/>
          </p:nvGrpSpPr>
          <p:grpSpPr>
            <a:xfrm>
              <a:off x="2227580" y="4580698"/>
              <a:ext cx="2404899" cy="1370734"/>
              <a:chOff x="7799133" y="1870745"/>
              <a:chExt cx="1010349" cy="584292"/>
            </a:xfrm>
            <a:grpFill/>
          </p:grpSpPr>
          <p:sp>
            <p:nvSpPr>
              <p:cNvPr id="13" name="Freeform 12">
                <a:extLst>
                  <a:ext uri="{FF2B5EF4-FFF2-40B4-BE49-F238E27FC236}">
                    <a16:creationId xmlns:a16="http://schemas.microsoft.com/office/drawing/2014/main" id="{2F450B4C-241D-A544-BBEF-175E01D6A139}"/>
                  </a:ext>
                </a:extLst>
              </p:cNvPr>
              <p:cNvSpPr/>
              <p:nvPr/>
            </p:nvSpPr>
            <p:spPr>
              <a:xfrm>
                <a:off x="7799260" y="1870745"/>
                <a:ext cx="749300" cy="247650"/>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9300" h="247650">
                    <a:moveTo>
                      <a:pt x="749871" y="248186"/>
                    </a:moveTo>
                    <a:lnTo>
                      <a:pt x="0" y="248186"/>
                    </a:lnTo>
                    <a:lnTo>
                      <a:pt x="0" y="192497"/>
                    </a:lnTo>
                    <a:lnTo>
                      <a:pt x="603885" y="192497"/>
                    </a:lnTo>
                    <a:cubicBezTo>
                      <a:pt x="546036" y="134140"/>
                      <a:pt x="492760" y="74768"/>
                      <a:pt x="457200" y="219"/>
                    </a:cubicBezTo>
                    <a:cubicBezTo>
                      <a:pt x="477583" y="219"/>
                      <a:pt x="496443" y="854"/>
                      <a:pt x="515239" y="219"/>
                    </a:cubicBezTo>
                    <a:cubicBezTo>
                      <a:pt x="524031" y="-1141"/>
                      <a:pt x="532543" y="3956"/>
                      <a:pt x="535495" y="12347"/>
                    </a:cubicBezTo>
                    <a:cubicBezTo>
                      <a:pt x="553057" y="45816"/>
                      <a:pt x="574730" y="76961"/>
                      <a:pt x="600011" y="105057"/>
                    </a:cubicBezTo>
                    <a:cubicBezTo>
                      <a:pt x="643639" y="155126"/>
                      <a:pt x="691855" y="201004"/>
                      <a:pt x="744030" y="242090"/>
                    </a:cubicBezTo>
                    <a:cubicBezTo>
                      <a:pt x="745808" y="243551"/>
                      <a:pt x="747585" y="245011"/>
                      <a:pt x="749236" y="246535"/>
                    </a:cubicBezTo>
                    <a:cubicBezTo>
                      <a:pt x="749554" y="246599"/>
                      <a:pt x="749554" y="247170"/>
                      <a:pt x="749871" y="248186"/>
                    </a:cubicBezTo>
                    <a:close/>
                  </a:path>
                </a:pathLst>
              </a:custGeom>
              <a:grpFill/>
              <a:ln w="6350" cap="flat">
                <a:noFill/>
                <a:prstDash val="solid"/>
                <a:miter/>
              </a:ln>
            </p:spPr>
            <p:txBody>
              <a:bodyPr rtlCol="0" anchor="ctr"/>
              <a:lstStyle/>
              <a:p>
                <a:endParaRPr lang="en-GB"/>
              </a:p>
            </p:txBody>
          </p:sp>
          <p:sp>
            <p:nvSpPr>
              <p:cNvPr id="14" name="Freeform 13">
                <a:extLst>
                  <a:ext uri="{FF2B5EF4-FFF2-40B4-BE49-F238E27FC236}">
                    <a16:creationId xmlns:a16="http://schemas.microsoft.com/office/drawing/2014/main" id="{9B9C1B07-7BAD-DD4F-97E1-2FD89B2D1C40}"/>
                  </a:ext>
                </a:extLst>
              </p:cNvPr>
              <p:cNvSpPr/>
              <p:nvPr/>
            </p:nvSpPr>
            <p:spPr>
              <a:xfrm>
                <a:off x="7799133" y="2208657"/>
                <a:ext cx="749300" cy="241300"/>
              </a:xfrm>
              <a:custGeom>
                <a:avLst/>
                <a:gdLst>
                  <a:gd name="connsiteX0" fmla="*/ 601091 w 749300"/>
                  <a:gd name="connsiteY0" fmla="*/ 55689 h 241300"/>
                  <a:gd name="connsiteX1" fmla="*/ 0 w 749300"/>
                  <a:gd name="connsiteY1" fmla="*/ 55689 h 241300"/>
                  <a:gd name="connsiteX2" fmla="*/ 0 w 749300"/>
                  <a:gd name="connsiteY2" fmla="*/ 0 h 241300"/>
                  <a:gd name="connsiteX3" fmla="*/ 751269 w 749300"/>
                  <a:gd name="connsiteY3" fmla="*/ 0 h 241300"/>
                  <a:gd name="connsiteX4" fmla="*/ 720598 w 749300"/>
                  <a:gd name="connsiteY4" fmla="*/ 25845 h 241300"/>
                  <a:gd name="connsiteX5" fmla="*/ 586550 w 749300"/>
                  <a:gd name="connsiteY5" fmla="*/ 159893 h 241300"/>
                  <a:gd name="connsiteX6" fmla="*/ 531813 w 749300"/>
                  <a:gd name="connsiteY6" fmla="*/ 241871 h 241300"/>
                  <a:gd name="connsiteX7" fmla="*/ 524701 w 749300"/>
                  <a:gd name="connsiteY7" fmla="*/ 246824 h 241300"/>
                  <a:gd name="connsiteX8" fmla="*/ 461835 w 749300"/>
                  <a:gd name="connsiteY8" fmla="*/ 246824 h 241300"/>
                  <a:gd name="connsiteX9" fmla="*/ 458216 w 749300"/>
                  <a:gd name="connsiteY9" fmla="*/ 246317 h 241300"/>
                  <a:gd name="connsiteX10" fmla="*/ 522478 w 749300"/>
                  <a:gd name="connsiteY10" fmla="*/ 144717 h 241300"/>
                  <a:gd name="connsiteX11" fmla="*/ 601091 w 749300"/>
                  <a:gd name="connsiteY11" fmla="*/ 55689 h 24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9300" h="241300">
                    <a:moveTo>
                      <a:pt x="601091" y="55689"/>
                    </a:moveTo>
                    <a:lnTo>
                      <a:pt x="0" y="55689"/>
                    </a:lnTo>
                    <a:lnTo>
                      <a:pt x="0" y="0"/>
                    </a:lnTo>
                    <a:lnTo>
                      <a:pt x="751269" y="0"/>
                    </a:lnTo>
                    <a:cubicBezTo>
                      <a:pt x="740220" y="9335"/>
                      <a:pt x="730377" y="17526"/>
                      <a:pt x="720598" y="25845"/>
                    </a:cubicBezTo>
                    <a:cubicBezTo>
                      <a:pt x="672008" y="66441"/>
                      <a:pt x="627146" y="111303"/>
                      <a:pt x="586550" y="159893"/>
                    </a:cubicBezTo>
                    <a:cubicBezTo>
                      <a:pt x="565442" y="185196"/>
                      <a:pt x="547093" y="212678"/>
                      <a:pt x="531813" y="241871"/>
                    </a:cubicBezTo>
                    <a:cubicBezTo>
                      <a:pt x="530328" y="244527"/>
                      <a:pt x="527706" y="246353"/>
                      <a:pt x="524701" y="246824"/>
                    </a:cubicBezTo>
                    <a:cubicBezTo>
                      <a:pt x="503746" y="247205"/>
                      <a:pt x="482791" y="246824"/>
                      <a:pt x="461835" y="246824"/>
                    </a:cubicBezTo>
                    <a:cubicBezTo>
                      <a:pt x="460621" y="246721"/>
                      <a:pt x="459412" y="246551"/>
                      <a:pt x="458216" y="246317"/>
                    </a:cubicBezTo>
                    <a:cubicBezTo>
                      <a:pt x="475005" y="209733"/>
                      <a:pt x="496619" y="175563"/>
                      <a:pt x="522478" y="144717"/>
                    </a:cubicBezTo>
                    <a:cubicBezTo>
                      <a:pt x="547751" y="114554"/>
                      <a:pt x="574802" y="85471"/>
                      <a:pt x="601091" y="55689"/>
                    </a:cubicBezTo>
                    <a:close/>
                  </a:path>
                </a:pathLst>
              </a:custGeom>
              <a:grpFill/>
              <a:ln w="6350" cap="flat">
                <a:noFill/>
                <a:prstDash val="solid"/>
                <a:miter/>
              </a:ln>
            </p:spPr>
            <p:txBody>
              <a:bodyPr rtlCol="0" anchor="ctr"/>
              <a:lstStyle/>
              <a:p>
                <a:endParaRPr lang="en-GB"/>
              </a:p>
            </p:txBody>
          </p:sp>
          <p:sp>
            <p:nvSpPr>
              <p:cNvPr id="15" name="Freeform 14">
                <a:extLst>
                  <a:ext uri="{FF2B5EF4-FFF2-40B4-BE49-F238E27FC236}">
                    <a16:creationId xmlns:a16="http://schemas.microsoft.com/office/drawing/2014/main" id="{17BA7C41-EA1C-2F4D-90C7-EC472AB85B8A}"/>
                  </a:ext>
                </a:extLst>
              </p:cNvPr>
              <p:cNvSpPr/>
              <p:nvPr userDrawn="1"/>
            </p:nvSpPr>
            <p:spPr>
              <a:xfrm>
                <a:off x="8428482" y="1870837"/>
                <a:ext cx="381000" cy="584200"/>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grpSp>
      </p:grpSp>
      <p:sp>
        <p:nvSpPr>
          <p:cNvPr id="16"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1" y="1914129"/>
            <a:ext cx="3592020" cy="2277604"/>
          </a:xfrm>
        </p:spPr>
        <p:txBody>
          <a:bodyPr anchor="b" anchorCtr="0">
            <a:noAutofit/>
          </a:bodyPr>
          <a:lstStyle>
            <a:lvl1pPr algn="l">
              <a:lnSpc>
                <a:spcPct val="100000"/>
              </a:lnSpc>
              <a:defRPr sz="3600"/>
            </a:lvl1pPr>
          </a:lstStyle>
          <a:p>
            <a:r>
              <a:rPr lang="en-US" noProof="0" dirty="0"/>
              <a:t>CLICK TO EDIT TITLE</a:t>
            </a:r>
            <a:endParaRPr lang="en-GB" noProof="0" dirty="0"/>
          </a:p>
        </p:txBody>
      </p:sp>
    </p:spTree>
    <p:extLst>
      <p:ext uri="{BB962C8B-B14F-4D97-AF65-F5344CB8AC3E}">
        <p14:creationId xmlns:p14="http://schemas.microsoft.com/office/powerpoint/2010/main" val="3309525795"/>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userDrawn="1">
  <p:cSld name="Follow us">
    <p:bg>
      <p:bgPr>
        <a:solidFill>
          <a:srgbClr val="28CFF9"/>
        </a:solidFill>
        <a:effectLst/>
      </p:bgPr>
    </p:bg>
    <p:spTree>
      <p:nvGrpSpPr>
        <p:cNvPr id="1" name=""/>
        <p:cNvGrpSpPr/>
        <p:nvPr/>
      </p:nvGrpSpPr>
      <p:grpSpPr>
        <a:xfrm>
          <a:off x="0" y="0"/>
          <a:ext cx="0" cy="0"/>
          <a:chOff x="0" y="0"/>
          <a:chExt cx="0" cy="0"/>
        </a:xfrm>
      </p:grpSpPr>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0900" y="302477"/>
            <a:ext cx="2643023" cy="1610367"/>
          </a:xfrm>
          <a:prstGeom prst="rect">
            <a:avLst/>
          </a:prstGeom>
        </p:spPr>
      </p:pic>
      <p:sp>
        <p:nvSpPr>
          <p:cNvPr id="7" name="Text Placeholder 6"/>
          <p:cNvSpPr>
            <a:spLocks noGrp="1"/>
          </p:cNvSpPr>
          <p:nvPr>
            <p:ph type="body" sz="quarter" idx="12" hasCustomPrompt="1"/>
          </p:nvPr>
        </p:nvSpPr>
        <p:spPr>
          <a:xfrm>
            <a:off x="385300" y="5306004"/>
            <a:ext cx="3534471"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sz="1600" b="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grpSp>
        <p:nvGrpSpPr>
          <p:cNvPr id="9" name="Group 8"/>
          <p:cNvGrpSpPr/>
          <p:nvPr userDrawn="1"/>
        </p:nvGrpSpPr>
        <p:grpSpPr>
          <a:xfrm>
            <a:off x="0" y="3516594"/>
            <a:ext cx="6358189" cy="2396903"/>
            <a:chOff x="999763" y="4580698"/>
            <a:chExt cx="3632716" cy="1370734"/>
          </a:xfrm>
          <a:solidFill>
            <a:srgbClr val="004050"/>
          </a:solidFill>
        </p:grpSpPr>
        <p:sp>
          <p:nvSpPr>
            <p:cNvPr id="10" name="Rectangle 9"/>
            <p:cNvSpPr/>
            <p:nvPr userDrawn="1"/>
          </p:nvSpPr>
          <p:spPr>
            <a:xfrm>
              <a:off x="999763" y="5031740"/>
              <a:ext cx="1554386" cy="133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10"/>
            <p:cNvSpPr/>
            <p:nvPr userDrawn="1"/>
          </p:nvSpPr>
          <p:spPr>
            <a:xfrm>
              <a:off x="999763" y="5373431"/>
              <a:ext cx="1554387" cy="133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2" name="Group 11">
              <a:extLst>
                <a:ext uri="{FF2B5EF4-FFF2-40B4-BE49-F238E27FC236}">
                  <a16:creationId xmlns:a16="http://schemas.microsoft.com/office/drawing/2014/main" id="{51C13B23-0164-1C4E-9E7A-3F1ECA7824F7}"/>
                </a:ext>
              </a:extLst>
            </p:cNvPr>
            <p:cNvGrpSpPr/>
            <p:nvPr userDrawn="1"/>
          </p:nvGrpSpPr>
          <p:grpSpPr>
            <a:xfrm>
              <a:off x="2227580" y="4580698"/>
              <a:ext cx="2404899" cy="1370734"/>
              <a:chOff x="7799133" y="1870745"/>
              <a:chExt cx="1010349" cy="584292"/>
            </a:xfrm>
            <a:grpFill/>
          </p:grpSpPr>
          <p:sp>
            <p:nvSpPr>
              <p:cNvPr id="13" name="Freeform 12">
                <a:extLst>
                  <a:ext uri="{FF2B5EF4-FFF2-40B4-BE49-F238E27FC236}">
                    <a16:creationId xmlns:a16="http://schemas.microsoft.com/office/drawing/2014/main" id="{2F450B4C-241D-A544-BBEF-175E01D6A139}"/>
                  </a:ext>
                </a:extLst>
              </p:cNvPr>
              <p:cNvSpPr/>
              <p:nvPr/>
            </p:nvSpPr>
            <p:spPr>
              <a:xfrm>
                <a:off x="7799260" y="1870745"/>
                <a:ext cx="749300" cy="247650"/>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9300" h="247650">
                    <a:moveTo>
                      <a:pt x="749871" y="248186"/>
                    </a:moveTo>
                    <a:lnTo>
                      <a:pt x="0" y="248186"/>
                    </a:lnTo>
                    <a:lnTo>
                      <a:pt x="0" y="192497"/>
                    </a:lnTo>
                    <a:lnTo>
                      <a:pt x="603885" y="192497"/>
                    </a:lnTo>
                    <a:cubicBezTo>
                      <a:pt x="546036" y="134140"/>
                      <a:pt x="492760" y="74768"/>
                      <a:pt x="457200" y="219"/>
                    </a:cubicBezTo>
                    <a:cubicBezTo>
                      <a:pt x="477583" y="219"/>
                      <a:pt x="496443" y="854"/>
                      <a:pt x="515239" y="219"/>
                    </a:cubicBezTo>
                    <a:cubicBezTo>
                      <a:pt x="524031" y="-1141"/>
                      <a:pt x="532543" y="3956"/>
                      <a:pt x="535495" y="12347"/>
                    </a:cubicBezTo>
                    <a:cubicBezTo>
                      <a:pt x="553057" y="45816"/>
                      <a:pt x="574730" y="76961"/>
                      <a:pt x="600011" y="105057"/>
                    </a:cubicBezTo>
                    <a:cubicBezTo>
                      <a:pt x="643639" y="155126"/>
                      <a:pt x="691855" y="201004"/>
                      <a:pt x="744030" y="242090"/>
                    </a:cubicBezTo>
                    <a:cubicBezTo>
                      <a:pt x="745808" y="243551"/>
                      <a:pt x="747585" y="245011"/>
                      <a:pt x="749236" y="246535"/>
                    </a:cubicBezTo>
                    <a:cubicBezTo>
                      <a:pt x="749554" y="246599"/>
                      <a:pt x="749554" y="247170"/>
                      <a:pt x="749871" y="248186"/>
                    </a:cubicBezTo>
                    <a:close/>
                  </a:path>
                </a:pathLst>
              </a:custGeom>
              <a:grpFill/>
              <a:ln w="6350" cap="flat">
                <a:noFill/>
                <a:prstDash val="solid"/>
                <a:miter/>
              </a:ln>
            </p:spPr>
            <p:txBody>
              <a:bodyPr rtlCol="0" anchor="ctr"/>
              <a:lstStyle/>
              <a:p>
                <a:endParaRPr lang="en-GB"/>
              </a:p>
            </p:txBody>
          </p:sp>
          <p:sp>
            <p:nvSpPr>
              <p:cNvPr id="14" name="Freeform 13">
                <a:extLst>
                  <a:ext uri="{FF2B5EF4-FFF2-40B4-BE49-F238E27FC236}">
                    <a16:creationId xmlns:a16="http://schemas.microsoft.com/office/drawing/2014/main" id="{9B9C1B07-7BAD-DD4F-97E1-2FD89B2D1C40}"/>
                  </a:ext>
                </a:extLst>
              </p:cNvPr>
              <p:cNvSpPr/>
              <p:nvPr/>
            </p:nvSpPr>
            <p:spPr>
              <a:xfrm>
                <a:off x="7799133" y="2208657"/>
                <a:ext cx="749300" cy="241300"/>
              </a:xfrm>
              <a:custGeom>
                <a:avLst/>
                <a:gdLst>
                  <a:gd name="connsiteX0" fmla="*/ 601091 w 749300"/>
                  <a:gd name="connsiteY0" fmla="*/ 55689 h 241300"/>
                  <a:gd name="connsiteX1" fmla="*/ 0 w 749300"/>
                  <a:gd name="connsiteY1" fmla="*/ 55689 h 241300"/>
                  <a:gd name="connsiteX2" fmla="*/ 0 w 749300"/>
                  <a:gd name="connsiteY2" fmla="*/ 0 h 241300"/>
                  <a:gd name="connsiteX3" fmla="*/ 751269 w 749300"/>
                  <a:gd name="connsiteY3" fmla="*/ 0 h 241300"/>
                  <a:gd name="connsiteX4" fmla="*/ 720598 w 749300"/>
                  <a:gd name="connsiteY4" fmla="*/ 25845 h 241300"/>
                  <a:gd name="connsiteX5" fmla="*/ 586550 w 749300"/>
                  <a:gd name="connsiteY5" fmla="*/ 159893 h 241300"/>
                  <a:gd name="connsiteX6" fmla="*/ 531813 w 749300"/>
                  <a:gd name="connsiteY6" fmla="*/ 241871 h 241300"/>
                  <a:gd name="connsiteX7" fmla="*/ 524701 w 749300"/>
                  <a:gd name="connsiteY7" fmla="*/ 246824 h 241300"/>
                  <a:gd name="connsiteX8" fmla="*/ 461835 w 749300"/>
                  <a:gd name="connsiteY8" fmla="*/ 246824 h 241300"/>
                  <a:gd name="connsiteX9" fmla="*/ 458216 w 749300"/>
                  <a:gd name="connsiteY9" fmla="*/ 246317 h 241300"/>
                  <a:gd name="connsiteX10" fmla="*/ 522478 w 749300"/>
                  <a:gd name="connsiteY10" fmla="*/ 144717 h 241300"/>
                  <a:gd name="connsiteX11" fmla="*/ 601091 w 749300"/>
                  <a:gd name="connsiteY11" fmla="*/ 55689 h 24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9300" h="241300">
                    <a:moveTo>
                      <a:pt x="601091" y="55689"/>
                    </a:moveTo>
                    <a:lnTo>
                      <a:pt x="0" y="55689"/>
                    </a:lnTo>
                    <a:lnTo>
                      <a:pt x="0" y="0"/>
                    </a:lnTo>
                    <a:lnTo>
                      <a:pt x="751269" y="0"/>
                    </a:lnTo>
                    <a:cubicBezTo>
                      <a:pt x="740220" y="9335"/>
                      <a:pt x="730377" y="17526"/>
                      <a:pt x="720598" y="25845"/>
                    </a:cubicBezTo>
                    <a:cubicBezTo>
                      <a:pt x="672008" y="66441"/>
                      <a:pt x="627146" y="111303"/>
                      <a:pt x="586550" y="159893"/>
                    </a:cubicBezTo>
                    <a:cubicBezTo>
                      <a:pt x="565442" y="185196"/>
                      <a:pt x="547093" y="212678"/>
                      <a:pt x="531813" y="241871"/>
                    </a:cubicBezTo>
                    <a:cubicBezTo>
                      <a:pt x="530328" y="244527"/>
                      <a:pt x="527706" y="246353"/>
                      <a:pt x="524701" y="246824"/>
                    </a:cubicBezTo>
                    <a:cubicBezTo>
                      <a:pt x="503746" y="247205"/>
                      <a:pt x="482791" y="246824"/>
                      <a:pt x="461835" y="246824"/>
                    </a:cubicBezTo>
                    <a:cubicBezTo>
                      <a:pt x="460621" y="246721"/>
                      <a:pt x="459412" y="246551"/>
                      <a:pt x="458216" y="246317"/>
                    </a:cubicBezTo>
                    <a:cubicBezTo>
                      <a:pt x="475005" y="209733"/>
                      <a:pt x="496619" y="175563"/>
                      <a:pt x="522478" y="144717"/>
                    </a:cubicBezTo>
                    <a:cubicBezTo>
                      <a:pt x="547751" y="114554"/>
                      <a:pt x="574802" y="85471"/>
                      <a:pt x="601091" y="55689"/>
                    </a:cubicBezTo>
                    <a:close/>
                  </a:path>
                </a:pathLst>
              </a:custGeom>
              <a:grpFill/>
              <a:ln w="6350" cap="flat">
                <a:noFill/>
                <a:prstDash val="solid"/>
                <a:miter/>
              </a:ln>
            </p:spPr>
            <p:txBody>
              <a:bodyPr rtlCol="0" anchor="ctr"/>
              <a:lstStyle/>
              <a:p>
                <a:endParaRPr lang="en-GB"/>
              </a:p>
            </p:txBody>
          </p:sp>
          <p:sp>
            <p:nvSpPr>
              <p:cNvPr id="15" name="Freeform 14">
                <a:extLst>
                  <a:ext uri="{FF2B5EF4-FFF2-40B4-BE49-F238E27FC236}">
                    <a16:creationId xmlns:a16="http://schemas.microsoft.com/office/drawing/2014/main" id="{17BA7C41-EA1C-2F4D-90C7-EC472AB85B8A}"/>
                  </a:ext>
                </a:extLst>
              </p:cNvPr>
              <p:cNvSpPr/>
              <p:nvPr userDrawn="1"/>
            </p:nvSpPr>
            <p:spPr>
              <a:xfrm>
                <a:off x="8428482" y="1870837"/>
                <a:ext cx="381000" cy="584200"/>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grpSp>
      </p:grpSp>
      <p:sp>
        <p:nvSpPr>
          <p:cNvPr id="16"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1" y="1914129"/>
            <a:ext cx="3592020" cy="2277604"/>
          </a:xfrm>
        </p:spPr>
        <p:txBody>
          <a:bodyPr anchor="b" anchorCtr="0">
            <a:noAutofit/>
          </a:bodyPr>
          <a:lstStyle>
            <a:lvl1pPr algn="l">
              <a:lnSpc>
                <a:spcPct val="100000"/>
              </a:lnSpc>
              <a:defRPr sz="3600"/>
            </a:lvl1pPr>
          </a:lstStyle>
          <a:p>
            <a:r>
              <a:rPr lang="en-US" noProof="0" dirty="0"/>
              <a:t>CLICK TO EDIT TITLE</a:t>
            </a:r>
            <a:endParaRPr lang="en-GB" noProof="0" dirty="0"/>
          </a:p>
        </p:txBody>
      </p:sp>
    </p:spTree>
    <p:extLst>
      <p:ext uri="{BB962C8B-B14F-4D97-AF65-F5344CB8AC3E}">
        <p14:creationId xmlns:p14="http://schemas.microsoft.com/office/powerpoint/2010/main" val="2033831166"/>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Two Text Blocks">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5915467" y="1992793"/>
            <a:ext cx="464600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lang="en-US" sz="2000" b="0" i="0" kern="1200" dirty="0">
                <a:solidFill>
                  <a:schemeClr val="tx1"/>
                </a:solidFill>
                <a:latin typeface="Montserrat" pitchFamily="2" charset="77"/>
                <a:ea typeface="+mn-ea"/>
                <a:cs typeface="+mn-cs"/>
              </a:defRPr>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marL="342900" lvl="1" indent="-342900" algn="l" defTabSz="914400" rtl="0" eaLnBrk="1" latinLnBrk="0" hangingPunct="1">
              <a:lnSpc>
                <a:spcPct val="100000"/>
              </a:lnSpc>
              <a:spcBef>
                <a:spcPts val="0"/>
              </a:spcBef>
              <a:spcAft>
                <a:spcPts val="650"/>
              </a:spcAft>
              <a:buSzPct val="115000"/>
              <a:buFont typeface="Arial" panose="020B0604020202020204" pitchFamily="34" charset="0"/>
              <a:buChar char="•"/>
              <a:tabLst/>
            </a:pPr>
            <a:r>
              <a:rPr lang="en-US" dirty="0"/>
              <a:t>Second level</a:t>
            </a:r>
          </a:p>
          <a:p>
            <a:pPr marL="342900" lvl="1" indent="-342900" algn="l" defTabSz="914400" rtl="0" eaLnBrk="1" latinLnBrk="0" hangingPunct="1">
              <a:lnSpc>
                <a:spcPct val="100000"/>
              </a:lnSpc>
              <a:spcBef>
                <a:spcPts val="0"/>
              </a:spcBef>
              <a:spcAft>
                <a:spcPts val="650"/>
              </a:spcAft>
              <a:buSzPct val="115000"/>
              <a:buFont typeface="Arial" panose="020B0604020202020204" pitchFamily="34" charset="0"/>
              <a:buChar char="•"/>
              <a:tabLst/>
            </a:pPr>
            <a:r>
              <a:rPr lang="en-US" dirty="0"/>
              <a:t>Third level</a:t>
            </a:r>
          </a:p>
          <a:p>
            <a:pPr marL="342900" lvl="1" indent="-342900" algn="l" defTabSz="914400" rtl="0" eaLnBrk="1" latinLnBrk="0" hangingPunct="1">
              <a:lnSpc>
                <a:spcPct val="100000"/>
              </a:lnSpc>
              <a:spcBef>
                <a:spcPts val="0"/>
              </a:spcBef>
              <a:spcAft>
                <a:spcPts val="650"/>
              </a:spcAft>
              <a:buSzPct val="115000"/>
              <a:buFont typeface="Arial" panose="020B0604020202020204" pitchFamily="34" charset="0"/>
              <a:buChar char="•"/>
              <a:tabLst/>
            </a:pPr>
            <a:r>
              <a:rPr lang="en-US" dirty="0"/>
              <a:t>Fourth level</a:t>
            </a:r>
          </a:p>
          <a:p>
            <a:pPr marL="342900" lvl="1" indent="-342900" algn="l" defTabSz="914400" rtl="0" eaLnBrk="1" latinLnBrk="0" hangingPunct="1">
              <a:lnSpc>
                <a:spcPct val="100000"/>
              </a:lnSpc>
              <a:spcBef>
                <a:spcPts val="0"/>
              </a:spcBef>
              <a:spcAft>
                <a:spcPts val="650"/>
              </a:spcAft>
              <a:buSzPct val="115000"/>
              <a:buFont typeface="Arial" panose="020B0604020202020204" pitchFamily="34" charset="0"/>
              <a:buChar char="•"/>
              <a:tabLst/>
            </a:pPr>
            <a:r>
              <a:rPr lang="en-US" dirty="0"/>
              <a:t>Fifth level</a:t>
            </a:r>
          </a:p>
        </p:txBody>
      </p:sp>
      <p:sp>
        <p:nvSpPr>
          <p:cNvPr id="5" name="Text Placeholder 7"/>
          <p:cNvSpPr>
            <a:spLocks noGrp="1"/>
          </p:cNvSpPr>
          <p:nvPr>
            <p:ph type="body" sz="quarter" idx="13" hasCustomPrompt="1"/>
          </p:nvPr>
        </p:nvSpPr>
        <p:spPr>
          <a:xfrm>
            <a:off x="1069809" y="1992792"/>
            <a:ext cx="4646004" cy="4376323"/>
          </a:xfrm>
        </p:spPr>
        <p:txBody>
          <a:bodyPr/>
          <a:lstStyle>
            <a:lvl1pPr marL="0" indent="0">
              <a:lnSpc>
                <a:spcPct val="100000"/>
              </a:lnSpc>
              <a:buFont typeface="Arial" panose="020B0604020202020204" pitchFamily="34" charset="0"/>
              <a:buNone/>
              <a:defRPr sz="2000" b="0"/>
            </a:lvl1pPr>
            <a:lvl2pPr marL="342900" indent="-342900" algn="l" defTabSz="914400" rtl="0" eaLnBrk="1" latinLnBrk="0" hangingPunct="1">
              <a:lnSpc>
                <a:spcPct val="100000"/>
              </a:lnSpc>
              <a:spcBef>
                <a:spcPts val="0"/>
              </a:spcBef>
              <a:spcAft>
                <a:spcPts val="650"/>
              </a:spcAft>
              <a:buSzPct val="115000"/>
              <a:buFont typeface="Arial" panose="020B0604020202020204" pitchFamily="34" charset="0"/>
              <a:buChar char="•"/>
              <a:defRPr lang="en-US" sz="2000" b="0" i="0" kern="1200" dirty="0">
                <a:solidFill>
                  <a:schemeClr val="tx1"/>
                </a:solidFill>
                <a:latin typeface="Montserrat" pitchFamily="2" charset="77"/>
                <a:ea typeface="+mn-ea"/>
                <a:cs typeface="+mn-cs"/>
              </a:defRPr>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6"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7" name="Rectangle 6"/>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Tree>
    <p:extLst>
      <p:ext uri="{BB962C8B-B14F-4D97-AF65-F5344CB8AC3E}">
        <p14:creationId xmlns:p14="http://schemas.microsoft.com/office/powerpoint/2010/main" val="905320012"/>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userDrawn="1">
  <p:cSld name="1_Q&amp;A/what's next">
    <p:bg>
      <p:bgPr>
        <a:solidFill>
          <a:srgbClr val="7E007C"/>
        </a:solidFill>
        <a:effectLst/>
      </p:bgPr>
    </p:bg>
    <p:spTree>
      <p:nvGrpSpPr>
        <p:cNvPr id="1" name=""/>
        <p:cNvGrpSpPr/>
        <p:nvPr/>
      </p:nvGrpSpPr>
      <p:grpSpPr>
        <a:xfrm>
          <a:off x="0" y="0"/>
          <a:ext cx="0" cy="0"/>
          <a:chOff x="0" y="0"/>
          <a:chExt cx="0" cy="0"/>
        </a:xfrm>
      </p:grpSpPr>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bright="100000" contrast="100000"/>
                    </a14:imgEffect>
                  </a14:imgLayer>
                </a14:imgProps>
              </a:ext>
              <a:ext uri="{28A0092B-C50C-407E-A947-70E740481C1C}">
                <a14:useLocalDpi xmlns:a14="http://schemas.microsoft.com/office/drawing/2010/main" val="0"/>
              </a:ext>
            </a:extLst>
          </a:blip>
          <a:stretch>
            <a:fillRect/>
          </a:stretch>
        </p:blipFill>
        <p:spPr>
          <a:xfrm>
            <a:off x="80900" y="302477"/>
            <a:ext cx="2643023" cy="1610367"/>
          </a:xfrm>
          <a:prstGeom prst="rect">
            <a:avLst/>
          </a:prstGeom>
        </p:spPr>
      </p:pic>
      <p:sp>
        <p:nvSpPr>
          <p:cNvPr id="7" name="Text Placeholder 6"/>
          <p:cNvSpPr>
            <a:spLocks noGrp="1"/>
          </p:cNvSpPr>
          <p:nvPr>
            <p:ph type="body" sz="quarter" idx="12" hasCustomPrompt="1"/>
          </p:nvPr>
        </p:nvSpPr>
        <p:spPr>
          <a:xfrm>
            <a:off x="385300" y="5306004"/>
            <a:ext cx="3534471"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sz="1600" b="0">
                <a:solidFill>
                  <a:schemeClr val="bg1"/>
                </a:solidFill>
              </a:defRPr>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grpSp>
        <p:nvGrpSpPr>
          <p:cNvPr id="9" name="Group 8"/>
          <p:cNvGrpSpPr/>
          <p:nvPr userDrawn="1"/>
        </p:nvGrpSpPr>
        <p:grpSpPr>
          <a:xfrm>
            <a:off x="0" y="3516594"/>
            <a:ext cx="6358189" cy="2396903"/>
            <a:chOff x="999763" y="4580698"/>
            <a:chExt cx="3632716" cy="1370734"/>
          </a:xfrm>
          <a:solidFill>
            <a:srgbClr val="FF004C"/>
          </a:solidFill>
        </p:grpSpPr>
        <p:sp>
          <p:nvSpPr>
            <p:cNvPr id="10" name="Rectangle 9"/>
            <p:cNvSpPr/>
            <p:nvPr userDrawn="1"/>
          </p:nvSpPr>
          <p:spPr>
            <a:xfrm>
              <a:off x="999763" y="5031740"/>
              <a:ext cx="1554386" cy="133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10"/>
            <p:cNvSpPr/>
            <p:nvPr userDrawn="1"/>
          </p:nvSpPr>
          <p:spPr>
            <a:xfrm>
              <a:off x="999763" y="5373431"/>
              <a:ext cx="1554387" cy="133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2" name="Group 11">
              <a:extLst>
                <a:ext uri="{FF2B5EF4-FFF2-40B4-BE49-F238E27FC236}">
                  <a16:creationId xmlns:a16="http://schemas.microsoft.com/office/drawing/2014/main" id="{51C13B23-0164-1C4E-9E7A-3F1ECA7824F7}"/>
                </a:ext>
              </a:extLst>
            </p:cNvPr>
            <p:cNvGrpSpPr/>
            <p:nvPr userDrawn="1"/>
          </p:nvGrpSpPr>
          <p:grpSpPr>
            <a:xfrm>
              <a:off x="2227580" y="4580698"/>
              <a:ext cx="2404899" cy="1370734"/>
              <a:chOff x="7799133" y="1870745"/>
              <a:chExt cx="1010349" cy="584292"/>
            </a:xfrm>
            <a:grpFill/>
          </p:grpSpPr>
          <p:sp>
            <p:nvSpPr>
              <p:cNvPr id="13" name="Freeform 12">
                <a:extLst>
                  <a:ext uri="{FF2B5EF4-FFF2-40B4-BE49-F238E27FC236}">
                    <a16:creationId xmlns:a16="http://schemas.microsoft.com/office/drawing/2014/main" id="{2F450B4C-241D-A544-BBEF-175E01D6A139}"/>
                  </a:ext>
                </a:extLst>
              </p:cNvPr>
              <p:cNvSpPr/>
              <p:nvPr/>
            </p:nvSpPr>
            <p:spPr>
              <a:xfrm>
                <a:off x="7799260" y="1870745"/>
                <a:ext cx="749300" cy="247650"/>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9300" h="247650">
                    <a:moveTo>
                      <a:pt x="749871" y="248186"/>
                    </a:moveTo>
                    <a:lnTo>
                      <a:pt x="0" y="248186"/>
                    </a:lnTo>
                    <a:lnTo>
                      <a:pt x="0" y="192497"/>
                    </a:lnTo>
                    <a:lnTo>
                      <a:pt x="603885" y="192497"/>
                    </a:lnTo>
                    <a:cubicBezTo>
                      <a:pt x="546036" y="134140"/>
                      <a:pt x="492760" y="74768"/>
                      <a:pt x="457200" y="219"/>
                    </a:cubicBezTo>
                    <a:cubicBezTo>
                      <a:pt x="477583" y="219"/>
                      <a:pt x="496443" y="854"/>
                      <a:pt x="515239" y="219"/>
                    </a:cubicBezTo>
                    <a:cubicBezTo>
                      <a:pt x="524031" y="-1141"/>
                      <a:pt x="532543" y="3956"/>
                      <a:pt x="535495" y="12347"/>
                    </a:cubicBezTo>
                    <a:cubicBezTo>
                      <a:pt x="553057" y="45816"/>
                      <a:pt x="574730" y="76961"/>
                      <a:pt x="600011" y="105057"/>
                    </a:cubicBezTo>
                    <a:cubicBezTo>
                      <a:pt x="643639" y="155126"/>
                      <a:pt x="691855" y="201004"/>
                      <a:pt x="744030" y="242090"/>
                    </a:cubicBezTo>
                    <a:cubicBezTo>
                      <a:pt x="745808" y="243551"/>
                      <a:pt x="747585" y="245011"/>
                      <a:pt x="749236" y="246535"/>
                    </a:cubicBezTo>
                    <a:cubicBezTo>
                      <a:pt x="749554" y="246599"/>
                      <a:pt x="749554" y="247170"/>
                      <a:pt x="749871" y="248186"/>
                    </a:cubicBezTo>
                    <a:close/>
                  </a:path>
                </a:pathLst>
              </a:custGeom>
              <a:grpFill/>
              <a:ln w="6350" cap="flat">
                <a:noFill/>
                <a:prstDash val="solid"/>
                <a:miter/>
              </a:ln>
            </p:spPr>
            <p:txBody>
              <a:bodyPr rtlCol="0" anchor="ctr"/>
              <a:lstStyle/>
              <a:p>
                <a:endParaRPr lang="en-GB"/>
              </a:p>
            </p:txBody>
          </p:sp>
          <p:sp>
            <p:nvSpPr>
              <p:cNvPr id="14" name="Freeform 13">
                <a:extLst>
                  <a:ext uri="{FF2B5EF4-FFF2-40B4-BE49-F238E27FC236}">
                    <a16:creationId xmlns:a16="http://schemas.microsoft.com/office/drawing/2014/main" id="{9B9C1B07-7BAD-DD4F-97E1-2FD89B2D1C40}"/>
                  </a:ext>
                </a:extLst>
              </p:cNvPr>
              <p:cNvSpPr/>
              <p:nvPr/>
            </p:nvSpPr>
            <p:spPr>
              <a:xfrm>
                <a:off x="7799133" y="2208657"/>
                <a:ext cx="749300" cy="241300"/>
              </a:xfrm>
              <a:custGeom>
                <a:avLst/>
                <a:gdLst>
                  <a:gd name="connsiteX0" fmla="*/ 601091 w 749300"/>
                  <a:gd name="connsiteY0" fmla="*/ 55689 h 241300"/>
                  <a:gd name="connsiteX1" fmla="*/ 0 w 749300"/>
                  <a:gd name="connsiteY1" fmla="*/ 55689 h 241300"/>
                  <a:gd name="connsiteX2" fmla="*/ 0 w 749300"/>
                  <a:gd name="connsiteY2" fmla="*/ 0 h 241300"/>
                  <a:gd name="connsiteX3" fmla="*/ 751269 w 749300"/>
                  <a:gd name="connsiteY3" fmla="*/ 0 h 241300"/>
                  <a:gd name="connsiteX4" fmla="*/ 720598 w 749300"/>
                  <a:gd name="connsiteY4" fmla="*/ 25845 h 241300"/>
                  <a:gd name="connsiteX5" fmla="*/ 586550 w 749300"/>
                  <a:gd name="connsiteY5" fmla="*/ 159893 h 241300"/>
                  <a:gd name="connsiteX6" fmla="*/ 531813 w 749300"/>
                  <a:gd name="connsiteY6" fmla="*/ 241871 h 241300"/>
                  <a:gd name="connsiteX7" fmla="*/ 524701 w 749300"/>
                  <a:gd name="connsiteY7" fmla="*/ 246824 h 241300"/>
                  <a:gd name="connsiteX8" fmla="*/ 461835 w 749300"/>
                  <a:gd name="connsiteY8" fmla="*/ 246824 h 241300"/>
                  <a:gd name="connsiteX9" fmla="*/ 458216 w 749300"/>
                  <a:gd name="connsiteY9" fmla="*/ 246317 h 241300"/>
                  <a:gd name="connsiteX10" fmla="*/ 522478 w 749300"/>
                  <a:gd name="connsiteY10" fmla="*/ 144717 h 241300"/>
                  <a:gd name="connsiteX11" fmla="*/ 601091 w 749300"/>
                  <a:gd name="connsiteY11" fmla="*/ 55689 h 24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9300" h="241300">
                    <a:moveTo>
                      <a:pt x="601091" y="55689"/>
                    </a:moveTo>
                    <a:lnTo>
                      <a:pt x="0" y="55689"/>
                    </a:lnTo>
                    <a:lnTo>
                      <a:pt x="0" y="0"/>
                    </a:lnTo>
                    <a:lnTo>
                      <a:pt x="751269" y="0"/>
                    </a:lnTo>
                    <a:cubicBezTo>
                      <a:pt x="740220" y="9335"/>
                      <a:pt x="730377" y="17526"/>
                      <a:pt x="720598" y="25845"/>
                    </a:cubicBezTo>
                    <a:cubicBezTo>
                      <a:pt x="672008" y="66441"/>
                      <a:pt x="627146" y="111303"/>
                      <a:pt x="586550" y="159893"/>
                    </a:cubicBezTo>
                    <a:cubicBezTo>
                      <a:pt x="565442" y="185196"/>
                      <a:pt x="547093" y="212678"/>
                      <a:pt x="531813" y="241871"/>
                    </a:cubicBezTo>
                    <a:cubicBezTo>
                      <a:pt x="530328" y="244527"/>
                      <a:pt x="527706" y="246353"/>
                      <a:pt x="524701" y="246824"/>
                    </a:cubicBezTo>
                    <a:cubicBezTo>
                      <a:pt x="503746" y="247205"/>
                      <a:pt x="482791" y="246824"/>
                      <a:pt x="461835" y="246824"/>
                    </a:cubicBezTo>
                    <a:cubicBezTo>
                      <a:pt x="460621" y="246721"/>
                      <a:pt x="459412" y="246551"/>
                      <a:pt x="458216" y="246317"/>
                    </a:cubicBezTo>
                    <a:cubicBezTo>
                      <a:pt x="475005" y="209733"/>
                      <a:pt x="496619" y="175563"/>
                      <a:pt x="522478" y="144717"/>
                    </a:cubicBezTo>
                    <a:cubicBezTo>
                      <a:pt x="547751" y="114554"/>
                      <a:pt x="574802" y="85471"/>
                      <a:pt x="601091" y="55689"/>
                    </a:cubicBezTo>
                    <a:close/>
                  </a:path>
                </a:pathLst>
              </a:custGeom>
              <a:grpFill/>
              <a:ln w="6350" cap="flat">
                <a:noFill/>
                <a:prstDash val="solid"/>
                <a:miter/>
              </a:ln>
            </p:spPr>
            <p:txBody>
              <a:bodyPr rtlCol="0" anchor="ctr"/>
              <a:lstStyle/>
              <a:p>
                <a:endParaRPr lang="en-GB"/>
              </a:p>
            </p:txBody>
          </p:sp>
          <p:sp>
            <p:nvSpPr>
              <p:cNvPr id="15" name="Freeform 14">
                <a:extLst>
                  <a:ext uri="{FF2B5EF4-FFF2-40B4-BE49-F238E27FC236}">
                    <a16:creationId xmlns:a16="http://schemas.microsoft.com/office/drawing/2014/main" id="{17BA7C41-EA1C-2F4D-90C7-EC472AB85B8A}"/>
                  </a:ext>
                </a:extLst>
              </p:cNvPr>
              <p:cNvSpPr/>
              <p:nvPr userDrawn="1"/>
            </p:nvSpPr>
            <p:spPr>
              <a:xfrm>
                <a:off x="8428482" y="1870837"/>
                <a:ext cx="381000" cy="584200"/>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grpSp>
      </p:grpSp>
      <p:sp>
        <p:nvSpPr>
          <p:cNvPr id="16"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1" y="1914129"/>
            <a:ext cx="3592020" cy="2277604"/>
          </a:xfrm>
        </p:spPr>
        <p:txBody>
          <a:bodyPr anchor="b" anchorCtr="0">
            <a:noAutofit/>
          </a:bodyPr>
          <a:lstStyle>
            <a:lvl1pPr algn="l">
              <a:lnSpc>
                <a:spcPct val="100000"/>
              </a:lnSpc>
              <a:defRPr sz="3600">
                <a:solidFill>
                  <a:schemeClr val="bg1"/>
                </a:solidFill>
              </a:defRPr>
            </a:lvl1pPr>
          </a:lstStyle>
          <a:p>
            <a:r>
              <a:rPr lang="en-US" noProof="0" dirty="0"/>
              <a:t>CLICK TO EDIT TITLE</a:t>
            </a:r>
            <a:endParaRPr lang="en-GB" noProof="0" dirty="0"/>
          </a:p>
        </p:txBody>
      </p:sp>
    </p:spTree>
    <p:extLst>
      <p:ext uri="{BB962C8B-B14F-4D97-AF65-F5344CB8AC3E}">
        <p14:creationId xmlns:p14="http://schemas.microsoft.com/office/powerpoint/2010/main" val="3374931091"/>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7"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
        <p:nvSpPr>
          <p:cNvPr id="8" name="Text Placeholder 2">
            <a:extLst>
              <a:ext uri="{FF2B5EF4-FFF2-40B4-BE49-F238E27FC236}">
                <a16:creationId xmlns:a16="http://schemas.microsoft.com/office/drawing/2014/main" id="{B623AAC1-38C0-EC41-AF66-7EC76ACCB83E}"/>
              </a:ext>
            </a:extLst>
          </p:cNvPr>
          <p:cNvSpPr>
            <a:spLocks noGrp="1"/>
          </p:cNvSpPr>
          <p:nvPr>
            <p:ph idx="1"/>
          </p:nvPr>
        </p:nvSpPr>
        <p:spPr>
          <a:xfrm>
            <a:off x="341272" y="1368256"/>
            <a:ext cx="11516239" cy="4955354"/>
          </a:xfrm>
          <a:prstGeom prst="rect">
            <a:avLst/>
          </a:prstGeom>
        </p:spPr>
        <p:txBody>
          <a:bodyPr vert="horz" lIns="0" tIns="0" rIns="0" bIns="0" rtlCol="0" anchor="t" anchorCtr="0">
            <a:noAutofit/>
          </a:bodyPr>
          <a:lstStyle>
            <a:lvl2pPr marL="355600" indent="-266700">
              <a:buFont typeface="Arial" panose="020B0604020202020204" pitchFamily="34" charset="0"/>
              <a:buChar char="•"/>
              <a:defRPr/>
            </a:lvl2pPr>
            <a:lvl3pPr marL="355600" indent="-266700">
              <a:buFont typeface="Arial" panose="020B0604020202020204" pitchFamily="34" charset="0"/>
              <a:buChar char="•"/>
              <a:defRPr/>
            </a:lvl3pPr>
            <a:lvl4pPr marL="355600" indent="-266700">
              <a:buFont typeface="Arial" panose="020B0604020202020204" pitchFamily="34" charset="0"/>
              <a:buChar char="•"/>
              <a:defRPr/>
            </a:lvl4pPr>
            <a:lvl5pPr marL="355600" indent="-266700">
              <a:buFont typeface="Arial" panose="020B0604020202020204" pitchFamily="34" charset="0"/>
              <a:buChar char="•"/>
              <a:defRPr/>
            </a:lvl5pPr>
          </a:lstStyle>
          <a:p>
            <a:pPr lvl="0"/>
            <a:r>
              <a:rPr lang="en-US" dirty="0"/>
              <a:t>Edit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3176387574"/>
      </p:ext>
    </p:extLst>
  </p:cSld>
  <p:clrMapOvr>
    <a:masterClrMapping/>
  </p:clrMapOvr>
  <p:extLst>
    <p:ext uri="{DCECCB84-F9BA-43D5-87BE-67443E8EF086}">
      <p15:sldGuideLst xmlns:p15="http://schemas.microsoft.com/office/powerpoint/2012/main">
        <p15:guide id="1" orient="horz" pos="777">
          <p15:clr>
            <a:srgbClr val="FBAE40"/>
          </p15:clr>
        </p15:guide>
        <p15:guide id="2" pos="3840">
          <p15:clr>
            <a:srgbClr val="FBAE40"/>
          </p15:clr>
        </p15:guide>
        <p15:guide id="3" orient="horz" pos="2160">
          <p15:clr>
            <a:srgbClr val="FBAE40"/>
          </p15:clr>
        </p15:guide>
        <p15:guide id="4" orient="horz" pos="2260">
          <p15:clr>
            <a:srgbClr val="FBAE40"/>
          </p15:clr>
        </p15:guide>
        <p15:guide id="5" pos="3940">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userDrawn="1">
  <p:cSld name="Title slide 1">
    <p:bg>
      <p:bgPr>
        <a:solidFill>
          <a:srgbClr val="09EDB8"/>
        </a:solidFill>
        <a:effectLst/>
      </p:bgPr>
    </p:bg>
    <p:spTree>
      <p:nvGrpSpPr>
        <p:cNvPr id="1" name=""/>
        <p:cNvGrpSpPr/>
        <p:nvPr/>
      </p:nvGrpSpPr>
      <p:grpSpPr>
        <a:xfrm>
          <a:off x="0" y="0"/>
          <a:ext cx="0" cy="0"/>
          <a:chOff x="0" y="0"/>
          <a:chExt cx="0" cy="0"/>
        </a:xfrm>
      </p:grpSpPr>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0900" y="302477"/>
            <a:ext cx="2643023" cy="1610367"/>
          </a:xfrm>
          <a:prstGeom prst="rect">
            <a:avLst/>
          </a:prstGeom>
        </p:spPr>
      </p:pic>
      <p:sp>
        <p:nvSpPr>
          <p:cNvPr id="8" name="Text Placeholder 6"/>
          <p:cNvSpPr>
            <a:spLocks noGrp="1"/>
          </p:cNvSpPr>
          <p:nvPr>
            <p:ph type="body" sz="quarter" idx="12" hasCustomPrompt="1"/>
          </p:nvPr>
        </p:nvSpPr>
        <p:spPr>
          <a:xfrm>
            <a:off x="385300" y="5306004"/>
            <a:ext cx="3534471"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sz="1600" b="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grpSp>
        <p:nvGrpSpPr>
          <p:cNvPr id="9" name="Group 8"/>
          <p:cNvGrpSpPr/>
          <p:nvPr userDrawn="1"/>
        </p:nvGrpSpPr>
        <p:grpSpPr>
          <a:xfrm>
            <a:off x="0" y="3516594"/>
            <a:ext cx="6358189" cy="2396903"/>
            <a:chOff x="999763" y="4580698"/>
            <a:chExt cx="3632716" cy="1370734"/>
          </a:xfrm>
          <a:solidFill>
            <a:srgbClr val="004050"/>
          </a:solidFill>
        </p:grpSpPr>
        <p:sp>
          <p:nvSpPr>
            <p:cNvPr id="10" name="Rectangle 9"/>
            <p:cNvSpPr/>
            <p:nvPr userDrawn="1"/>
          </p:nvSpPr>
          <p:spPr>
            <a:xfrm>
              <a:off x="999763" y="5031740"/>
              <a:ext cx="1554386" cy="133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10"/>
            <p:cNvSpPr/>
            <p:nvPr userDrawn="1"/>
          </p:nvSpPr>
          <p:spPr>
            <a:xfrm>
              <a:off x="999763" y="5373431"/>
              <a:ext cx="1554387" cy="133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2" name="Group 11">
              <a:extLst>
                <a:ext uri="{FF2B5EF4-FFF2-40B4-BE49-F238E27FC236}">
                  <a16:creationId xmlns:a16="http://schemas.microsoft.com/office/drawing/2014/main" id="{51C13B23-0164-1C4E-9E7A-3F1ECA7824F7}"/>
                </a:ext>
              </a:extLst>
            </p:cNvPr>
            <p:cNvGrpSpPr/>
            <p:nvPr userDrawn="1"/>
          </p:nvGrpSpPr>
          <p:grpSpPr>
            <a:xfrm>
              <a:off x="2227580" y="4580698"/>
              <a:ext cx="2404899" cy="1370734"/>
              <a:chOff x="7799133" y="1870745"/>
              <a:chExt cx="1010349" cy="584292"/>
            </a:xfrm>
            <a:grpFill/>
          </p:grpSpPr>
          <p:sp>
            <p:nvSpPr>
              <p:cNvPr id="13" name="Freeform 12">
                <a:extLst>
                  <a:ext uri="{FF2B5EF4-FFF2-40B4-BE49-F238E27FC236}">
                    <a16:creationId xmlns:a16="http://schemas.microsoft.com/office/drawing/2014/main" id="{2F450B4C-241D-A544-BBEF-175E01D6A139}"/>
                  </a:ext>
                </a:extLst>
              </p:cNvPr>
              <p:cNvSpPr/>
              <p:nvPr/>
            </p:nvSpPr>
            <p:spPr>
              <a:xfrm>
                <a:off x="7799260" y="1870745"/>
                <a:ext cx="749300" cy="247650"/>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9300" h="247650">
                    <a:moveTo>
                      <a:pt x="749871" y="248186"/>
                    </a:moveTo>
                    <a:lnTo>
                      <a:pt x="0" y="248186"/>
                    </a:lnTo>
                    <a:lnTo>
                      <a:pt x="0" y="192497"/>
                    </a:lnTo>
                    <a:lnTo>
                      <a:pt x="603885" y="192497"/>
                    </a:lnTo>
                    <a:cubicBezTo>
                      <a:pt x="546036" y="134140"/>
                      <a:pt x="492760" y="74768"/>
                      <a:pt x="457200" y="219"/>
                    </a:cubicBezTo>
                    <a:cubicBezTo>
                      <a:pt x="477583" y="219"/>
                      <a:pt x="496443" y="854"/>
                      <a:pt x="515239" y="219"/>
                    </a:cubicBezTo>
                    <a:cubicBezTo>
                      <a:pt x="524031" y="-1141"/>
                      <a:pt x="532543" y="3956"/>
                      <a:pt x="535495" y="12347"/>
                    </a:cubicBezTo>
                    <a:cubicBezTo>
                      <a:pt x="553057" y="45816"/>
                      <a:pt x="574730" y="76961"/>
                      <a:pt x="600011" y="105057"/>
                    </a:cubicBezTo>
                    <a:cubicBezTo>
                      <a:pt x="643639" y="155126"/>
                      <a:pt x="691855" y="201004"/>
                      <a:pt x="744030" y="242090"/>
                    </a:cubicBezTo>
                    <a:cubicBezTo>
                      <a:pt x="745808" y="243551"/>
                      <a:pt x="747585" y="245011"/>
                      <a:pt x="749236" y="246535"/>
                    </a:cubicBezTo>
                    <a:cubicBezTo>
                      <a:pt x="749554" y="246599"/>
                      <a:pt x="749554" y="247170"/>
                      <a:pt x="749871" y="248186"/>
                    </a:cubicBezTo>
                    <a:close/>
                  </a:path>
                </a:pathLst>
              </a:custGeom>
              <a:grpFill/>
              <a:ln w="6350" cap="flat">
                <a:noFill/>
                <a:prstDash val="solid"/>
                <a:miter/>
              </a:ln>
            </p:spPr>
            <p:txBody>
              <a:bodyPr rtlCol="0" anchor="ctr"/>
              <a:lstStyle/>
              <a:p>
                <a:endParaRPr lang="en-GB"/>
              </a:p>
            </p:txBody>
          </p:sp>
          <p:sp>
            <p:nvSpPr>
              <p:cNvPr id="14" name="Freeform 13">
                <a:extLst>
                  <a:ext uri="{FF2B5EF4-FFF2-40B4-BE49-F238E27FC236}">
                    <a16:creationId xmlns:a16="http://schemas.microsoft.com/office/drawing/2014/main" id="{9B9C1B07-7BAD-DD4F-97E1-2FD89B2D1C40}"/>
                  </a:ext>
                </a:extLst>
              </p:cNvPr>
              <p:cNvSpPr/>
              <p:nvPr/>
            </p:nvSpPr>
            <p:spPr>
              <a:xfrm>
                <a:off x="7799133" y="2208657"/>
                <a:ext cx="749300" cy="241300"/>
              </a:xfrm>
              <a:custGeom>
                <a:avLst/>
                <a:gdLst>
                  <a:gd name="connsiteX0" fmla="*/ 601091 w 749300"/>
                  <a:gd name="connsiteY0" fmla="*/ 55689 h 241300"/>
                  <a:gd name="connsiteX1" fmla="*/ 0 w 749300"/>
                  <a:gd name="connsiteY1" fmla="*/ 55689 h 241300"/>
                  <a:gd name="connsiteX2" fmla="*/ 0 w 749300"/>
                  <a:gd name="connsiteY2" fmla="*/ 0 h 241300"/>
                  <a:gd name="connsiteX3" fmla="*/ 751269 w 749300"/>
                  <a:gd name="connsiteY3" fmla="*/ 0 h 241300"/>
                  <a:gd name="connsiteX4" fmla="*/ 720598 w 749300"/>
                  <a:gd name="connsiteY4" fmla="*/ 25845 h 241300"/>
                  <a:gd name="connsiteX5" fmla="*/ 586550 w 749300"/>
                  <a:gd name="connsiteY5" fmla="*/ 159893 h 241300"/>
                  <a:gd name="connsiteX6" fmla="*/ 531813 w 749300"/>
                  <a:gd name="connsiteY6" fmla="*/ 241871 h 241300"/>
                  <a:gd name="connsiteX7" fmla="*/ 524701 w 749300"/>
                  <a:gd name="connsiteY7" fmla="*/ 246824 h 241300"/>
                  <a:gd name="connsiteX8" fmla="*/ 461835 w 749300"/>
                  <a:gd name="connsiteY8" fmla="*/ 246824 h 241300"/>
                  <a:gd name="connsiteX9" fmla="*/ 458216 w 749300"/>
                  <a:gd name="connsiteY9" fmla="*/ 246317 h 241300"/>
                  <a:gd name="connsiteX10" fmla="*/ 522478 w 749300"/>
                  <a:gd name="connsiteY10" fmla="*/ 144717 h 241300"/>
                  <a:gd name="connsiteX11" fmla="*/ 601091 w 749300"/>
                  <a:gd name="connsiteY11" fmla="*/ 55689 h 24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9300" h="241300">
                    <a:moveTo>
                      <a:pt x="601091" y="55689"/>
                    </a:moveTo>
                    <a:lnTo>
                      <a:pt x="0" y="55689"/>
                    </a:lnTo>
                    <a:lnTo>
                      <a:pt x="0" y="0"/>
                    </a:lnTo>
                    <a:lnTo>
                      <a:pt x="751269" y="0"/>
                    </a:lnTo>
                    <a:cubicBezTo>
                      <a:pt x="740220" y="9335"/>
                      <a:pt x="730377" y="17526"/>
                      <a:pt x="720598" y="25845"/>
                    </a:cubicBezTo>
                    <a:cubicBezTo>
                      <a:pt x="672008" y="66441"/>
                      <a:pt x="627146" y="111303"/>
                      <a:pt x="586550" y="159893"/>
                    </a:cubicBezTo>
                    <a:cubicBezTo>
                      <a:pt x="565442" y="185196"/>
                      <a:pt x="547093" y="212678"/>
                      <a:pt x="531813" y="241871"/>
                    </a:cubicBezTo>
                    <a:cubicBezTo>
                      <a:pt x="530328" y="244527"/>
                      <a:pt x="527706" y="246353"/>
                      <a:pt x="524701" y="246824"/>
                    </a:cubicBezTo>
                    <a:cubicBezTo>
                      <a:pt x="503746" y="247205"/>
                      <a:pt x="482791" y="246824"/>
                      <a:pt x="461835" y="246824"/>
                    </a:cubicBezTo>
                    <a:cubicBezTo>
                      <a:pt x="460621" y="246721"/>
                      <a:pt x="459412" y="246551"/>
                      <a:pt x="458216" y="246317"/>
                    </a:cubicBezTo>
                    <a:cubicBezTo>
                      <a:pt x="475005" y="209733"/>
                      <a:pt x="496619" y="175563"/>
                      <a:pt x="522478" y="144717"/>
                    </a:cubicBezTo>
                    <a:cubicBezTo>
                      <a:pt x="547751" y="114554"/>
                      <a:pt x="574802" y="85471"/>
                      <a:pt x="601091" y="55689"/>
                    </a:cubicBezTo>
                    <a:close/>
                  </a:path>
                </a:pathLst>
              </a:custGeom>
              <a:grpFill/>
              <a:ln w="6350" cap="flat">
                <a:noFill/>
                <a:prstDash val="solid"/>
                <a:miter/>
              </a:ln>
            </p:spPr>
            <p:txBody>
              <a:bodyPr rtlCol="0" anchor="ctr"/>
              <a:lstStyle/>
              <a:p>
                <a:endParaRPr lang="en-GB"/>
              </a:p>
            </p:txBody>
          </p:sp>
          <p:sp>
            <p:nvSpPr>
              <p:cNvPr id="15" name="Freeform 14">
                <a:extLst>
                  <a:ext uri="{FF2B5EF4-FFF2-40B4-BE49-F238E27FC236}">
                    <a16:creationId xmlns:a16="http://schemas.microsoft.com/office/drawing/2014/main" id="{17BA7C41-EA1C-2F4D-90C7-EC472AB85B8A}"/>
                  </a:ext>
                </a:extLst>
              </p:cNvPr>
              <p:cNvSpPr/>
              <p:nvPr userDrawn="1"/>
            </p:nvSpPr>
            <p:spPr>
              <a:xfrm>
                <a:off x="8428482" y="1870837"/>
                <a:ext cx="381000" cy="584200"/>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grpSp>
      </p:grpSp>
      <p:sp>
        <p:nvSpPr>
          <p:cNvPr id="18"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1" y="1914129"/>
            <a:ext cx="3592020" cy="2277604"/>
          </a:xfrm>
        </p:spPr>
        <p:txBody>
          <a:bodyPr anchor="b" anchorCtr="0">
            <a:noAutofit/>
          </a:bodyPr>
          <a:lstStyle>
            <a:lvl1pPr algn="l">
              <a:lnSpc>
                <a:spcPct val="100000"/>
              </a:lnSpc>
              <a:defRPr sz="3600"/>
            </a:lvl1pPr>
          </a:lstStyle>
          <a:p>
            <a:r>
              <a:rPr lang="en-US" noProof="0" dirty="0"/>
              <a:t>CLICK TO EDIT TITLE</a:t>
            </a:r>
            <a:endParaRPr lang="en-GB" noProof="0" dirty="0"/>
          </a:p>
        </p:txBody>
      </p:sp>
    </p:spTree>
    <p:extLst>
      <p:ext uri="{BB962C8B-B14F-4D97-AF65-F5344CB8AC3E}">
        <p14:creationId xmlns:p14="http://schemas.microsoft.com/office/powerpoint/2010/main" val="1371007393"/>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userDrawn="1">
  <p:cSld name="1_Text Slide A">
    <p:spTree>
      <p:nvGrpSpPr>
        <p:cNvPr id="1" name=""/>
        <p:cNvGrpSpPr/>
        <p:nvPr/>
      </p:nvGrpSpPr>
      <p:grpSpPr>
        <a:xfrm>
          <a:off x="0" y="0"/>
          <a:ext cx="0" cy="0"/>
          <a:chOff x="0" y="0"/>
          <a:chExt cx="0" cy="0"/>
        </a:xfrm>
      </p:grpSpPr>
      <p:grpSp>
        <p:nvGrpSpPr>
          <p:cNvPr id="8" name="Group 7"/>
          <p:cNvGrpSpPr/>
          <p:nvPr userDrawn="1"/>
        </p:nvGrpSpPr>
        <p:grpSpPr>
          <a:xfrm>
            <a:off x="-6058" y="3516217"/>
            <a:ext cx="5797612" cy="2396903"/>
            <a:chOff x="1320045" y="4580698"/>
            <a:chExt cx="3312434" cy="1370734"/>
          </a:xfrm>
          <a:solidFill>
            <a:srgbClr val="F3622C"/>
          </a:solidFill>
        </p:grpSpPr>
        <p:sp>
          <p:nvSpPr>
            <p:cNvPr id="9" name="Rectangle 8"/>
            <p:cNvSpPr/>
            <p:nvPr userDrawn="1"/>
          </p:nvSpPr>
          <p:spPr>
            <a:xfrm>
              <a:off x="1320045" y="5031740"/>
              <a:ext cx="1234104" cy="133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Rectangle 9"/>
            <p:cNvSpPr/>
            <p:nvPr userDrawn="1"/>
          </p:nvSpPr>
          <p:spPr>
            <a:xfrm>
              <a:off x="1320046" y="5373431"/>
              <a:ext cx="1234104" cy="133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1" name="Group 10">
              <a:extLst>
                <a:ext uri="{FF2B5EF4-FFF2-40B4-BE49-F238E27FC236}">
                  <a16:creationId xmlns:a16="http://schemas.microsoft.com/office/drawing/2014/main" id="{51C13B23-0164-1C4E-9E7A-3F1ECA7824F7}"/>
                </a:ext>
              </a:extLst>
            </p:cNvPr>
            <p:cNvGrpSpPr/>
            <p:nvPr userDrawn="1"/>
          </p:nvGrpSpPr>
          <p:grpSpPr>
            <a:xfrm>
              <a:off x="2227580" y="4580698"/>
              <a:ext cx="2404899" cy="1370734"/>
              <a:chOff x="7799133" y="1870745"/>
              <a:chExt cx="1010349" cy="584292"/>
            </a:xfrm>
            <a:grpFill/>
          </p:grpSpPr>
          <p:sp>
            <p:nvSpPr>
              <p:cNvPr id="12" name="Freeform 11">
                <a:extLst>
                  <a:ext uri="{FF2B5EF4-FFF2-40B4-BE49-F238E27FC236}">
                    <a16:creationId xmlns:a16="http://schemas.microsoft.com/office/drawing/2014/main" id="{2F450B4C-241D-A544-BBEF-175E01D6A139}"/>
                  </a:ext>
                </a:extLst>
              </p:cNvPr>
              <p:cNvSpPr/>
              <p:nvPr/>
            </p:nvSpPr>
            <p:spPr>
              <a:xfrm>
                <a:off x="7799260" y="1870745"/>
                <a:ext cx="749300" cy="247650"/>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9300" h="247650">
                    <a:moveTo>
                      <a:pt x="749871" y="248186"/>
                    </a:moveTo>
                    <a:lnTo>
                      <a:pt x="0" y="248186"/>
                    </a:lnTo>
                    <a:lnTo>
                      <a:pt x="0" y="192497"/>
                    </a:lnTo>
                    <a:lnTo>
                      <a:pt x="603885" y="192497"/>
                    </a:lnTo>
                    <a:cubicBezTo>
                      <a:pt x="546036" y="134140"/>
                      <a:pt x="492760" y="74768"/>
                      <a:pt x="457200" y="219"/>
                    </a:cubicBezTo>
                    <a:cubicBezTo>
                      <a:pt x="477583" y="219"/>
                      <a:pt x="496443" y="854"/>
                      <a:pt x="515239" y="219"/>
                    </a:cubicBezTo>
                    <a:cubicBezTo>
                      <a:pt x="524031" y="-1141"/>
                      <a:pt x="532543" y="3956"/>
                      <a:pt x="535495" y="12347"/>
                    </a:cubicBezTo>
                    <a:cubicBezTo>
                      <a:pt x="553057" y="45816"/>
                      <a:pt x="574730" y="76961"/>
                      <a:pt x="600011" y="105057"/>
                    </a:cubicBezTo>
                    <a:cubicBezTo>
                      <a:pt x="643639" y="155126"/>
                      <a:pt x="691855" y="201004"/>
                      <a:pt x="744030" y="242090"/>
                    </a:cubicBezTo>
                    <a:cubicBezTo>
                      <a:pt x="745808" y="243551"/>
                      <a:pt x="747585" y="245011"/>
                      <a:pt x="749236" y="246535"/>
                    </a:cubicBezTo>
                    <a:cubicBezTo>
                      <a:pt x="749554" y="246599"/>
                      <a:pt x="749554" y="247170"/>
                      <a:pt x="749871" y="248186"/>
                    </a:cubicBezTo>
                    <a:close/>
                  </a:path>
                </a:pathLst>
              </a:custGeom>
              <a:grpFill/>
              <a:ln w="6350"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9B9C1B07-7BAD-DD4F-97E1-2FD89B2D1C40}"/>
                  </a:ext>
                </a:extLst>
              </p:cNvPr>
              <p:cNvSpPr/>
              <p:nvPr/>
            </p:nvSpPr>
            <p:spPr>
              <a:xfrm>
                <a:off x="7799133" y="2208657"/>
                <a:ext cx="749300" cy="241300"/>
              </a:xfrm>
              <a:custGeom>
                <a:avLst/>
                <a:gdLst>
                  <a:gd name="connsiteX0" fmla="*/ 601091 w 749300"/>
                  <a:gd name="connsiteY0" fmla="*/ 55689 h 241300"/>
                  <a:gd name="connsiteX1" fmla="*/ 0 w 749300"/>
                  <a:gd name="connsiteY1" fmla="*/ 55689 h 241300"/>
                  <a:gd name="connsiteX2" fmla="*/ 0 w 749300"/>
                  <a:gd name="connsiteY2" fmla="*/ 0 h 241300"/>
                  <a:gd name="connsiteX3" fmla="*/ 751269 w 749300"/>
                  <a:gd name="connsiteY3" fmla="*/ 0 h 241300"/>
                  <a:gd name="connsiteX4" fmla="*/ 720598 w 749300"/>
                  <a:gd name="connsiteY4" fmla="*/ 25845 h 241300"/>
                  <a:gd name="connsiteX5" fmla="*/ 586550 w 749300"/>
                  <a:gd name="connsiteY5" fmla="*/ 159893 h 241300"/>
                  <a:gd name="connsiteX6" fmla="*/ 531813 w 749300"/>
                  <a:gd name="connsiteY6" fmla="*/ 241871 h 241300"/>
                  <a:gd name="connsiteX7" fmla="*/ 524701 w 749300"/>
                  <a:gd name="connsiteY7" fmla="*/ 246824 h 241300"/>
                  <a:gd name="connsiteX8" fmla="*/ 461835 w 749300"/>
                  <a:gd name="connsiteY8" fmla="*/ 246824 h 241300"/>
                  <a:gd name="connsiteX9" fmla="*/ 458216 w 749300"/>
                  <a:gd name="connsiteY9" fmla="*/ 246317 h 241300"/>
                  <a:gd name="connsiteX10" fmla="*/ 522478 w 749300"/>
                  <a:gd name="connsiteY10" fmla="*/ 144717 h 241300"/>
                  <a:gd name="connsiteX11" fmla="*/ 601091 w 749300"/>
                  <a:gd name="connsiteY11" fmla="*/ 55689 h 24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9300" h="241300">
                    <a:moveTo>
                      <a:pt x="601091" y="55689"/>
                    </a:moveTo>
                    <a:lnTo>
                      <a:pt x="0" y="55689"/>
                    </a:lnTo>
                    <a:lnTo>
                      <a:pt x="0" y="0"/>
                    </a:lnTo>
                    <a:lnTo>
                      <a:pt x="751269" y="0"/>
                    </a:lnTo>
                    <a:cubicBezTo>
                      <a:pt x="740220" y="9335"/>
                      <a:pt x="730377" y="17526"/>
                      <a:pt x="720598" y="25845"/>
                    </a:cubicBezTo>
                    <a:cubicBezTo>
                      <a:pt x="672008" y="66441"/>
                      <a:pt x="627146" y="111303"/>
                      <a:pt x="586550" y="159893"/>
                    </a:cubicBezTo>
                    <a:cubicBezTo>
                      <a:pt x="565442" y="185196"/>
                      <a:pt x="547093" y="212678"/>
                      <a:pt x="531813" y="241871"/>
                    </a:cubicBezTo>
                    <a:cubicBezTo>
                      <a:pt x="530328" y="244527"/>
                      <a:pt x="527706" y="246353"/>
                      <a:pt x="524701" y="246824"/>
                    </a:cubicBezTo>
                    <a:cubicBezTo>
                      <a:pt x="503746" y="247205"/>
                      <a:pt x="482791" y="246824"/>
                      <a:pt x="461835" y="246824"/>
                    </a:cubicBezTo>
                    <a:cubicBezTo>
                      <a:pt x="460621" y="246721"/>
                      <a:pt x="459412" y="246551"/>
                      <a:pt x="458216" y="246317"/>
                    </a:cubicBezTo>
                    <a:cubicBezTo>
                      <a:pt x="475005" y="209733"/>
                      <a:pt x="496619" y="175563"/>
                      <a:pt x="522478" y="144717"/>
                    </a:cubicBezTo>
                    <a:cubicBezTo>
                      <a:pt x="547751" y="114554"/>
                      <a:pt x="574802" y="85471"/>
                      <a:pt x="601091" y="55689"/>
                    </a:cubicBezTo>
                    <a:close/>
                  </a:path>
                </a:pathLst>
              </a:custGeom>
              <a:grpFill/>
              <a:ln w="6350" cap="flat">
                <a:noFill/>
                <a:prstDash val="solid"/>
                <a:miter/>
              </a:ln>
            </p:spPr>
            <p:txBody>
              <a:bodyPr rtlCol="0" anchor="ctr"/>
              <a:lstStyle/>
              <a:p>
                <a:endParaRPr lang="en-GB"/>
              </a:p>
            </p:txBody>
          </p:sp>
          <p:sp>
            <p:nvSpPr>
              <p:cNvPr id="14" name="Freeform 13">
                <a:extLst>
                  <a:ext uri="{FF2B5EF4-FFF2-40B4-BE49-F238E27FC236}">
                    <a16:creationId xmlns:a16="http://schemas.microsoft.com/office/drawing/2014/main" id="{17BA7C41-EA1C-2F4D-90C7-EC472AB85B8A}"/>
                  </a:ext>
                </a:extLst>
              </p:cNvPr>
              <p:cNvSpPr/>
              <p:nvPr/>
            </p:nvSpPr>
            <p:spPr>
              <a:xfrm>
                <a:off x="8428482" y="1870837"/>
                <a:ext cx="381000" cy="584200"/>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grpSp>
      </p:grpSp>
      <p:sp>
        <p:nvSpPr>
          <p:cNvPr id="15" name="Text Placeholder 2"/>
          <p:cNvSpPr>
            <a:spLocks noGrp="1"/>
          </p:cNvSpPr>
          <p:nvPr>
            <p:ph type="body" sz="quarter" idx="10" hasCustomPrompt="1"/>
          </p:nvPr>
        </p:nvSpPr>
        <p:spPr>
          <a:xfrm>
            <a:off x="384784" y="1242034"/>
            <a:ext cx="3694112" cy="2917842"/>
          </a:xfrm>
        </p:spPr>
        <p:txBody>
          <a:bodyPr anchor="b"/>
          <a:lstStyle>
            <a:lvl1pPr marL="0" indent="0">
              <a:lnSpc>
                <a:spcPct val="100000"/>
              </a:lnSpc>
              <a:spcAft>
                <a:spcPts val="0"/>
              </a:spcAft>
              <a:buFont typeface="Arial" panose="020B0604020202020204" pitchFamily="34" charset="0"/>
              <a:buNone/>
              <a:defRPr sz="3600" cap="none" baseline="0">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6" name="Text Placeholder 4"/>
          <p:cNvSpPr>
            <a:spLocks noGrp="1"/>
          </p:cNvSpPr>
          <p:nvPr>
            <p:ph type="body" sz="quarter" idx="11" hasCustomPrompt="1"/>
          </p:nvPr>
        </p:nvSpPr>
        <p:spPr>
          <a:xfrm>
            <a:off x="6098146" y="579549"/>
            <a:ext cx="5718225" cy="5899039"/>
          </a:xfrm>
        </p:spPr>
        <p:txBody>
          <a:bodyPr/>
          <a:lstStyle>
            <a:lvl1pPr marL="0" indent="0">
              <a:buFont typeface="Arial" panose="020B0604020202020204" pitchFamily="34" charset="0"/>
              <a:buNone/>
              <a:defRPr sz="20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2000"/>
            </a:lvl2pPr>
            <a:lvl3pPr marL="180000" indent="-180000">
              <a:buFont typeface="Arial" panose="020B0604020202020204" pitchFamily="34" charset="0"/>
              <a:buChar char="•"/>
              <a:defRPr sz="20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a:p>
            <a:pPr lvl="1"/>
            <a:r>
              <a:rPr lang="en-US" dirty="0"/>
              <a:t>Second level</a:t>
            </a:r>
          </a:p>
          <a:p>
            <a:pPr lvl="2"/>
            <a:r>
              <a:rPr lang="en-GB" dirty="0"/>
              <a:t>Third level</a:t>
            </a:r>
          </a:p>
          <a:p>
            <a:pPr lvl="2"/>
            <a:r>
              <a:rPr lang="en-GB" dirty="0"/>
              <a:t>Fourth level</a:t>
            </a:r>
          </a:p>
          <a:p>
            <a:pPr lvl="2"/>
            <a:r>
              <a:rPr lang="en-GB" dirty="0"/>
              <a:t>Fifth level</a:t>
            </a:r>
          </a:p>
        </p:txBody>
      </p:sp>
    </p:spTree>
    <p:extLst>
      <p:ext uri="{BB962C8B-B14F-4D97-AF65-F5344CB8AC3E}">
        <p14:creationId xmlns:p14="http://schemas.microsoft.com/office/powerpoint/2010/main" val="156838377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Arrow Left 01">
    <p:spTree>
      <p:nvGrpSpPr>
        <p:cNvPr id="1" name=""/>
        <p:cNvGrpSpPr/>
        <p:nvPr/>
      </p:nvGrpSpPr>
      <p:grpSpPr>
        <a:xfrm>
          <a:off x="0" y="0"/>
          <a:ext cx="0" cy="0"/>
          <a:chOff x="0" y="0"/>
          <a:chExt cx="0" cy="0"/>
        </a:xfrm>
      </p:grpSpPr>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Freeform 9">
            <a:extLst>
              <a:ext uri="{FF2B5EF4-FFF2-40B4-BE49-F238E27FC236}">
                <a16:creationId xmlns:a16="http://schemas.microsoft.com/office/drawing/2014/main" id="{E3AD9FC4-14AA-FE45-A908-CEA608187AD1}"/>
              </a:ext>
            </a:extLst>
          </p:cNvPr>
          <p:cNvSpPr/>
          <p:nvPr userDrawn="1"/>
        </p:nvSpPr>
        <p:spPr>
          <a:xfrm>
            <a:off x="760702" y="4249625"/>
            <a:ext cx="4001620" cy="1963059"/>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tx2"/>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004050"/>
              </a:solidFill>
              <a:effectLst/>
              <a:uLnTx/>
              <a:uFillTx/>
              <a:latin typeface="Montserrat"/>
              <a:ea typeface="+mn-ea"/>
              <a:cs typeface="+mn-cs"/>
            </a:endParaRPr>
          </a:p>
        </p:txBody>
      </p:sp>
      <p:sp>
        <p:nvSpPr>
          <p:cNvPr id="7" name="Slide Number Placeholder 5">
            <a:extLst>
              <a:ext uri="{FF2B5EF4-FFF2-40B4-BE49-F238E27FC236}">
                <a16:creationId xmlns:a16="http://schemas.microsoft.com/office/drawing/2014/main" id="{6162C174-BF5A-4194-BC6C-B1D4B56734FC}"/>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1" name="Text Placeholder 6">
            <a:extLst>
              <a:ext uri="{FF2B5EF4-FFF2-40B4-BE49-F238E27FC236}">
                <a16:creationId xmlns:a16="http://schemas.microsoft.com/office/drawing/2014/main" id="{70AB5B51-72D8-4473-94F4-AF1E267C458B}"/>
              </a:ext>
            </a:extLst>
          </p:cNvPr>
          <p:cNvSpPr>
            <a:spLocks noGrp="1"/>
          </p:cNvSpPr>
          <p:nvPr>
            <p:ph type="body" sz="quarter" idx="11"/>
          </p:nvPr>
        </p:nvSpPr>
        <p:spPr>
          <a:xfrm>
            <a:off x="5473700" y="1261533"/>
            <a:ext cx="6342671" cy="5217055"/>
          </a:xfrm>
        </p:spPr>
        <p:txBody>
          <a:bodyPr/>
          <a:lstStyle>
            <a:lvl1pPr marL="0" indent="0">
              <a:buNone/>
              <a:defRPr b="0"/>
            </a:lvl1pPr>
          </a:lstStyle>
          <a:p>
            <a:endParaRPr lang="en-GB" dirty="0"/>
          </a:p>
        </p:txBody>
      </p:sp>
    </p:spTree>
    <p:extLst>
      <p:ext uri="{BB962C8B-B14F-4D97-AF65-F5344CB8AC3E}">
        <p14:creationId xmlns:p14="http://schemas.microsoft.com/office/powerpoint/2010/main" val="2183710745"/>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Arrow Left 02">
    <p:spTree>
      <p:nvGrpSpPr>
        <p:cNvPr id="1" name=""/>
        <p:cNvGrpSpPr/>
        <p:nvPr/>
      </p:nvGrpSpPr>
      <p:grpSpPr>
        <a:xfrm>
          <a:off x="0" y="0"/>
          <a:ext cx="0" cy="0"/>
          <a:chOff x="0" y="0"/>
          <a:chExt cx="0" cy="0"/>
        </a:xfrm>
      </p:grpSpPr>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Freeform 9">
            <a:extLst>
              <a:ext uri="{FF2B5EF4-FFF2-40B4-BE49-F238E27FC236}">
                <a16:creationId xmlns:a16="http://schemas.microsoft.com/office/drawing/2014/main" id="{B8FDF2C7-07B4-C044-8A2A-5A95A38A7A75}"/>
              </a:ext>
            </a:extLst>
          </p:cNvPr>
          <p:cNvSpPr/>
          <p:nvPr userDrawn="1"/>
        </p:nvSpPr>
        <p:spPr>
          <a:xfrm>
            <a:off x="532679" y="4968240"/>
            <a:ext cx="5726719" cy="2131078"/>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tx2"/>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004050"/>
              </a:solidFill>
              <a:effectLst/>
              <a:uLnTx/>
              <a:uFillTx/>
              <a:latin typeface="Montserrat"/>
              <a:ea typeface="+mn-ea"/>
              <a:cs typeface="+mn-cs"/>
            </a:endParaRPr>
          </a:p>
        </p:txBody>
      </p:sp>
      <p:sp>
        <p:nvSpPr>
          <p:cNvPr id="11" name="Rectangle 10">
            <a:extLst>
              <a:ext uri="{FF2B5EF4-FFF2-40B4-BE49-F238E27FC236}">
                <a16:creationId xmlns:a16="http://schemas.microsoft.com/office/drawing/2014/main" id="{A877B1AE-DDD5-344B-B1BD-90E64517C1BF}"/>
              </a:ext>
            </a:extLst>
          </p:cNvPr>
          <p:cNvSpPr/>
          <p:nvPr userDrawn="1"/>
        </p:nvSpPr>
        <p:spPr>
          <a:xfrm>
            <a:off x="0" y="5878576"/>
            <a:ext cx="738525" cy="33092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Montserrat"/>
              <a:ea typeface="+mn-ea"/>
              <a:cs typeface="+mn-cs"/>
            </a:endParaRPr>
          </a:p>
        </p:txBody>
      </p:sp>
      <p:sp>
        <p:nvSpPr>
          <p:cNvPr id="7" name="Slide Number Placeholder 5">
            <a:extLst>
              <a:ext uri="{FF2B5EF4-FFF2-40B4-BE49-F238E27FC236}">
                <a16:creationId xmlns:a16="http://schemas.microsoft.com/office/drawing/2014/main" id="{B3A2A039-D599-4D76-8124-504B5075C53F}"/>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Text Placeholder 6">
            <a:extLst>
              <a:ext uri="{FF2B5EF4-FFF2-40B4-BE49-F238E27FC236}">
                <a16:creationId xmlns:a16="http://schemas.microsoft.com/office/drawing/2014/main" id="{BB3A548B-2F5E-4EDE-B435-EFC29196AFD2}"/>
              </a:ext>
            </a:extLst>
          </p:cNvPr>
          <p:cNvSpPr>
            <a:spLocks noGrp="1"/>
          </p:cNvSpPr>
          <p:nvPr>
            <p:ph type="body" sz="quarter" idx="11"/>
          </p:nvPr>
        </p:nvSpPr>
        <p:spPr>
          <a:xfrm>
            <a:off x="5473700" y="1261533"/>
            <a:ext cx="6342671" cy="5217055"/>
          </a:xfrm>
        </p:spPr>
        <p:txBody>
          <a:bodyPr/>
          <a:lstStyle>
            <a:lvl1pPr marL="0" indent="0">
              <a:buNone/>
              <a:defRPr b="0"/>
            </a:lvl1pPr>
          </a:lstStyle>
          <a:p>
            <a:endParaRPr lang="en-GB" dirty="0"/>
          </a:p>
        </p:txBody>
      </p:sp>
    </p:spTree>
    <p:extLst>
      <p:ext uri="{BB962C8B-B14F-4D97-AF65-F5344CB8AC3E}">
        <p14:creationId xmlns:p14="http://schemas.microsoft.com/office/powerpoint/2010/main" val="251759981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Arrow Left 03">
    <p:spTree>
      <p:nvGrpSpPr>
        <p:cNvPr id="1" name=""/>
        <p:cNvGrpSpPr/>
        <p:nvPr/>
      </p:nvGrpSpPr>
      <p:grpSpPr>
        <a:xfrm>
          <a:off x="0" y="0"/>
          <a:ext cx="0" cy="0"/>
          <a:chOff x="0" y="0"/>
          <a:chExt cx="0" cy="0"/>
        </a:xfrm>
      </p:grpSpPr>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1" name="Freeform 10">
            <a:extLst>
              <a:ext uri="{FF2B5EF4-FFF2-40B4-BE49-F238E27FC236}">
                <a16:creationId xmlns:a16="http://schemas.microsoft.com/office/drawing/2014/main" id="{F7F1DFDE-2237-1A41-BE09-8566981A4A31}"/>
              </a:ext>
            </a:extLst>
          </p:cNvPr>
          <p:cNvSpPr/>
          <p:nvPr userDrawn="1"/>
        </p:nvSpPr>
        <p:spPr>
          <a:xfrm>
            <a:off x="1236864" y="4142571"/>
            <a:ext cx="3512936" cy="3996435"/>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tx2"/>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sp>
        <p:nvSpPr>
          <p:cNvPr id="7" name="Slide Number Placeholder 5">
            <a:extLst>
              <a:ext uri="{FF2B5EF4-FFF2-40B4-BE49-F238E27FC236}">
                <a16:creationId xmlns:a16="http://schemas.microsoft.com/office/drawing/2014/main" id="{EE319D53-01A0-4E2F-9BD9-B40072889295}"/>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Text Placeholder 6">
            <a:extLst>
              <a:ext uri="{FF2B5EF4-FFF2-40B4-BE49-F238E27FC236}">
                <a16:creationId xmlns:a16="http://schemas.microsoft.com/office/drawing/2014/main" id="{9C0A6909-69F0-4B1F-BE18-928EC76D3979}"/>
              </a:ext>
            </a:extLst>
          </p:cNvPr>
          <p:cNvSpPr>
            <a:spLocks noGrp="1"/>
          </p:cNvSpPr>
          <p:nvPr>
            <p:ph type="body" sz="quarter" idx="11"/>
          </p:nvPr>
        </p:nvSpPr>
        <p:spPr>
          <a:xfrm>
            <a:off x="5473700" y="1261533"/>
            <a:ext cx="6342671" cy="5217055"/>
          </a:xfrm>
        </p:spPr>
        <p:txBody>
          <a:bodyPr/>
          <a:lstStyle>
            <a:lvl1pPr marL="0" indent="0">
              <a:buNone/>
              <a:defRPr b="0"/>
            </a:lvl1pPr>
          </a:lstStyle>
          <a:p>
            <a:endParaRPr lang="en-GB" dirty="0"/>
          </a:p>
        </p:txBody>
      </p:sp>
    </p:spTree>
    <p:extLst>
      <p:ext uri="{BB962C8B-B14F-4D97-AF65-F5344CB8AC3E}">
        <p14:creationId xmlns:p14="http://schemas.microsoft.com/office/powerpoint/2010/main" val="3744168484"/>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Arrow Left 04">
    <p:spTree>
      <p:nvGrpSpPr>
        <p:cNvPr id="1" name=""/>
        <p:cNvGrpSpPr/>
        <p:nvPr/>
      </p:nvGrpSpPr>
      <p:grpSpPr>
        <a:xfrm>
          <a:off x="0" y="0"/>
          <a:ext cx="0" cy="0"/>
          <a:chOff x="0" y="0"/>
          <a:chExt cx="0" cy="0"/>
        </a:xfrm>
      </p:grpSpPr>
      <p:pic>
        <p:nvPicPr>
          <p:cNvPr id="10" name="Graphic 31">
            <a:extLst>
              <a:ext uri="{FF2B5EF4-FFF2-40B4-BE49-F238E27FC236}">
                <a16:creationId xmlns:a16="http://schemas.microsoft.com/office/drawing/2014/main" id="{CCC3FDA3-772C-6242-A8B9-D7125563CE8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Text Placeholder 2">
            <a:extLst>
              <a:ext uri="{FF2B5EF4-FFF2-40B4-BE49-F238E27FC236}">
                <a16:creationId xmlns:a16="http://schemas.microsoft.com/office/drawing/2014/main" id="{43AE319F-CE2E-AE43-9BFF-5538F7EE6AF1}"/>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5" name="Freeform 14">
            <a:extLst>
              <a:ext uri="{FF2B5EF4-FFF2-40B4-BE49-F238E27FC236}">
                <a16:creationId xmlns:a16="http://schemas.microsoft.com/office/drawing/2014/main" id="{C80F07E2-51B4-654E-A1CA-3B756AF75623}"/>
              </a:ext>
            </a:extLst>
          </p:cNvPr>
          <p:cNvSpPr/>
          <p:nvPr userDrawn="1"/>
        </p:nvSpPr>
        <p:spPr>
          <a:xfrm>
            <a:off x="843210" y="4431729"/>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rgbClr val="0BEEB7"/>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004050"/>
              </a:solidFill>
              <a:effectLst/>
              <a:uLnTx/>
              <a:uFillTx/>
              <a:latin typeface="Montserrat"/>
              <a:ea typeface="+mn-ea"/>
              <a:cs typeface="+mn-cs"/>
            </a:endParaRPr>
          </a:p>
        </p:txBody>
      </p:sp>
      <p:sp>
        <p:nvSpPr>
          <p:cNvPr id="6" name="Slide Number Placeholder 5">
            <a:extLst>
              <a:ext uri="{FF2B5EF4-FFF2-40B4-BE49-F238E27FC236}">
                <a16:creationId xmlns:a16="http://schemas.microsoft.com/office/drawing/2014/main" id="{B3622C14-6CAE-4F48-B751-E9E621B2C95A}"/>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7" name="Text Placeholder 6">
            <a:extLst>
              <a:ext uri="{FF2B5EF4-FFF2-40B4-BE49-F238E27FC236}">
                <a16:creationId xmlns:a16="http://schemas.microsoft.com/office/drawing/2014/main" id="{2A62CD8E-3A81-48BD-84FE-755B7D078895}"/>
              </a:ext>
            </a:extLst>
          </p:cNvPr>
          <p:cNvSpPr>
            <a:spLocks noGrp="1"/>
          </p:cNvSpPr>
          <p:nvPr>
            <p:ph type="body" sz="quarter" idx="11"/>
          </p:nvPr>
        </p:nvSpPr>
        <p:spPr>
          <a:xfrm>
            <a:off x="5473700" y="1261533"/>
            <a:ext cx="6342671" cy="5217055"/>
          </a:xfrm>
        </p:spPr>
        <p:txBody>
          <a:bodyPr/>
          <a:lstStyle>
            <a:lvl1pPr marL="0" indent="0">
              <a:buNone/>
              <a:defRPr b="0"/>
            </a:lvl1pPr>
          </a:lstStyle>
          <a:p>
            <a:endParaRPr lang="en-GB" dirty="0"/>
          </a:p>
        </p:txBody>
      </p:sp>
    </p:spTree>
    <p:extLst>
      <p:ext uri="{BB962C8B-B14F-4D97-AF65-F5344CB8AC3E}">
        <p14:creationId xmlns:p14="http://schemas.microsoft.com/office/powerpoint/2010/main" val="4144956900"/>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Arrow Left_05">
    <p:spTree>
      <p:nvGrpSpPr>
        <p:cNvPr id="1" name=""/>
        <p:cNvGrpSpPr/>
        <p:nvPr/>
      </p:nvGrpSpPr>
      <p:grpSpPr>
        <a:xfrm>
          <a:off x="0" y="0"/>
          <a:ext cx="0" cy="0"/>
          <a:chOff x="0" y="0"/>
          <a:chExt cx="0" cy="0"/>
        </a:xfrm>
      </p:grpSpPr>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2" name="Freeform 11">
            <a:extLst>
              <a:ext uri="{FF2B5EF4-FFF2-40B4-BE49-F238E27FC236}">
                <a16:creationId xmlns:a16="http://schemas.microsoft.com/office/drawing/2014/main" id="{5AFE35B4-921A-C145-8647-3DC89DF1E25E}"/>
              </a:ext>
            </a:extLst>
          </p:cNvPr>
          <p:cNvSpPr/>
          <p:nvPr userDrawn="1"/>
        </p:nvSpPr>
        <p:spPr>
          <a:xfrm>
            <a:off x="532679" y="4141127"/>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rgbClr val="09EDB8"/>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004050"/>
              </a:solidFill>
              <a:effectLst/>
              <a:uLnTx/>
              <a:uFillTx/>
              <a:latin typeface="Montserrat"/>
              <a:ea typeface="+mn-ea"/>
              <a:cs typeface="+mn-cs"/>
            </a:endParaRPr>
          </a:p>
        </p:txBody>
      </p:sp>
      <p:sp>
        <p:nvSpPr>
          <p:cNvPr id="7" name="Slide Number Placeholder 5">
            <a:extLst>
              <a:ext uri="{FF2B5EF4-FFF2-40B4-BE49-F238E27FC236}">
                <a16:creationId xmlns:a16="http://schemas.microsoft.com/office/drawing/2014/main" id="{9B411762-86B8-4A94-AA95-CCF2281698AB}"/>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Text Placeholder 6">
            <a:extLst>
              <a:ext uri="{FF2B5EF4-FFF2-40B4-BE49-F238E27FC236}">
                <a16:creationId xmlns:a16="http://schemas.microsoft.com/office/drawing/2014/main" id="{9987461D-5441-4AD2-8665-A7A3D3A4D9CB}"/>
              </a:ext>
            </a:extLst>
          </p:cNvPr>
          <p:cNvSpPr>
            <a:spLocks noGrp="1"/>
          </p:cNvSpPr>
          <p:nvPr>
            <p:ph type="body" sz="quarter" idx="11"/>
          </p:nvPr>
        </p:nvSpPr>
        <p:spPr>
          <a:xfrm>
            <a:off x="5473700" y="1261533"/>
            <a:ext cx="6342671" cy="5217055"/>
          </a:xfrm>
        </p:spPr>
        <p:txBody>
          <a:bodyPr/>
          <a:lstStyle>
            <a:lvl1pPr marL="0" indent="0">
              <a:buNone/>
              <a:defRPr b="0"/>
            </a:lvl1pPr>
          </a:lstStyle>
          <a:p>
            <a:endParaRPr lang="en-GB" dirty="0"/>
          </a:p>
        </p:txBody>
      </p:sp>
    </p:spTree>
    <p:extLst>
      <p:ext uri="{BB962C8B-B14F-4D97-AF65-F5344CB8AC3E}">
        <p14:creationId xmlns:p14="http://schemas.microsoft.com/office/powerpoint/2010/main" val="341365402"/>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Arrow Left 06">
    <p:spTree>
      <p:nvGrpSpPr>
        <p:cNvPr id="1" name=""/>
        <p:cNvGrpSpPr/>
        <p:nvPr/>
      </p:nvGrpSpPr>
      <p:grpSpPr>
        <a:xfrm>
          <a:off x="0" y="0"/>
          <a:ext cx="0" cy="0"/>
          <a:chOff x="0" y="0"/>
          <a:chExt cx="0" cy="0"/>
        </a:xfrm>
      </p:grpSpPr>
      <p:grpSp>
        <p:nvGrpSpPr>
          <p:cNvPr id="19" name="Group 18"/>
          <p:cNvGrpSpPr/>
          <p:nvPr userDrawn="1"/>
        </p:nvGrpSpPr>
        <p:grpSpPr>
          <a:xfrm>
            <a:off x="-754639" y="4113557"/>
            <a:ext cx="5797612" cy="2365031"/>
            <a:chOff x="-2229" y="2361812"/>
            <a:chExt cx="11067619" cy="4514835"/>
          </a:xfrm>
          <a:solidFill>
            <a:schemeClr val="accent2"/>
          </a:solidFill>
        </p:grpSpPr>
        <p:sp>
          <p:nvSpPr>
            <p:cNvPr id="20" name="Freeform 19">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sp>
          <p:nvSpPr>
            <p:cNvPr id="21" name="Freeform 20">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sp>
          <p:nvSpPr>
            <p:cNvPr id="22" name="Freeform 21">
              <a:extLst>
                <a:ext uri="{FF2B5EF4-FFF2-40B4-BE49-F238E27FC236}">
                  <a16:creationId xmlns:a16="http://schemas.microsoft.com/office/drawing/2014/main" id="{2F450B4C-241D-A544-BBEF-175E01D6A139}"/>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grpSp>
      <p:pic>
        <p:nvPicPr>
          <p:cNvPr id="10" name="Graphic 31">
            <a:extLst>
              <a:ext uri="{FF2B5EF4-FFF2-40B4-BE49-F238E27FC236}">
                <a16:creationId xmlns:a16="http://schemas.microsoft.com/office/drawing/2014/main" id="{CCC3FDA3-772C-6242-A8B9-D7125563CE8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Text Placeholder 2">
            <a:extLst>
              <a:ext uri="{FF2B5EF4-FFF2-40B4-BE49-F238E27FC236}">
                <a16:creationId xmlns:a16="http://schemas.microsoft.com/office/drawing/2014/main" id="{43AE319F-CE2E-AE43-9BFF-5538F7EE6AF1}"/>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1" name="Slide Number Placeholder 5">
            <a:extLst>
              <a:ext uri="{FF2B5EF4-FFF2-40B4-BE49-F238E27FC236}">
                <a16:creationId xmlns:a16="http://schemas.microsoft.com/office/drawing/2014/main" id="{87D866A2-1500-436A-A186-3C20EE4D5C3F}"/>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Text Placeholder 6">
            <a:extLst>
              <a:ext uri="{FF2B5EF4-FFF2-40B4-BE49-F238E27FC236}">
                <a16:creationId xmlns:a16="http://schemas.microsoft.com/office/drawing/2014/main" id="{E2A433F1-ACA3-4D3D-8AFF-6E3BE26B065E}"/>
              </a:ext>
            </a:extLst>
          </p:cNvPr>
          <p:cNvSpPr>
            <a:spLocks noGrp="1"/>
          </p:cNvSpPr>
          <p:nvPr>
            <p:ph type="body" sz="quarter" idx="11"/>
          </p:nvPr>
        </p:nvSpPr>
        <p:spPr>
          <a:xfrm>
            <a:off x="5473700" y="1261533"/>
            <a:ext cx="6342671" cy="5217055"/>
          </a:xfrm>
        </p:spPr>
        <p:txBody>
          <a:bodyPr/>
          <a:lstStyle>
            <a:lvl1pPr marL="0" indent="0">
              <a:buNone/>
              <a:defRPr b="0"/>
            </a:lvl1pPr>
          </a:lstStyle>
          <a:p>
            <a:endParaRPr lang="en-GB" dirty="0"/>
          </a:p>
        </p:txBody>
      </p:sp>
    </p:spTree>
    <p:extLst>
      <p:ext uri="{BB962C8B-B14F-4D97-AF65-F5344CB8AC3E}">
        <p14:creationId xmlns:p14="http://schemas.microsoft.com/office/powerpoint/2010/main" val="1434994611"/>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Arrow Left_07">
    <p:spTree>
      <p:nvGrpSpPr>
        <p:cNvPr id="1" name=""/>
        <p:cNvGrpSpPr/>
        <p:nvPr/>
      </p:nvGrpSpPr>
      <p:grpSpPr>
        <a:xfrm>
          <a:off x="0" y="0"/>
          <a:ext cx="0" cy="0"/>
          <a:chOff x="0" y="0"/>
          <a:chExt cx="0" cy="0"/>
        </a:xfrm>
      </p:grpSpPr>
      <p:sp>
        <p:nvSpPr>
          <p:cNvPr id="13" name="Freeform 12">
            <a:extLst>
              <a:ext uri="{FF2B5EF4-FFF2-40B4-BE49-F238E27FC236}">
                <a16:creationId xmlns:a16="http://schemas.microsoft.com/office/drawing/2014/main" id="{BA8E277A-0AB8-D043-A382-89558AF5F60C}"/>
              </a:ext>
            </a:extLst>
          </p:cNvPr>
          <p:cNvSpPr/>
          <p:nvPr userDrawn="1"/>
        </p:nvSpPr>
        <p:spPr>
          <a:xfrm>
            <a:off x="-533400" y="4101323"/>
            <a:ext cx="5300406" cy="2250265"/>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tx2"/>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7" name="Slide Number Placeholder 5">
            <a:extLst>
              <a:ext uri="{FF2B5EF4-FFF2-40B4-BE49-F238E27FC236}">
                <a16:creationId xmlns:a16="http://schemas.microsoft.com/office/drawing/2014/main" id="{DEAE9C79-14B5-44C7-8FA5-E4D6103A0E3C}"/>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Text Placeholder 6">
            <a:extLst>
              <a:ext uri="{FF2B5EF4-FFF2-40B4-BE49-F238E27FC236}">
                <a16:creationId xmlns:a16="http://schemas.microsoft.com/office/drawing/2014/main" id="{C2C66C0C-8E65-4B91-9008-87E53A07C0A9}"/>
              </a:ext>
            </a:extLst>
          </p:cNvPr>
          <p:cNvSpPr>
            <a:spLocks noGrp="1"/>
          </p:cNvSpPr>
          <p:nvPr>
            <p:ph type="body" sz="quarter" idx="11"/>
          </p:nvPr>
        </p:nvSpPr>
        <p:spPr>
          <a:xfrm>
            <a:off x="5473700" y="1261533"/>
            <a:ext cx="6342671" cy="5217055"/>
          </a:xfrm>
        </p:spPr>
        <p:txBody>
          <a:bodyPr/>
          <a:lstStyle>
            <a:lvl1pPr marL="0" indent="0">
              <a:buNone/>
              <a:defRPr b="0"/>
            </a:lvl1pPr>
          </a:lstStyle>
          <a:p>
            <a:endParaRPr lang="en-GB" dirty="0"/>
          </a:p>
        </p:txBody>
      </p:sp>
    </p:spTree>
    <p:extLst>
      <p:ext uri="{BB962C8B-B14F-4D97-AF65-F5344CB8AC3E}">
        <p14:creationId xmlns:p14="http://schemas.microsoft.com/office/powerpoint/2010/main" val="2967278041"/>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ext and Image (half screen) 01">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Montserrat"/>
              <a:ea typeface="+mn-ea"/>
              <a:cs typeface="+mn-cs"/>
            </a:endParaRPr>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6" name="Freeform 15">
            <a:extLst>
              <a:ext uri="{FF2B5EF4-FFF2-40B4-BE49-F238E27FC236}">
                <a16:creationId xmlns:a16="http://schemas.microsoft.com/office/drawing/2014/main" id="{C244723F-EF77-3046-B511-E60DA7907AC2}"/>
              </a:ext>
            </a:extLst>
          </p:cNvPr>
          <p:cNvSpPr/>
          <p:nvPr userDrawn="1"/>
        </p:nvSpPr>
        <p:spPr>
          <a:xfrm>
            <a:off x="2422102" y="4970822"/>
            <a:ext cx="3546719" cy="1739900"/>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tx2"/>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004050"/>
              </a:solidFill>
              <a:effectLst/>
              <a:uLnTx/>
              <a:uFillTx/>
              <a:latin typeface="Montserrat"/>
              <a:ea typeface="+mn-ea"/>
              <a:cs typeface="+mn-cs"/>
            </a:endParaRPr>
          </a:p>
        </p:txBody>
      </p:sp>
      <p:sp>
        <p:nvSpPr>
          <p:cNvPr id="9" name="Slide Number Placeholder 5">
            <a:extLst>
              <a:ext uri="{FF2B5EF4-FFF2-40B4-BE49-F238E27FC236}">
                <a16:creationId xmlns:a16="http://schemas.microsoft.com/office/drawing/2014/main" id="{04D412BD-43D3-4A43-9346-908171D3BC74}"/>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0" name="Text Placeholder 2">
            <a:extLst>
              <a:ext uri="{FF2B5EF4-FFF2-40B4-BE49-F238E27FC236}">
                <a16:creationId xmlns:a16="http://schemas.microsoft.com/office/drawing/2014/main" id="{3C23A046-21AC-4DAE-8154-4FE4D01B9A95}"/>
              </a:ext>
            </a:extLst>
          </p:cNvPr>
          <p:cNvSpPr>
            <a:spLocks noGrp="1"/>
          </p:cNvSpPr>
          <p:nvPr>
            <p:ph type="body" sz="quarter" idx="14"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3" name="Text Placeholder 7">
            <a:extLst>
              <a:ext uri="{FF2B5EF4-FFF2-40B4-BE49-F238E27FC236}">
                <a16:creationId xmlns:a16="http://schemas.microsoft.com/office/drawing/2014/main" id="{2F600B5F-7713-43B9-8473-50A216B6C640}"/>
              </a:ext>
            </a:extLst>
          </p:cNvPr>
          <p:cNvSpPr>
            <a:spLocks noGrp="1"/>
          </p:cNvSpPr>
          <p:nvPr>
            <p:ph type="body" sz="quarter" idx="11"/>
          </p:nvPr>
        </p:nvSpPr>
        <p:spPr>
          <a:xfrm>
            <a:off x="373063" y="1892636"/>
            <a:ext cx="6143484" cy="2742864"/>
          </a:xfrm>
        </p:spPr>
        <p:txBody>
          <a:bodyPr/>
          <a:lstStyle>
            <a:lvl1pPr marL="0" indent="0">
              <a:buNone/>
              <a:defRPr b="0"/>
            </a:lvl1pPr>
          </a:lstStyle>
          <a:p>
            <a:endParaRPr lang="en-GB" dirty="0"/>
          </a:p>
        </p:txBody>
      </p:sp>
    </p:spTree>
    <p:extLst>
      <p:ext uri="{BB962C8B-B14F-4D97-AF65-F5344CB8AC3E}">
        <p14:creationId xmlns:p14="http://schemas.microsoft.com/office/powerpoint/2010/main" val="416458959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ext and Image (half screen) 03">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Montserrat"/>
              <a:ea typeface="+mn-ea"/>
              <a:cs typeface="+mn-cs"/>
            </a:endParaRPr>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4" name="Freeform 13">
            <a:extLst>
              <a:ext uri="{FF2B5EF4-FFF2-40B4-BE49-F238E27FC236}">
                <a16:creationId xmlns:a16="http://schemas.microsoft.com/office/drawing/2014/main" id="{B3ABDBCC-56D7-7941-A0AC-0A070DEBA30C}"/>
              </a:ext>
            </a:extLst>
          </p:cNvPr>
          <p:cNvSpPr/>
          <p:nvPr userDrawn="1"/>
        </p:nvSpPr>
        <p:spPr>
          <a:xfrm>
            <a:off x="2980995" y="4828704"/>
            <a:ext cx="3115005" cy="3543735"/>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tx2"/>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sp>
        <p:nvSpPr>
          <p:cNvPr id="9" name="Slide Number Placeholder 5">
            <a:extLst>
              <a:ext uri="{FF2B5EF4-FFF2-40B4-BE49-F238E27FC236}">
                <a16:creationId xmlns:a16="http://schemas.microsoft.com/office/drawing/2014/main" id="{A302942E-CE85-4C6C-9028-B98821F8F2D9}"/>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0" name="Text Placeholder 2">
            <a:extLst>
              <a:ext uri="{FF2B5EF4-FFF2-40B4-BE49-F238E27FC236}">
                <a16:creationId xmlns:a16="http://schemas.microsoft.com/office/drawing/2014/main" id="{AFDE34FD-D516-4C25-82B2-09E27AA0E722}"/>
              </a:ext>
            </a:extLst>
          </p:cNvPr>
          <p:cNvSpPr>
            <a:spLocks noGrp="1"/>
          </p:cNvSpPr>
          <p:nvPr>
            <p:ph type="body" sz="quarter" idx="14"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3" name="Text Placeholder 7">
            <a:extLst>
              <a:ext uri="{FF2B5EF4-FFF2-40B4-BE49-F238E27FC236}">
                <a16:creationId xmlns:a16="http://schemas.microsoft.com/office/drawing/2014/main" id="{D5CAFD6D-3AC9-43A7-88AB-26FD7F8FC6C9}"/>
              </a:ext>
            </a:extLst>
          </p:cNvPr>
          <p:cNvSpPr>
            <a:spLocks noGrp="1"/>
          </p:cNvSpPr>
          <p:nvPr>
            <p:ph type="body" sz="quarter" idx="11"/>
          </p:nvPr>
        </p:nvSpPr>
        <p:spPr>
          <a:xfrm>
            <a:off x="373063" y="1892636"/>
            <a:ext cx="6143484" cy="2742864"/>
          </a:xfrm>
        </p:spPr>
        <p:txBody>
          <a:bodyPr/>
          <a:lstStyle>
            <a:lvl1pPr marL="0" indent="0">
              <a:buNone/>
              <a:defRPr b="0"/>
            </a:lvl1pPr>
          </a:lstStyle>
          <a:p>
            <a:endParaRPr lang="en-GB" dirty="0"/>
          </a:p>
        </p:txBody>
      </p:sp>
    </p:spTree>
    <p:extLst>
      <p:ext uri="{BB962C8B-B14F-4D97-AF65-F5344CB8AC3E}">
        <p14:creationId xmlns:p14="http://schemas.microsoft.com/office/powerpoint/2010/main" val="929793026"/>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ext and Image (half screen) 04">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3" name="Freeform 12">
            <a:extLst>
              <a:ext uri="{FF2B5EF4-FFF2-40B4-BE49-F238E27FC236}">
                <a16:creationId xmlns:a16="http://schemas.microsoft.com/office/drawing/2014/main" id="{7B0E7391-6002-FB45-BBA6-F3FB8D17702E}"/>
              </a:ext>
            </a:extLst>
          </p:cNvPr>
          <p:cNvSpPr/>
          <p:nvPr userDrawn="1"/>
        </p:nvSpPr>
        <p:spPr>
          <a:xfrm>
            <a:off x="2438400" y="4986716"/>
            <a:ext cx="3800356" cy="1588056"/>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chemeClr val="accent2"/>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sp>
        <p:nvSpPr>
          <p:cNvPr id="9" name="Slide Number Placeholder 5">
            <a:extLst>
              <a:ext uri="{FF2B5EF4-FFF2-40B4-BE49-F238E27FC236}">
                <a16:creationId xmlns:a16="http://schemas.microsoft.com/office/drawing/2014/main" id="{17EBA526-60BF-4958-81B9-EA46732F17C2}"/>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8" name="Text Placeholder 2">
            <a:extLst>
              <a:ext uri="{FF2B5EF4-FFF2-40B4-BE49-F238E27FC236}">
                <a16:creationId xmlns:a16="http://schemas.microsoft.com/office/drawing/2014/main" id="{771054D9-60B5-41F3-984B-AF6E5FE5F842}"/>
              </a:ext>
            </a:extLst>
          </p:cNvPr>
          <p:cNvSpPr>
            <a:spLocks noGrp="1"/>
          </p:cNvSpPr>
          <p:nvPr>
            <p:ph type="body" sz="quarter" idx="14"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0" name="Text Placeholder 7">
            <a:extLst>
              <a:ext uri="{FF2B5EF4-FFF2-40B4-BE49-F238E27FC236}">
                <a16:creationId xmlns:a16="http://schemas.microsoft.com/office/drawing/2014/main" id="{B3E84D21-72B4-491E-ACF0-23B74A3E3FE6}"/>
              </a:ext>
            </a:extLst>
          </p:cNvPr>
          <p:cNvSpPr>
            <a:spLocks noGrp="1"/>
          </p:cNvSpPr>
          <p:nvPr>
            <p:ph type="body" sz="quarter" idx="11"/>
          </p:nvPr>
        </p:nvSpPr>
        <p:spPr>
          <a:xfrm>
            <a:off x="373063" y="1892636"/>
            <a:ext cx="6143484" cy="2742864"/>
          </a:xfrm>
        </p:spPr>
        <p:txBody>
          <a:bodyPr/>
          <a:lstStyle>
            <a:lvl1pPr marL="0" indent="0">
              <a:buNone/>
              <a:defRPr b="0"/>
            </a:lvl1pPr>
          </a:lstStyle>
          <a:p>
            <a:endParaRPr lang="en-GB" dirty="0"/>
          </a:p>
        </p:txBody>
      </p:sp>
    </p:spTree>
    <p:extLst>
      <p:ext uri="{BB962C8B-B14F-4D97-AF65-F5344CB8AC3E}">
        <p14:creationId xmlns:p14="http://schemas.microsoft.com/office/powerpoint/2010/main" val="2331891746"/>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ext and Image (half screen) 05">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9" name="Freeform 8">
            <a:extLst>
              <a:ext uri="{FF2B5EF4-FFF2-40B4-BE49-F238E27FC236}">
                <a16:creationId xmlns:a16="http://schemas.microsoft.com/office/drawing/2014/main" id="{995C290C-8FFE-F94A-AD94-999FF732A5AE}"/>
              </a:ext>
            </a:extLst>
          </p:cNvPr>
          <p:cNvSpPr/>
          <p:nvPr userDrawn="1"/>
        </p:nvSpPr>
        <p:spPr>
          <a:xfrm>
            <a:off x="2260600" y="4883058"/>
            <a:ext cx="3978156" cy="1808614"/>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rgbClr val="09EDB8"/>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0000"/>
              </a:solidFill>
              <a:effectLst/>
              <a:uLnTx/>
              <a:uFillTx/>
              <a:latin typeface="Montserrat"/>
              <a:ea typeface="+mn-ea"/>
              <a:cs typeface="+mn-cs"/>
            </a:endParaRPr>
          </a:p>
        </p:txBody>
      </p:sp>
      <p:sp>
        <p:nvSpPr>
          <p:cNvPr id="10" name="Slide Number Placeholder 5">
            <a:extLst>
              <a:ext uri="{FF2B5EF4-FFF2-40B4-BE49-F238E27FC236}">
                <a16:creationId xmlns:a16="http://schemas.microsoft.com/office/drawing/2014/main" id="{79DCD36C-45A5-4076-B40F-7B2A5A6FCFD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8" name="Text Placeholder 2">
            <a:extLst>
              <a:ext uri="{FF2B5EF4-FFF2-40B4-BE49-F238E27FC236}">
                <a16:creationId xmlns:a16="http://schemas.microsoft.com/office/drawing/2014/main" id="{73CD4607-1DFA-4DA2-A302-14AA7E741AA9}"/>
              </a:ext>
            </a:extLst>
          </p:cNvPr>
          <p:cNvSpPr>
            <a:spLocks noGrp="1"/>
          </p:cNvSpPr>
          <p:nvPr>
            <p:ph type="body" sz="quarter" idx="14"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3" name="Text Placeholder 7">
            <a:extLst>
              <a:ext uri="{FF2B5EF4-FFF2-40B4-BE49-F238E27FC236}">
                <a16:creationId xmlns:a16="http://schemas.microsoft.com/office/drawing/2014/main" id="{69C9A809-5A3F-46CE-93A1-B61856B8EA0D}"/>
              </a:ext>
            </a:extLst>
          </p:cNvPr>
          <p:cNvSpPr>
            <a:spLocks noGrp="1"/>
          </p:cNvSpPr>
          <p:nvPr>
            <p:ph type="body" sz="quarter" idx="11"/>
          </p:nvPr>
        </p:nvSpPr>
        <p:spPr>
          <a:xfrm>
            <a:off x="373063" y="1892636"/>
            <a:ext cx="6143484" cy="2742864"/>
          </a:xfrm>
        </p:spPr>
        <p:txBody>
          <a:bodyPr/>
          <a:lstStyle>
            <a:lvl1pPr marL="0" indent="0">
              <a:buNone/>
              <a:defRPr b="0"/>
            </a:lvl1pPr>
          </a:lstStyle>
          <a:p>
            <a:endParaRPr lang="en-GB" dirty="0"/>
          </a:p>
        </p:txBody>
      </p:sp>
    </p:spTree>
    <p:extLst>
      <p:ext uri="{BB962C8B-B14F-4D97-AF65-F5344CB8AC3E}">
        <p14:creationId xmlns:p14="http://schemas.microsoft.com/office/powerpoint/2010/main" val="1820086410"/>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ext and Image (half screen) 06">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grpSp>
        <p:nvGrpSpPr>
          <p:cNvPr id="9" name="Group 8">
            <a:extLst>
              <a:ext uri="{FF2B5EF4-FFF2-40B4-BE49-F238E27FC236}">
                <a16:creationId xmlns:a16="http://schemas.microsoft.com/office/drawing/2014/main" id="{468EB35F-FFAA-8442-BF5E-3C5271F7E98F}"/>
              </a:ext>
            </a:extLst>
          </p:cNvPr>
          <p:cNvGrpSpPr/>
          <p:nvPr userDrawn="1"/>
        </p:nvGrpSpPr>
        <p:grpSpPr>
          <a:xfrm>
            <a:off x="809430" y="4944517"/>
            <a:ext cx="5224040" cy="2153538"/>
            <a:chOff x="-2229" y="2361812"/>
            <a:chExt cx="11067619" cy="4514835"/>
          </a:xfrm>
          <a:solidFill>
            <a:schemeClr val="accent2"/>
          </a:solidFill>
        </p:grpSpPr>
        <p:sp>
          <p:nvSpPr>
            <p:cNvPr id="10" name="Freeform 9">
              <a:extLst>
                <a:ext uri="{FF2B5EF4-FFF2-40B4-BE49-F238E27FC236}">
                  <a16:creationId xmlns:a16="http://schemas.microsoft.com/office/drawing/2014/main" id="{AB1585F1-E215-1548-8637-7E8C0385C15A}"/>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sp>
          <p:nvSpPr>
            <p:cNvPr id="13" name="Freeform 12">
              <a:extLst>
                <a:ext uri="{FF2B5EF4-FFF2-40B4-BE49-F238E27FC236}">
                  <a16:creationId xmlns:a16="http://schemas.microsoft.com/office/drawing/2014/main" id="{4F563A89-DCDC-4C47-92E0-B3686C8D66F2}"/>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sp>
          <p:nvSpPr>
            <p:cNvPr id="16" name="Freeform 15">
              <a:extLst>
                <a:ext uri="{FF2B5EF4-FFF2-40B4-BE49-F238E27FC236}">
                  <a16:creationId xmlns:a16="http://schemas.microsoft.com/office/drawing/2014/main" id="{DCBCC570-67B4-834A-BD7A-4A77AA290CC5}"/>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grpSp>
      <p:sp>
        <p:nvSpPr>
          <p:cNvPr id="2" name="Rectangle 1">
            <a:extLst>
              <a:ext uri="{FF2B5EF4-FFF2-40B4-BE49-F238E27FC236}">
                <a16:creationId xmlns:a16="http://schemas.microsoft.com/office/drawing/2014/main" id="{9EFA3298-7FC1-5548-9F81-64937AC42EC6}"/>
              </a:ext>
            </a:extLst>
          </p:cNvPr>
          <p:cNvSpPr/>
          <p:nvPr userDrawn="1"/>
        </p:nvSpPr>
        <p:spPr>
          <a:xfrm>
            <a:off x="0" y="5647991"/>
            <a:ext cx="973290" cy="20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Montserrat"/>
              <a:ea typeface="+mn-ea"/>
              <a:cs typeface="+mn-cs"/>
            </a:endParaRPr>
          </a:p>
        </p:txBody>
      </p:sp>
      <p:sp>
        <p:nvSpPr>
          <p:cNvPr id="17" name="Rectangle 16">
            <a:extLst>
              <a:ext uri="{FF2B5EF4-FFF2-40B4-BE49-F238E27FC236}">
                <a16:creationId xmlns:a16="http://schemas.microsoft.com/office/drawing/2014/main" id="{BEA52628-6F84-8C43-AB11-FEC583CBC488}"/>
              </a:ext>
            </a:extLst>
          </p:cNvPr>
          <p:cNvSpPr/>
          <p:nvPr userDrawn="1"/>
        </p:nvSpPr>
        <p:spPr>
          <a:xfrm>
            <a:off x="0" y="6186279"/>
            <a:ext cx="973290" cy="20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Montserrat"/>
              <a:ea typeface="+mn-ea"/>
              <a:cs typeface="+mn-cs"/>
            </a:endParaRPr>
          </a:p>
        </p:txBody>
      </p:sp>
      <p:sp>
        <p:nvSpPr>
          <p:cNvPr id="14" name="Slide Number Placeholder 5">
            <a:extLst>
              <a:ext uri="{FF2B5EF4-FFF2-40B4-BE49-F238E27FC236}">
                <a16:creationId xmlns:a16="http://schemas.microsoft.com/office/drawing/2014/main" id="{72464811-C3A4-4C43-85CA-DDE34ABA64FB}"/>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5" name="Text Placeholder 2">
            <a:extLst>
              <a:ext uri="{FF2B5EF4-FFF2-40B4-BE49-F238E27FC236}">
                <a16:creationId xmlns:a16="http://schemas.microsoft.com/office/drawing/2014/main" id="{D077554B-9AB3-4001-A116-3414FBC11D16}"/>
              </a:ext>
            </a:extLst>
          </p:cNvPr>
          <p:cNvSpPr>
            <a:spLocks noGrp="1"/>
          </p:cNvSpPr>
          <p:nvPr>
            <p:ph type="body" sz="quarter" idx="14"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8" name="Text Placeholder 7">
            <a:extLst>
              <a:ext uri="{FF2B5EF4-FFF2-40B4-BE49-F238E27FC236}">
                <a16:creationId xmlns:a16="http://schemas.microsoft.com/office/drawing/2014/main" id="{55FEE24A-E749-4DC2-B881-5A1436F05D5C}"/>
              </a:ext>
            </a:extLst>
          </p:cNvPr>
          <p:cNvSpPr>
            <a:spLocks noGrp="1"/>
          </p:cNvSpPr>
          <p:nvPr>
            <p:ph type="body" sz="quarter" idx="11"/>
          </p:nvPr>
        </p:nvSpPr>
        <p:spPr>
          <a:xfrm>
            <a:off x="373063" y="1892636"/>
            <a:ext cx="6143484" cy="2742864"/>
          </a:xfrm>
        </p:spPr>
        <p:txBody>
          <a:bodyPr/>
          <a:lstStyle>
            <a:lvl1pPr marL="0" indent="0">
              <a:buNone/>
              <a:defRPr b="0"/>
            </a:lvl1pPr>
          </a:lstStyle>
          <a:p>
            <a:endParaRPr lang="en-GB" dirty="0"/>
          </a:p>
        </p:txBody>
      </p:sp>
    </p:spTree>
    <p:extLst>
      <p:ext uri="{BB962C8B-B14F-4D97-AF65-F5344CB8AC3E}">
        <p14:creationId xmlns:p14="http://schemas.microsoft.com/office/powerpoint/2010/main" val="3701007957"/>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ext and Image (half screen) 07">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9" name="Freeform 8">
            <a:extLst>
              <a:ext uri="{FF2B5EF4-FFF2-40B4-BE49-F238E27FC236}">
                <a16:creationId xmlns:a16="http://schemas.microsoft.com/office/drawing/2014/main" id="{A47FC6CD-AA14-4D49-9723-6E8098A42BDE}"/>
              </a:ext>
            </a:extLst>
          </p:cNvPr>
          <p:cNvSpPr/>
          <p:nvPr userDrawn="1"/>
        </p:nvSpPr>
        <p:spPr>
          <a:xfrm>
            <a:off x="-2932" y="5113958"/>
            <a:ext cx="3594030" cy="1997697"/>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tx2"/>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sp>
        <p:nvSpPr>
          <p:cNvPr id="10" name="Rectangle 9">
            <a:extLst>
              <a:ext uri="{FF2B5EF4-FFF2-40B4-BE49-F238E27FC236}">
                <a16:creationId xmlns:a16="http://schemas.microsoft.com/office/drawing/2014/main" id="{B4A67683-0430-4240-B4B7-D18D14CA47BF}"/>
              </a:ext>
            </a:extLst>
          </p:cNvPr>
          <p:cNvSpPr/>
          <p:nvPr userDrawn="1"/>
        </p:nvSpPr>
        <p:spPr>
          <a:xfrm>
            <a:off x="-2933" y="5945277"/>
            <a:ext cx="1465659" cy="3384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Montserrat"/>
              <a:ea typeface="+mn-ea"/>
              <a:cs typeface="+mn-cs"/>
            </a:endParaRPr>
          </a:p>
        </p:txBody>
      </p:sp>
      <p:sp>
        <p:nvSpPr>
          <p:cNvPr id="13" name="Slide Number Placeholder 5">
            <a:extLst>
              <a:ext uri="{FF2B5EF4-FFF2-40B4-BE49-F238E27FC236}">
                <a16:creationId xmlns:a16="http://schemas.microsoft.com/office/drawing/2014/main" id="{FD99CE6E-A64E-4704-AF9F-FFB00E94D7AF}"/>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8" name="Text Placeholder 2">
            <a:extLst>
              <a:ext uri="{FF2B5EF4-FFF2-40B4-BE49-F238E27FC236}">
                <a16:creationId xmlns:a16="http://schemas.microsoft.com/office/drawing/2014/main" id="{8A589C6D-0204-47CC-87FF-FB0EB8021524}"/>
              </a:ext>
            </a:extLst>
          </p:cNvPr>
          <p:cNvSpPr>
            <a:spLocks noGrp="1"/>
          </p:cNvSpPr>
          <p:nvPr>
            <p:ph type="body" sz="quarter" idx="14"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4" name="Text Placeholder 7">
            <a:extLst>
              <a:ext uri="{FF2B5EF4-FFF2-40B4-BE49-F238E27FC236}">
                <a16:creationId xmlns:a16="http://schemas.microsoft.com/office/drawing/2014/main" id="{2EC17026-9507-409A-81BC-59EFD639EE11}"/>
              </a:ext>
            </a:extLst>
          </p:cNvPr>
          <p:cNvSpPr>
            <a:spLocks noGrp="1"/>
          </p:cNvSpPr>
          <p:nvPr>
            <p:ph type="body" sz="quarter" idx="11"/>
          </p:nvPr>
        </p:nvSpPr>
        <p:spPr>
          <a:xfrm>
            <a:off x="373063" y="1892636"/>
            <a:ext cx="6143484" cy="2742864"/>
          </a:xfrm>
        </p:spPr>
        <p:txBody>
          <a:bodyPr/>
          <a:lstStyle>
            <a:lvl1pPr marL="0" indent="0">
              <a:buNone/>
              <a:defRPr b="0"/>
            </a:lvl1pPr>
          </a:lstStyle>
          <a:p>
            <a:endParaRPr lang="en-GB" dirty="0"/>
          </a:p>
        </p:txBody>
      </p:sp>
    </p:spTree>
    <p:extLst>
      <p:ext uri="{BB962C8B-B14F-4D97-AF65-F5344CB8AC3E}">
        <p14:creationId xmlns:p14="http://schemas.microsoft.com/office/powerpoint/2010/main" val="2717359366"/>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2_Arrow Left 01">
    <p:spTree>
      <p:nvGrpSpPr>
        <p:cNvPr id="1" name=""/>
        <p:cNvGrpSpPr/>
        <p:nvPr/>
      </p:nvGrpSpPr>
      <p:grpSpPr>
        <a:xfrm>
          <a:off x="0" y="0"/>
          <a:ext cx="0" cy="0"/>
          <a:chOff x="0" y="0"/>
          <a:chExt cx="0" cy="0"/>
        </a:xfrm>
      </p:grpSpPr>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Freeform 9">
            <a:extLst>
              <a:ext uri="{FF2B5EF4-FFF2-40B4-BE49-F238E27FC236}">
                <a16:creationId xmlns:a16="http://schemas.microsoft.com/office/drawing/2014/main" id="{E3AD9FC4-14AA-FE45-A908-CEA608187AD1}"/>
              </a:ext>
            </a:extLst>
          </p:cNvPr>
          <p:cNvSpPr/>
          <p:nvPr userDrawn="1"/>
        </p:nvSpPr>
        <p:spPr>
          <a:xfrm>
            <a:off x="760702" y="4249625"/>
            <a:ext cx="4001620" cy="1963059"/>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accent5"/>
          </a:solidFill>
          <a:ln w="6350" cap="flat">
            <a:noFill/>
            <a:prstDash val="solid"/>
            <a:miter/>
          </a:ln>
        </p:spPr>
        <p:txBody>
          <a:bodyPr rtlCol="0" anchor="ctr"/>
          <a:lstStyle/>
          <a:p>
            <a:endParaRPr lang="en-GB" sz="1351"/>
          </a:p>
        </p:txBody>
      </p:sp>
      <p:sp>
        <p:nvSpPr>
          <p:cNvPr id="7" name="Slide Number Placeholder 5">
            <a:extLst>
              <a:ext uri="{FF2B5EF4-FFF2-40B4-BE49-F238E27FC236}">
                <a16:creationId xmlns:a16="http://schemas.microsoft.com/office/drawing/2014/main" id="{26E6605E-98CF-4395-9DE0-09CC469435CB}"/>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Text Placeholder 6">
            <a:extLst>
              <a:ext uri="{FF2B5EF4-FFF2-40B4-BE49-F238E27FC236}">
                <a16:creationId xmlns:a16="http://schemas.microsoft.com/office/drawing/2014/main" id="{533EE44F-4E4B-4653-9358-84B9BA39102E}"/>
              </a:ext>
            </a:extLst>
          </p:cNvPr>
          <p:cNvSpPr>
            <a:spLocks noGrp="1"/>
          </p:cNvSpPr>
          <p:nvPr>
            <p:ph type="body" sz="quarter" idx="11"/>
          </p:nvPr>
        </p:nvSpPr>
        <p:spPr>
          <a:xfrm>
            <a:off x="5473700" y="1261533"/>
            <a:ext cx="6342671" cy="5217055"/>
          </a:xfrm>
        </p:spPr>
        <p:txBody>
          <a:bodyPr/>
          <a:lstStyle>
            <a:lvl1pPr marL="0" indent="0">
              <a:buNone/>
              <a:defRPr b="0"/>
            </a:lvl1pPr>
          </a:lstStyle>
          <a:p>
            <a:endParaRPr lang="en-GB" dirty="0"/>
          </a:p>
        </p:txBody>
      </p:sp>
    </p:spTree>
    <p:extLst>
      <p:ext uri="{BB962C8B-B14F-4D97-AF65-F5344CB8AC3E}">
        <p14:creationId xmlns:p14="http://schemas.microsoft.com/office/powerpoint/2010/main" val="2262609230"/>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2_Arrow Left 02">
    <p:spTree>
      <p:nvGrpSpPr>
        <p:cNvPr id="1" name=""/>
        <p:cNvGrpSpPr/>
        <p:nvPr/>
      </p:nvGrpSpPr>
      <p:grpSpPr>
        <a:xfrm>
          <a:off x="0" y="0"/>
          <a:ext cx="0" cy="0"/>
          <a:chOff x="0" y="0"/>
          <a:chExt cx="0" cy="0"/>
        </a:xfrm>
      </p:grpSpPr>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Freeform 9">
            <a:extLst>
              <a:ext uri="{FF2B5EF4-FFF2-40B4-BE49-F238E27FC236}">
                <a16:creationId xmlns:a16="http://schemas.microsoft.com/office/drawing/2014/main" id="{B8FDF2C7-07B4-C044-8A2A-5A95A38A7A75}"/>
              </a:ext>
            </a:extLst>
          </p:cNvPr>
          <p:cNvSpPr/>
          <p:nvPr userDrawn="1"/>
        </p:nvSpPr>
        <p:spPr>
          <a:xfrm>
            <a:off x="532679" y="4057904"/>
            <a:ext cx="4344121" cy="2131078"/>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accent5"/>
          </a:solidFill>
          <a:ln w="6350" cap="flat">
            <a:noFill/>
            <a:prstDash val="solid"/>
            <a:miter/>
          </a:ln>
        </p:spPr>
        <p:txBody>
          <a:bodyPr rtlCol="0" anchor="ctr"/>
          <a:lstStyle/>
          <a:p>
            <a:endParaRPr lang="en-GB" sz="1351"/>
          </a:p>
        </p:txBody>
      </p:sp>
      <p:sp>
        <p:nvSpPr>
          <p:cNvPr id="11" name="Rectangle 10">
            <a:extLst>
              <a:ext uri="{FF2B5EF4-FFF2-40B4-BE49-F238E27FC236}">
                <a16:creationId xmlns:a16="http://schemas.microsoft.com/office/drawing/2014/main" id="{A877B1AE-DDD5-344B-B1BD-90E64517C1BF}"/>
              </a:ext>
            </a:extLst>
          </p:cNvPr>
          <p:cNvSpPr/>
          <p:nvPr userDrawn="1"/>
        </p:nvSpPr>
        <p:spPr>
          <a:xfrm>
            <a:off x="0" y="4968240"/>
            <a:ext cx="738525" cy="330925"/>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Slide Number Placeholder 5">
            <a:extLst>
              <a:ext uri="{FF2B5EF4-FFF2-40B4-BE49-F238E27FC236}">
                <a16:creationId xmlns:a16="http://schemas.microsoft.com/office/drawing/2014/main" id="{CB0CA267-7521-4244-9705-1A256E86313D}"/>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Text Placeholder 6">
            <a:extLst>
              <a:ext uri="{FF2B5EF4-FFF2-40B4-BE49-F238E27FC236}">
                <a16:creationId xmlns:a16="http://schemas.microsoft.com/office/drawing/2014/main" id="{FA6E7854-1462-4248-9497-C8C510D5E904}"/>
              </a:ext>
            </a:extLst>
          </p:cNvPr>
          <p:cNvSpPr>
            <a:spLocks noGrp="1"/>
          </p:cNvSpPr>
          <p:nvPr>
            <p:ph type="body" sz="quarter" idx="11"/>
          </p:nvPr>
        </p:nvSpPr>
        <p:spPr>
          <a:xfrm>
            <a:off x="5473700" y="1261533"/>
            <a:ext cx="6342671" cy="5217055"/>
          </a:xfrm>
        </p:spPr>
        <p:txBody>
          <a:bodyPr/>
          <a:lstStyle>
            <a:lvl1pPr marL="0" indent="0">
              <a:buNone/>
              <a:defRPr b="0"/>
            </a:lvl1pPr>
          </a:lstStyle>
          <a:p>
            <a:endParaRPr lang="en-GB" dirty="0"/>
          </a:p>
        </p:txBody>
      </p:sp>
    </p:spTree>
    <p:extLst>
      <p:ext uri="{BB962C8B-B14F-4D97-AF65-F5344CB8AC3E}">
        <p14:creationId xmlns:p14="http://schemas.microsoft.com/office/powerpoint/2010/main" val="4139993706"/>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2_Arrow Left 03">
    <p:spTree>
      <p:nvGrpSpPr>
        <p:cNvPr id="1" name=""/>
        <p:cNvGrpSpPr/>
        <p:nvPr/>
      </p:nvGrpSpPr>
      <p:grpSpPr>
        <a:xfrm>
          <a:off x="0" y="0"/>
          <a:ext cx="0" cy="0"/>
          <a:chOff x="0" y="0"/>
          <a:chExt cx="0" cy="0"/>
        </a:xfrm>
      </p:grpSpPr>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1" name="Freeform 10">
            <a:extLst>
              <a:ext uri="{FF2B5EF4-FFF2-40B4-BE49-F238E27FC236}">
                <a16:creationId xmlns:a16="http://schemas.microsoft.com/office/drawing/2014/main" id="{F7F1DFDE-2237-1A41-BE09-8566981A4A31}"/>
              </a:ext>
            </a:extLst>
          </p:cNvPr>
          <p:cNvSpPr/>
          <p:nvPr userDrawn="1"/>
        </p:nvSpPr>
        <p:spPr>
          <a:xfrm>
            <a:off x="1236864" y="4142571"/>
            <a:ext cx="3512936" cy="3996435"/>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accent5"/>
          </a:solidFill>
          <a:ln w="6350" cap="flat">
            <a:noFill/>
            <a:prstDash val="solid"/>
            <a:miter/>
          </a:ln>
        </p:spPr>
        <p:txBody>
          <a:bodyPr rtlCol="0" anchor="ctr"/>
          <a:lstStyle/>
          <a:p>
            <a:endParaRPr lang="en-GB"/>
          </a:p>
        </p:txBody>
      </p:sp>
      <p:sp>
        <p:nvSpPr>
          <p:cNvPr id="7" name="Slide Number Placeholder 5">
            <a:extLst>
              <a:ext uri="{FF2B5EF4-FFF2-40B4-BE49-F238E27FC236}">
                <a16:creationId xmlns:a16="http://schemas.microsoft.com/office/drawing/2014/main" id="{ED95F8AE-8762-4F39-B239-68E1547B1535}"/>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Text Placeholder 6">
            <a:extLst>
              <a:ext uri="{FF2B5EF4-FFF2-40B4-BE49-F238E27FC236}">
                <a16:creationId xmlns:a16="http://schemas.microsoft.com/office/drawing/2014/main" id="{3BA6F235-3973-48D8-B2CC-D1C3A5A7FF3B}"/>
              </a:ext>
            </a:extLst>
          </p:cNvPr>
          <p:cNvSpPr>
            <a:spLocks noGrp="1"/>
          </p:cNvSpPr>
          <p:nvPr>
            <p:ph type="body" sz="quarter" idx="11"/>
          </p:nvPr>
        </p:nvSpPr>
        <p:spPr>
          <a:xfrm>
            <a:off x="5473700" y="1261533"/>
            <a:ext cx="6342671" cy="5217055"/>
          </a:xfrm>
        </p:spPr>
        <p:txBody>
          <a:bodyPr/>
          <a:lstStyle>
            <a:lvl1pPr marL="0" indent="0">
              <a:buNone/>
              <a:defRPr b="0"/>
            </a:lvl1pPr>
          </a:lstStyle>
          <a:p>
            <a:endParaRPr lang="en-GB" dirty="0"/>
          </a:p>
        </p:txBody>
      </p:sp>
    </p:spTree>
    <p:extLst>
      <p:ext uri="{BB962C8B-B14F-4D97-AF65-F5344CB8AC3E}">
        <p14:creationId xmlns:p14="http://schemas.microsoft.com/office/powerpoint/2010/main" val="2628933460"/>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2_Text and Image (half screen) 04">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3" name="Freeform 12">
            <a:extLst>
              <a:ext uri="{FF2B5EF4-FFF2-40B4-BE49-F238E27FC236}">
                <a16:creationId xmlns:a16="http://schemas.microsoft.com/office/drawing/2014/main" id="{7B0E7391-6002-FB45-BBA6-F3FB8D17702E}"/>
              </a:ext>
            </a:extLst>
          </p:cNvPr>
          <p:cNvSpPr/>
          <p:nvPr userDrawn="1"/>
        </p:nvSpPr>
        <p:spPr>
          <a:xfrm>
            <a:off x="2438400" y="4986716"/>
            <a:ext cx="3800356" cy="1588056"/>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chemeClr val="accent5"/>
          </a:solidFill>
          <a:ln w="6350" cap="flat">
            <a:noFill/>
            <a:prstDash val="solid"/>
            <a:miter/>
          </a:ln>
        </p:spPr>
        <p:txBody>
          <a:bodyPr rtlCol="0" anchor="ctr"/>
          <a:lstStyle/>
          <a:p>
            <a:endParaRPr lang="en-GB"/>
          </a:p>
        </p:txBody>
      </p:sp>
      <p:sp>
        <p:nvSpPr>
          <p:cNvPr id="9" name="Slide Number Placeholder 5">
            <a:extLst>
              <a:ext uri="{FF2B5EF4-FFF2-40B4-BE49-F238E27FC236}">
                <a16:creationId xmlns:a16="http://schemas.microsoft.com/office/drawing/2014/main" id="{377089E4-D435-4929-8AC4-34D75682B0ED}"/>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8" name="Text Placeholder 2">
            <a:extLst>
              <a:ext uri="{FF2B5EF4-FFF2-40B4-BE49-F238E27FC236}">
                <a16:creationId xmlns:a16="http://schemas.microsoft.com/office/drawing/2014/main" id="{E6223DB9-3B28-4A1C-AF77-040989A89C20}"/>
              </a:ext>
            </a:extLst>
          </p:cNvPr>
          <p:cNvSpPr>
            <a:spLocks noGrp="1"/>
          </p:cNvSpPr>
          <p:nvPr>
            <p:ph type="body" sz="quarter" idx="14"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0" name="Text Placeholder 7">
            <a:extLst>
              <a:ext uri="{FF2B5EF4-FFF2-40B4-BE49-F238E27FC236}">
                <a16:creationId xmlns:a16="http://schemas.microsoft.com/office/drawing/2014/main" id="{C89BF57C-9A63-4BD2-BE5E-6C985D4ACD47}"/>
              </a:ext>
            </a:extLst>
          </p:cNvPr>
          <p:cNvSpPr>
            <a:spLocks noGrp="1"/>
          </p:cNvSpPr>
          <p:nvPr>
            <p:ph type="body" sz="quarter" idx="11"/>
          </p:nvPr>
        </p:nvSpPr>
        <p:spPr>
          <a:xfrm>
            <a:off x="373063" y="1892636"/>
            <a:ext cx="6143484" cy="2742864"/>
          </a:xfrm>
        </p:spPr>
        <p:txBody>
          <a:bodyPr/>
          <a:lstStyle>
            <a:lvl1pPr marL="0" indent="0">
              <a:buNone/>
              <a:defRPr b="0"/>
            </a:lvl1pPr>
          </a:lstStyle>
          <a:p>
            <a:endParaRPr lang="en-GB" dirty="0"/>
          </a:p>
        </p:txBody>
      </p:sp>
    </p:spTree>
    <p:extLst>
      <p:ext uri="{BB962C8B-B14F-4D97-AF65-F5344CB8AC3E}">
        <p14:creationId xmlns:p14="http://schemas.microsoft.com/office/powerpoint/2010/main" val="1527028063"/>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2_Text and Image (half screen) 05">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9" name="Freeform 8">
            <a:extLst>
              <a:ext uri="{FF2B5EF4-FFF2-40B4-BE49-F238E27FC236}">
                <a16:creationId xmlns:a16="http://schemas.microsoft.com/office/drawing/2014/main" id="{995C290C-8FFE-F94A-AD94-999FF732A5AE}"/>
              </a:ext>
            </a:extLst>
          </p:cNvPr>
          <p:cNvSpPr/>
          <p:nvPr userDrawn="1"/>
        </p:nvSpPr>
        <p:spPr>
          <a:xfrm>
            <a:off x="2260600" y="4883058"/>
            <a:ext cx="3978156" cy="1808614"/>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chemeClr val="accent5"/>
          </a:solidFill>
          <a:ln w="6350" cap="flat">
            <a:noFill/>
            <a:prstDash val="solid"/>
            <a:miter/>
          </a:ln>
        </p:spPr>
        <p:txBody>
          <a:bodyPr rtlCol="0" anchor="ctr"/>
          <a:lstStyle/>
          <a:p>
            <a:endParaRPr lang="en-GB">
              <a:solidFill>
                <a:srgbClr val="FF0000"/>
              </a:solidFill>
            </a:endParaRPr>
          </a:p>
        </p:txBody>
      </p:sp>
      <p:sp>
        <p:nvSpPr>
          <p:cNvPr id="10" name="Slide Number Placeholder 5">
            <a:extLst>
              <a:ext uri="{FF2B5EF4-FFF2-40B4-BE49-F238E27FC236}">
                <a16:creationId xmlns:a16="http://schemas.microsoft.com/office/drawing/2014/main" id="{F4B9FA5E-F6D9-41E1-AB1A-0DF3518A3214}"/>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8" name="Text Placeholder 2">
            <a:extLst>
              <a:ext uri="{FF2B5EF4-FFF2-40B4-BE49-F238E27FC236}">
                <a16:creationId xmlns:a16="http://schemas.microsoft.com/office/drawing/2014/main" id="{D5D3749E-0BC5-465D-A75B-AEC2DF19C166}"/>
              </a:ext>
            </a:extLst>
          </p:cNvPr>
          <p:cNvSpPr>
            <a:spLocks noGrp="1"/>
          </p:cNvSpPr>
          <p:nvPr>
            <p:ph type="body" sz="quarter" idx="14"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3" name="Text Placeholder 7">
            <a:extLst>
              <a:ext uri="{FF2B5EF4-FFF2-40B4-BE49-F238E27FC236}">
                <a16:creationId xmlns:a16="http://schemas.microsoft.com/office/drawing/2014/main" id="{9F7A3913-1B98-4C5D-8011-58DA120BBE67}"/>
              </a:ext>
            </a:extLst>
          </p:cNvPr>
          <p:cNvSpPr>
            <a:spLocks noGrp="1"/>
          </p:cNvSpPr>
          <p:nvPr>
            <p:ph type="body" sz="quarter" idx="11"/>
          </p:nvPr>
        </p:nvSpPr>
        <p:spPr>
          <a:xfrm>
            <a:off x="373063" y="1892636"/>
            <a:ext cx="6143484" cy="2742864"/>
          </a:xfrm>
        </p:spPr>
        <p:txBody>
          <a:bodyPr/>
          <a:lstStyle>
            <a:lvl1pPr marL="0" indent="0">
              <a:buNone/>
              <a:defRPr b="0"/>
            </a:lvl1pPr>
          </a:lstStyle>
          <a:p>
            <a:endParaRPr lang="en-GB" dirty="0"/>
          </a:p>
        </p:txBody>
      </p:sp>
    </p:spTree>
    <p:extLst>
      <p:ext uri="{BB962C8B-B14F-4D97-AF65-F5344CB8AC3E}">
        <p14:creationId xmlns:p14="http://schemas.microsoft.com/office/powerpoint/2010/main" val="2275953210"/>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2_Text and Image (half screen) 06">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grpSp>
        <p:nvGrpSpPr>
          <p:cNvPr id="9" name="Group 8">
            <a:extLst>
              <a:ext uri="{FF2B5EF4-FFF2-40B4-BE49-F238E27FC236}">
                <a16:creationId xmlns:a16="http://schemas.microsoft.com/office/drawing/2014/main" id="{468EB35F-FFAA-8442-BF5E-3C5271F7E98F}"/>
              </a:ext>
            </a:extLst>
          </p:cNvPr>
          <p:cNvGrpSpPr/>
          <p:nvPr userDrawn="1"/>
        </p:nvGrpSpPr>
        <p:grpSpPr>
          <a:xfrm>
            <a:off x="809430" y="4944517"/>
            <a:ext cx="5224040" cy="2153538"/>
            <a:chOff x="-2229" y="2361812"/>
            <a:chExt cx="11067619" cy="4514835"/>
          </a:xfrm>
          <a:solidFill>
            <a:schemeClr val="accent5"/>
          </a:solidFill>
        </p:grpSpPr>
        <p:sp>
          <p:nvSpPr>
            <p:cNvPr id="10" name="Freeform 9">
              <a:extLst>
                <a:ext uri="{FF2B5EF4-FFF2-40B4-BE49-F238E27FC236}">
                  <a16:creationId xmlns:a16="http://schemas.microsoft.com/office/drawing/2014/main" id="{AB1585F1-E215-1548-8637-7E8C0385C15A}"/>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4F563A89-DCDC-4C47-92E0-B3686C8D66F2}"/>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16" name="Freeform 15">
              <a:extLst>
                <a:ext uri="{FF2B5EF4-FFF2-40B4-BE49-F238E27FC236}">
                  <a16:creationId xmlns:a16="http://schemas.microsoft.com/office/drawing/2014/main" id="{DCBCC570-67B4-834A-BD7A-4A77AA290CC5}"/>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
        <p:nvSpPr>
          <p:cNvPr id="2" name="Rectangle 1">
            <a:extLst>
              <a:ext uri="{FF2B5EF4-FFF2-40B4-BE49-F238E27FC236}">
                <a16:creationId xmlns:a16="http://schemas.microsoft.com/office/drawing/2014/main" id="{9EFA3298-7FC1-5548-9F81-64937AC42EC6}"/>
              </a:ext>
            </a:extLst>
          </p:cNvPr>
          <p:cNvSpPr/>
          <p:nvPr userDrawn="1"/>
        </p:nvSpPr>
        <p:spPr>
          <a:xfrm>
            <a:off x="0" y="5647991"/>
            <a:ext cx="973290" cy="2088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Rectangle 16">
            <a:extLst>
              <a:ext uri="{FF2B5EF4-FFF2-40B4-BE49-F238E27FC236}">
                <a16:creationId xmlns:a16="http://schemas.microsoft.com/office/drawing/2014/main" id="{BEA52628-6F84-8C43-AB11-FEC583CBC488}"/>
              </a:ext>
            </a:extLst>
          </p:cNvPr>
          <p:cNvSpPr/>
          <p:nvPr userDrawn="1"/>
        </p:nvSpPr>
        <p:spPr>
          <a:xfrm>
            <a:off x="0" y="6186279"/>
            <a:ext cx="973290" cy="2088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Slide Number Placeholder 5">
            <a:extLst>
              <a:ext uri="{FF2B5EF4-FFF2-40B4-BE49-F238E27FC236}">
                <a16:creationId xmlns:a16="http://schemas.microsoft.com/office/drawing/2014/main" id="{C4304140-66DF-4600-A913-2FE16EE8D721}"/>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5" name="Text Placeholder 2">
            <a:extLst>
              <a:ext uri="{FF2B5EF4-FFF2-40B4-BE49-F238E27FC236}">
                <a16:creationId xmlns:a16="http://schemas.microsoft.com/office/drawing/2014/main" id="{94BDB016-508C-4776-BAF5-402A02267F01}"/>
              </a:ext>
            </a:extLst>
          </p:cNvPr>
          <p:cNvSpPr>
            <a:spLocks noGrp="1"/>
          </p:cNvSpPr>
          <p:nvPr>
            <p:ph type="body" sz="quarter" idx="14"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8" name="Text Placeholder 7">
            <a:extLst>
              <a:ext uri="{FF2B5EF4-FFF2-40B4-BE49-F238E27FC236}">
                <a16:creationId xmlns:a16="http://schemas.microsoft.com/office/drawing/2014/main" id="{B909995E-F976-4C7D-8CFA-5515B97460E3}"/>
              </a:ext>
            </a:extLst>
          </p:cNvPr>
          <p:cNvSpPr>
            <a:spLocks noGrp="1"/>
          </p:cNvSpPr>
          <p:nvPr>
            <p:ph type="body" sz="quarter" idx="11"/>
          </p:nvPr>
        </p:nvSpPr>
        <p:spPr>
          <a:xfrm>
            <a:off x="373063" y="1892636"/>
            <a:ext cx="6143484" cy="2742864"/>
          </a:xfrm>
        </p:spPr>
        <p:txBody>
          <a:bodyPr/>
          <a:lstStyle>
            <a:lvl1pPr marL="0" indent="0">
              <a:buNone/>
              <a:defRPr b="0"/>
            </a:lvl1pPr>
          </a:lstStyle>
          <a:p>
            <a:endParaRPr lang="en-GB" dirty="0"/>
          </a:p>
        </p:txBody>
      </p:sp>
    </p:spTree>
    <p:extLst>
      <p:ext uri="{BB962C8B-B14F-4D97-AF65-F5344CB8AC3E}">
        <p14:creationId xmlns:p14="http://schemas.microsoft.com/office/powerpoint/2010/main" val="3805713083"/>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2_Text and Image (half screen) 07">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9" name="Freeform 8">
            <a:extLst>
              <a:ext uri="{FF2B5EF4-FFF2-40B4-BE49-F238E27FC236}">
                <a16:creationId xmlns:a16="http://schemas.microsoft.com/office/drawing/2014/main" id="{A47FC6CD-AA14-4D49-9723-6E8098A42BDE}"/>
              </a:ext>
            </a:extLst>
          </p:cNvPr>
          <p:cNvSpPr/>
          <p:nvPr userDrawn="1"/>
        </p:nvSpPr>
        <p:spPr>
          <a:xfrm>
            <a:off x="0" y="5523689"/>
            <a:ext cx="4114800" cy="1334310"/>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accent5"/>
          </a:solidFill>
          <a:ln w="6350" cap="flat">
            <a:noFill/>
            <a:prstDash val="solid"/>
            <a:miter/>
          </a:ln>
        </p:spPr>
        <p:txBody>
          <a:bodyPr rtlCol="0" anchor="ctr"/>
          <a:lstStyle/>
          <a:p>
            <a:endParaRPr lang="en-GB"/>
          </a:p>
        </p:txBody>
      </p:sp>
      <p:sp>
        <p:nvSpPr>
          <p:cNvPr id="10" name="Slide Number Placeholder 5">
            <a:extLst>
              <a:ext uri="{FF2B5EF4-FFF2-40B4-BE49-F238E27FC236}">
                <a16:creationId xmlns:a16="http://schemas.microsoft.com/office/drawing/2014/main" id="{59589677-251F-470E-9AA6-4D13BF7FABA0}"/>
              </a:ext>
            </a:extLst>
          </p:cNvPr>
          <p:cNvSpPr txBox="1">
            <a:spLocks/>
          </p:cNvSpPr>
          <p:nvPr userDrawn="1"/>
        </p:nvSpPr>
        <p:spPr>
          <a:xfrm>
            <a:off x="11256421" y="6511672"/>
            <a:ext cx="785483" cy="180000"/>
          </a:xfrm>
          <a:prstGeom prst="rect">
            <a:avLst/>
          </a:prstGeom>
        </p:spPr>
        <p:txBody>
          <a:bodyPr vert="horz" lIns="0" tIns="0" rIns="0" bIns="0" rtlCol="0" anchor="b" anchorCtr="0"/>
          <a:lstStyle>
            <a:defPPr>
              <a:defRPr lang="en-US"/>
            </a:defPPr>
            <a:lvl1pPr marL="0" algn="r" defTabSz="914400" rtl="0" eaLnBrk="1" latinLnBrk="0" hangingPunct="1">
              <a:defRPr sz="1200" b="1" i="0" kern="1200">
                <a:solidFill>
                  <a:schemeClr val="tx1"/>
                </a:solidFill>
                <a:latin typeface="Montserrat"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F892D59-8F09-EF4B-AD6D-DA609442F868}" type="slidenum">
              <a:rPr lang="en-GB" smtClean="0"/>
              <a:pPr/>
              <a:t>‹#›</a:t>
            </a:fld>
            <a:endParaRPr lang="en-GB" dirty="0"/>
          </a:p>
        </p:txBody>
      </p:sp>
      <p:sp>
        <p:nvSpPr>
          <p:cNvPr id="8" name="Text Placeholder 2">
            <a:extLst>
              <a:ext uri="{FF2B5EF4-FFF2-40B4-BE49-F238E27FC236}">
                <a16:creationId xmlns:a16="http://schemas.microsoft.com/office/drawing/2014/main" id="{7918F955-2B32-48D1-8D99-B25B656F3CDA}"/>
              </a:ext>
            </a:extLst>
          </p:cNvPr>
          <p:cNvSpPr>
            <a:spLocks noGrp="1"/>
          </p:cNvSpPr>
          <p:nvPr>
            <p:ph type="body" sz="quarter" idx="14"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3" name="Text Placeholder 7">
            <a:extLst>
              <a:ext uri="{FF2B5EF4-FFF2-40B4-BE49-F238E27FC236}">
                <a16:creationId xmlns:a16="http://schemas.microsoft.com/office/drawing/2014/main" id="{5F2BCBA9-38AC-4EB6-A0FA-5CD919F5E664}"/>
              </a:ext>
            </a:extLst>
          </p:cNvPr>
          <p:cNvSpPr>
            <a:spLocks noGrp="1"/>
          </p:cNvSpPr>
          <p:nvPr>
            <p:ph type="body" sz="quarter" idx="11"/>
          </p:nvPr>
        </p:nvSpPr>
        <p:spPr>
          <a:xfrm>
            <a:off x="373063" y="1892636"/>
            <a:ext cx="6143484" cy="2742864"/>
          </a:xfrm>
        </p:spPr>
        <p:txBody>
          <a:bodyPr/>
          <a:lstStyle>
            <a:lvl1pPr marL="0" indent="0">
              <a:buNone/>
              <a:defRPr b="0"/>
            </a:lvl1pPr>
          </a:lstStyle>
          <a:p>
            <a:endParaRPr lang="en-GB" dirty="0"/>
          </a:p>
        </p:txBody>
      </p:sp>
    </p:spTree>
    <p:extLst>
      <p:ext uri="{BB962C8B-B14F-4D97-AF65-F5344CB8AC3E}">
        <p14:creationId xmlns:p14="http://schemas.microsoft.com/office/powerpoint/2010/main" val="3010028873"/>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2_Arrow Left 04">
    <p:spTree>
      <p:nvGrpSpPr>
        <p:cNvPr id="1" name=""/>
        <p:cNvGrpSpPr/>
        <p:nvPr/>
      </p:nvGrpSpPr>
      <p:grpSpPr>
        <a:xfrm>
          <a:off x="0" y="0"/>
          <a:ext cx="0" cy="0"/>
          <a:chOff x="0" y="0"/>
          <a:chExt cx="0" cy="0"/>
        </a:xfrm>
      </p:grpSpPr>
      <p:pic>
        <p:nvPicPr>
          <p:cNvPr id="10" name="Graphic 31">
            <a:extLst>
              <a:ext uri="{FF2B5EF4-FFF2-40B4-BE49-F238E27FC236}">
                <a16:creationId xmlns:a16="http://schemas.microsoft.com/office/drawing/2014/main" id="{CCC3FDA3-772C-6242-A8B9-D7125563CE8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Text Placeholder 2">
            <a:extLst>
              <a:ext uri="{FF2B5EF4-FFF2-40B4-BE49-F238E27FC236}">
                <a16:creationId xmlns:a16="http://schemas.microsoft.com/office/drawing/2014/main" id="{43AE319F-CE2E-AE43-9BFF-5538F7EE6AF1}"/>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5" name="Freeform 14">
            <a:extLst>
              <a:ext uri="{FF2B5EF4-FFF2-40B4-BE49-F238E27FC236}">
                <a16:creationId xmlns:a16="http://schemas.microsoft.com/office/drawing/2014/main" id="{C80F07E2-51B4-654E-A1CA-3B756AF75623}"/>
              </a:ext>
            </a:extLst>
          </p:cNvPr>
          <p:cNvSpPr/>
          <p:nvPr userDrawn="1"/>
        </p:nvSpPr>
        <p:spPr>
          <a:xfrm>
            <a:off x="843210" y="4431729"/>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chemeClr val="accent6"/>
          </a:solidFill>
          <a:ln w="6350" cap="flat">
            <a:noFill/>
            <a:prstDash val="solid"/>
            <a:miter/>
          </a:ln>
        </p:spPr>
        <p:txBody>
          <a:bodyPr rtlCol="0" anchor="ctr"/>
          <a:lstStyle/>
          <a:p>
            <a:endParaRPr lang="en-GB" sz="1351"/>
          </a:p>
        </p:txBody>
      </p:sp>
      <p:sp>
        <p:nvSpPr>
          <p:cNvPr id="6" name="Slide Number Placeholder 5">
            <a:extLst>
              <a:ext uri="{FF2B5EF4-FFF2-40B4-BE49-F238E27FC236}">
                <a16:creationId xmlns:a16="http://schemas.microsoft.com/office/drawing/2014/main" id="{62D0FD9B-3A7B-4AD3-AF69-81B1DB3B7DCC}"/>
              </a:ext>
            </a:extLst>
          </p:cNvPr>
          <p:cNvSpPr txBox="1">
            <a:spLocks/>
          </p:cNvSpPr>
          <p:nvPr userDrawn="1"/>
        </p:nvSpPr>
        <p:spPr>
          <a:xfrm>
            <a:off x="11256421" y="6511672"/>
            <a:ext cx="785483" cy="180000"/>
          </a:xfrm>
          <a:prstGeom prst="rect">
            <a:avLst/>
          </a:prstGeom>
        </p:spPr>
        <p:txBody>
          <a:bodyPr vert="horz" lIns="0" tIns="0" rIns="0" bIns="0" rtlCol="0" anchor="b" anchorCtr="0"/>
          <a:lstStyle>
            <a:defPPr>
              <a:defRPr lang="en-US"/>
            </a:defPPr>
            <a:lvl1pPr marL="0" algn="r" defTabSz="914400" rtl="0" eaLnBrk="1" latinLnBrk="0" hangingPunct="1">
              <a:defRPr sz="1200" b="1" i="0" kern="1200">
                <a:solidFill>
                  <a:schemeClr val="tx1"/>
                </a:solidFill>
                <a:latin typeface="Montserrat"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F892D59-8F09-EF4B-AD6D-DA609442F868}" type="slidenum">
              <a:rPr lang="en-GB" smtClean="0"/>
              <a:pPr/>
              <a:t>‹#›</a:t>
            </a:fld>
            <a:endParaRPr lang="en-GB" dirty="0"/>
          </a:p>
        </p:txBody>
      </p:sp>
      <p:sp>
        <p:nvSpPr>
          <p:cNvPr id="7" name="Text Placeholder 6">
            <a:extLst>
              <a:ext uri="{FF2B5EF4-FFF2-40B4-BE49-F238E27FC236}">
                <a16:creationId xmlns:a16="http://schemas.microsoft.com/office/drawing/2014/main" id="{2B9FE1B0-D8B0-4E06-93F5-0A82852A8743}"/>
              </a:ext>
            </a:extLst>
          </p:cNvPr>
          <p:cNvSpPr>
            <a:spLocks noGrp="1"/>
          </p:cNvSpPr>
          <p:nvPr>
            <p:ph type="body" sz="quarter" idx="11"/>
          </p:nvPr>
        </p:nvSpPr>
        <p:spPr>
          <a:xfrm>
            <a:off x="5473700" y="1261533"/>
            <a:ext cx="6342671" cy="5217055"/>
          </a:xfrm>
        </p:spPr>
        <p:txBody>
          <a:bodyPr/>
          <a:lstStyle>
            <a:lvl1pPr marL="0" indent="0">
              <a:buNone/>
              <a:defRPr b="0"/>
            </a:lvl1pPr>
          </a:lstStyle>
          <a:p>
            <a:endParaRPr lang="en-GB" dirty="0"/>
          </a:p>
        </p:txBody>
      </p:sp>
    </p:spTree>
    <p:extLst>
      <p:ext uri="{BB962C8B-B14F-4D97-AF65-F5344CB8AC3E}">
        <p14:creationId xmlns:p14="http://schemas.microsoft.com/office/powerpoint/2010/main" val="2090120161"/>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2_Arrow Left_05">
    <p:spTree>
      <p:nvGrpSpPr>
        <p:cNvPr id="1" name=""/>
        <p:cNvGrpSpPr/>
        <p:nvPr/>
      </p:nvGrpSpPr>
      <p:grpSpPr>
        <a:xfrm>
          <a:off x="0" y="0"/>
          <a:ext cx="0" cy="0"/>
          <a:chOff x="0" y="0"/>
          <a:chExt cx="0" cy="0"/>
        </a:xfrm>
      </p:grpSpPr>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2" name="Freeform 11">
            <a:extLst>
              <a:ext uri="{FF2B5EF4-FFF2-40B4-BE49-F238E27FC236}">
                <a16:creationId xmlns:a16="http://schemas.microsoft.com/office/drawing/2014/main" id="{5AFE35B4-921A-C145-8647-3DC89DF1E25E}"/>
              </a:ext>
            </a:extLst>
          </p:cNvPr>
          <p:cNvSpPr/>
          <p:nvPr userDrawn="1"/>
        </p:nvSpPr>
        <p:spPr>
          <a:xfrm>
            <a:off x="532679" y="4141127"/>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chemeClr val="accent6"/>
          </a:solidFill>
          <a:ln w="6350" cap="flat">
            <a:noFill/>
            <a:prstDash val="solid"/>
            <a:miter/>
          </a:ln>
        </p:spPr>
        <p:txBody>
          <a:bodyPr rtlCol="0" anchor="ctr"/>
          <a:lstStyle/>
          <a:p>
            <a:endParaRPr lang="en-GB" sz="1351"/>
          </a:p>
        </p:txBody>
      </p:sp>
      <p:sp>
        <p:nvSpPr>
          <p:cNvPr id="7" name="Slide Number Placeholder 5">
            <a:extLst>
              <a:ext uri="{FF2B5EF4-FFF2-40B4-BE49-F238E27FC236}">
                <a16:creationId xmlns:a16="http://schemas.microsoft.com/office/drawing/2014/main" id="{F9D7AB20-841B-473D-A32A-6F69250CA67F}"/>
              </a:ext>
            </a:extLst>
          </p:cNvPr>
          <p:cNvSpPr txBox="1">
            <a:spLocks/>
          </p:cNvSpPr>
          <p:nvPr userDrawn="1"/>
        </p:nvSpPr>
        <p:spPr>
          <a:xfrm>
            <a:off x="11256421" y="6511672"/>
            <a:ext cx="785483" cy="180000"/>
          </a:xfrm>
          <a:prstGeom prst="rect">
            <a:avLst/>
          </a:prstGeom>
        </p:spPr>
        <p:txBody>
          <a:bodyPr vert="horz" lIns="0" tIns="0" rIns="0" bIns="0" rtlCol="0" anchor="b" anchorCtr="0"/>
          <a:lstStyle>
            <a:defPPr>
              <a:defRPr lang="en-US"/>
            </a:defPPr>
            <a:lvl1pPr marL="0" algn="r" defTabSz="914400" rtl="0" eaLnBrk="1" latinLnBrk="0" hangingPunct="1">
              <a:defRPr sz="1200" b="1" i="0" kern="1200">
                <a:solidFill>
                  <a:schemeClr val="tx1"/>
                </a:solidFill>
                <a:latin typeface="Montserrat"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F892D59-8F09-EF4B-AD6D-DA609442F868}" type="slidenum">
              <a:rPr lang="en-GB" smtClean="0"/>
              <a:pPr/>
              <a:t>‹#›</a:t>
            </a:fld>
            <a:endParaRPr lang="en-GB" dirty="0"/>
          </a:p>
        </p:txBody>
      </p:sp>
      <p:sp>
        <p:nvSpPr>
          <p:cNvPr id="9" name="Text Placeholder 6">
            <a:extLst>
              <a:ext uri="{FF2B5EF4-FFF2-40B4-BE49-F238E27FC236}">
                <a16:creationId xmlns:a16="http://schemas.microsoft.com/office/drawing/2014/main" id="{76C196FA-3B7D-4C82-8883-8F2013A27657}"/>
              </a:ext>
            </a:extLst>
          </p:cNvPr>
          <p:cNvSpPr>
            <a:spLocks noGrp="1"/>
          </p:cNvSpPr>
          <p:nvPr>
            <p:ph type="body" sz="quarter" idx="11"/>
          </p:nvPr>
        </p:nvSpPr>
        <p:spPr>
          <a:xfrm>
            <a:off x="5473700" y="1261533"/>
            <a:ext cx="6342671" cy="5217055"/>
          </a:xfrm>
        </p:spPr>
        <p:txBody>
          <a:bodyPr/>
          <a:lstStyle>
            <a:lvl1pPr marL="0" indent="0">
              <a:buNone/>
              <a:defRPr b="0"/>
            </a:lvl1pPr>
          </a:lstStyle>
          <a:p>
            <a:endParaRPr lang="en-GB" dirty="0"/>
          </a:p>
        </p:txBody>
      </p:sp>
    </p:spTree>
    <p:extLst>
      <p:ext uri="{BB962C8B-B14F-4D97-AF65-F5344CB8AC3E}">
        <p14:creationId xmlns:p14="http://schemas.microsoft.com/office/powerpoint/2010/main" val="406137897"/>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2_Arrow Left 06">
    <p:spTree>
      <p:nvGrpSpPr>
        <p:cNvPr id="1" name=""/>
        <p:cNvGrpSpPr/>
        <p:nvPr/>
      </p:nvGrpSpPr>
      <p:grpSpPr>
        <a:xfrm>
          <a:off x="0" y="0"/>
          <a:ext cx="0" cy="0"/>
          <a:chOff x="0" y="0"/>
          <a:chExt cx="0" cy="0"/>
        </a:xfrm>
      </p:grpSpPr>
      <p:grpSp>
        <p:nvGrpSpPr>
          <p:cNvPr id="19" name="Group 18"/>
          <p:cNvGrpSpPr/>
          <p:nvPr userDrawn="1"/>
        </p:nvGrpSpPr>
        <p:grpSpPr>
          <a:xfrm>
            <a:off x="-754639" y="4413951"/>
            <a:ext cx="5797612" cy="2365031"/>
            <a:chOff x="-2229" y="2361812"/>
            <a:chExt cx="11067619" cy="4514835"/>
          </a:xfrm>
          <a:solidFill>
            <a:schemeClr val="accent6"/>
          </a:solidFill>
        </p:grpSpPr>
        <p:sp>
          <p:nvSpPr>
            <p:cNvPr id="20" name="Freeform 19">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1" name="Freeform 20">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2" name="Freeform 21">
              <a:extLst>
                <a:ext uri="{FF2B5EF4-FFF2-40B4-BE49-F238E27FC236}">
                  <a16:creationId xmlns:a16="http://schemas.microsoft.com/office/drawing/2014/main" id="{2F450B4C-241D-A544-BBEF-175E01D6A139}"/>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pic>
        <p:nvPicPr>
          <p:cNvPr id="10" name="Graphic 31">
            <a:extLst>
              <a:ext uri="{FF2B5EF4-FFF2-40B4-BE49-F238E27FC236}">
                <a16:creationId xmlns:a16="http://schemas.microsoft.com/office/drawing/2014/main" id="{CCC3FDA3-772C-6242-A8B9-D7125563CE8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Text Placeholder 2">
            <a:extLst>
              <a:ext uri="{FF2B5EF4-FFF2-40B4-BE49-F238E27FC236}">
                <a16:creationId xmlns:a16="http://schemas.microsoft.com/office/drawing/2014/main" id="{43AE319F-CE2E-AE43-9BFF-5538F7EE6AF1}"/>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1" name="Slide Number Placeholder 5">
            <a:extLst>
              <a:ext uri="{FF2B5EF4-FFF2-40B4-BE49-F238E27FC236}">
                <a16:creationId xmlns:a16="http://schemas.microsoft.com/office/drawing/2014/main" id="{E8E8E948-8BC8-4DC2-8EA6-D6D12C7B44AC}"/>
              </a:ext>
            </a:extLst>
          </p:cNvPr>
          <p:cNvSpPr txBox="1">
            <a:spLocks/>
          </p:cNvSpPr>
          <p:nvPr userDrawn="1"/>
        </p:nvSpPr>
        <p:spPr>
          <a:xfrm>
            <a:off x="11256421" y="6511672"/>
            <a:ext cx="785483" cy="180000"/>
          </a:xfrm>
          <a:prstGeom prst="rect">
            <a:avLst/>
          </a:prstGeom>
        </p:spPr>
        <p:txBody>
          <a:bodyPr vert="horz" lIns="0" tIns="0" rIns="0" bIns="0" rtlCol="0" anchor="b" anchorCtr="0"/>
          <a:lstStyle>
            <a:defPPr>
              <a:defRPr lang="en-US"/>
            </a:defPPr>
            <a:lvl1pPr marL="0" algn="r" defTabSz="914400" rtl="0" eaLnBrk="1" latinLnBrk="0" hangingPunct="1">
              <a:defRPr sz="1200" b="1" i="0" kern="1200">
                <a:solidFill>
                  <a:schemeClr val="tx1"/>
                </a:solidFill>
                <a:latin typeface="Montserrat"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F892D59-8F09-EF4B-AD6D-DA609442F868}" type="slidenum">
              <a:rPr lang="en-GB" smtClean="0"/>
              <a:pPr/>
              <a:t>‹#›</a:t>
            </a:fld>
            <a:endParaRPr lang="en-GB" dirty="0"/>
          </a:p>
        </p:txBody>
      </p:sp>
      <p:sp>
        <p:nvSpPr>
          <p:cNvPr id="9" name="Text Placeholder 6">
            <a:extLst>
              <a:ext uri="{FF2B5EF4-FFF2-40B4-BE49-F238E27FC236}">
                <a16:creationId xmlns:a16="http://schemas.microsoft.com/office/drawing/2014/main" id="{E2206BDD-4CAD-4240-8289-65D6D1D0A6C6}"/>
              </a:ext>
            </a:extLst>
          </p:cNvPr>
          <p:cNvSpPr>
            <a:spLocks noGrp="1"/>
          </p:cNvSpPr>
          <p:nvPr>
            <p:ph type="body" sz="quarter" idx="11"/>
          </p:nvPr>
        </p:nvSpPr>
        <p:spPr>
          <a:xfrm>
            <a:off x="5473700" y="1261533"/>
            <a:ext cx="6342671" cy="5217055"/>
          </a:xfrm>
        </p:spPr>
        <p:txBody>
          <a:bodyPr/>
          <a:lstStyle>
            <a:lvl1pPr marL="0" indent="0">
              <a:buNone/>
              <a:defRPr b="0"/>
            </a:lvl1pPr>
          </a:lstStyle>
          <a:p>
            <a:endParaRPr lang="en-GB" dirty="0"/>
          </a:p>
        </p:txBody>
      </p:sp>
    </p:spTree>
    <p:extLst>
      <p:ext uri="{BB962C8B-B14F-4D97-AF65-F5344CB8AC3E}">
        <p14:creationId xmlns:p14="http://schemas.microsoft.com/office/powerpoint/2010/main" val="3212747024"/>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2_Arrow Left_07">
    <p:spTree>
      <p:nvGrpSpPr>
        <p:cNvPr id="1" name=""/>
        <p:cNvGrpSpPr/>
        <p:nvPr/>
      </p:nvGrpSpPr>
      <p:grpSpPr>
        <a:xfrm>
          <a:off x="0" y="0"/>
          <a:ext cx="0" cy="0"/>
          <a:chOff x="0" y="0"/>
          <a:chExt cx="0" cy="0"/>
        </a:xfrm>
      </p:grpSpPr>
      <p:sp>
        <p:nvSpPr>
          <p:cNvPr id="13" name="Freeform 12">
            <a:extLst>
              <a:ext uri="{FF2B5EF4-FFF2-40B4-BE49-F238E27FC236}">
                <a16:creationId xmlns:a16="http://schemas.microsoft.com/office/drawing/2014/main" id="{BA8E277A-0AB8-D043-A382-89558AF5F60C}"/>
              </a:ext>
            </a:extLst>
          </p:cNvPr>
          <p:cNvSpPr/>
          <p:nvPr userDrawn="1"/>
        </p:nvSpPr>
        <p:spPr>
          <a:xfrm>
            <a:off x="-533400" y="4101323"/>
            <a:ext cx="5300406" cy="2250265"/>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accent6"/>
          </a:solidFill>
          <a:ln w="6350" cap="flat">
            <a:noFill/>
            <a:prstDash val="solid"/>
            <a:miter/>
          </a:ln>
        </p:spPr>
        <p:txBody>
          <a:bodyPr rtlCol="0" anchor="ctr"/>
          <a:lstStyle/>
          <a:p>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7" name="Slide Number Placeholder 5">
            <a:extLst>
              <a:ext uri="{FF2B5EF4-FFF2-40B4-BE49-F238E27FC236}">
                <a16:creationId xmlns:a16="http://schemas.microsoft.com/office/drawing/2014/main" id="{CC2B73AC-F2E0-442D-B9C4-65D5AD1A0967}"/>
              </a:ext>
            </a:extLst>
          </p:cNvPr>
          <p:cNvSpPr txBox="1">
            <a:spLocks/>
          </p:cNvSpPr>
          <p:nvPr userDrawn="1"/>
        </p:nvSpPr>
        <p:spPr>
          <a:xfrm>
            <a:off x="11256421" y="6511672"/>
            <a:ext cx="785483" cy="180000"/>
          </a:xfrm>
          <a:prstGeom prst="rect">
            <a:avLst/>
          </a:prstGeom>
        </p:spPr>
        <p:txBody>
          <a:bodyPr vert="horz" lIns="0" tIns="0" rIns="0" bIns="0" rtlCol="0" anchor="b" anchorCtr="0"/>
          <a:lstStyle>
            <a:defPPr>
              <a:defRPr lang="en-US"/>
            </a:defPPr>
            <a:lvl1pPr marL="0" algn="r" defTabSz="914400" rtl="0" eaLnBrk="1" latinLnBrk="0" hangingPunct="1">
              <a:defRPr sz="1200" b="1" i="0" kern="1200">
                <a:solidFill>
                  <a:schemeClr val="tx1"/>
                </a:solidFill>
                <a:latin typeface="Montserrat"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F892D59-8F09-EF4B-AD6D-DA609442F868}" type="slidenum">
              <a:rPr lang="en-GB" smtClean="0"/>
              <a:pPr/>
              <a:t>‹#›</a:t>
            </a:fld>
            <a:endParaRPr lang="en-GB" dirty="0"/>
          </a:p>
        </p:txBody>
      </p:sp>
      <p:sp>
        <p:nvSpPr>
          <p:cNvPr id="9" name="Text Placeholder 6">
            <a:extLst>
              <a:ext uri="{FF2B5EF4-FFF2-40B4-BE49-F238E27FC236}">
                <a16:creationId xmlns:a16="http://schemas.microsoft.com/office/drawing/2014/main" id="{BCFC6B97-40BB-4EAB-A33D-8398BEE6A916}"/>
              </a:ext>
            </a:extLst>
          </p:cNvPr>
          <p:cNvSpPr>
            <a:spLocks noGrp="1"/>
          </p:cNvSpPr>
          <p:nvPr>
            <p:ph type="body" sz="quarter" idx="11"/>
          </p:nvPr>
        </p:nvSpPr>
        <p:spPr>
          <a:xfrm>
            <a:off x="5473700" y="1261533"/>
            <a:ext cx="6342671" cy="5217055"/>
          </a:xfrm>
        </p:spPr>
        <p:txBody>
          <a:bodyPr/>
          <a:lstStyle>
            <a:lvl1pPr marL="0" indent="0">
              <a:buNone/>
              <a:defRPr b="0"/>
            </a:lvl1pPr>
          </a:lstStyle>
          <a:p>
            <a:endParaRPr lang="en-GB" dirty="0"/>
          </a:p>
        </p:txBody>
      </p:sp>
    </p:spTree>
    <p:extLst>
      <p:ext uri="{BB962C8B-B14F-4D97-AF65-F5344CB8AC3E}">
        <p14:creationId xmlns:p14="http://schemas.microsoft.com/office/powerpoint/2010/main" val="1754300572"/>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2_Text and Image (half screen) 01">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6" name="Freeform 15">
            <a:extLst>
              <a:ext uri="{FF2B5EF4-FFF2-40B4-BE49-F238E27FC236}">
                <a16:creationId xmlns:a16="http://schemas.microsoft.com/office/drawing/2014/main" id="{C244723F-EF77-3046-B511-E60DA7907AC2}"/>
              </a:ext>
            </a:extLst>
          </p:cNvPr>
          <p:cNvSpPr/>
          <p:nvPr userDrawn="1"/>
        </p:nvSpPr>
        <p:spPr>
          <a:xfrm>
            <a:off x="2422102" y="4970822"/>
            <a:ext cx="3546719" cy="1739900"/>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accent6"/>
          </a:solidFill>
          <a:ln w="6350" cap="flat">
            <a:noFill/>
            <a:prstDash val="solid"/>
            <a:miter/>
          </a:ln>
        </p:spPr>
        <p:txBody>
          <a:bodyPr rtlCol="0" anchor="ctr"/>
          <a:lstStyle/>
          <a:p>
            <a:endParaRPr lang="en-GB" sz="1351"/>
          </a:p>
        </p:txBody>
      </p:sp>
      <p:sp>
        <p:nvSpPr>
          <p:cNvPr id="9" name="Slide Number Placeholder 5">
            <a:extLst>
              <a:ext uri="{FF2B5EF4-FFF2-40B4-BE49-F238E27FC236}">
                <a16:creationId xmlns:a16="http://schemas.microsoft.com/office/drawing/2014/main" id="{08137084-0666-4AB6-A15C-58BA10ECC343}"/>
              </a:ext>
            </a:extLst>
          </p:cNvPr>
          <p:cNvSpPr txBox="1">
            <a:spLocks/>
          </p:cNvSpPr>
          <p:nvPr userDrawn="1"/>
        </p:nvSpPr>
        <p:spPr>
          <a:xfrm>
            <a:off x="11256421" y="6511672"/>
            <a:ext cx="785483" cy="180000"/>
          </a:xfrm>
          <a:prstGeom prst="rect">
            <a:avLst/>
          </a:prstGeom>
        </p:spPr>
        <p:txBody>
          <a:bodyPr vert="horz" lIns="0" tIns="0" rIns="0" bIns="0" rtlCol="0" anchor="b" anchorCtr="0"/>
          <a:lstStyle>
            <a:defPPr>
              <a:defRPr lang="en-US"/>
            </a:defPPr>
            <a:lvl1pPr marL="0" algn="r" defTabSz="914400" rtl="0" eaLnBrk="1" latinLnBrk="0" hangingPunct="1">
              <a:defRPr sz="1200" b="1" i="0" kern="1200">
                <a:solidFill>
                  <a:schemeClr val="tx1"/>
                </a:solidFill>
                <a:latin typeface="Montserrat"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F892D59-8F09-EF4B-AD6D-DA609442F868}" type="slidenum">
              <a:rPr lang="en-GB" smtClean="0"/>
              <a:pPr/>
              <a:t>‹#›</a:t>
            </a:fld>
            <a:endParaRPr lang="en-GB" dirty="0"/>
          </a:p>
        </p:txBody>
      </p:sp>
      <p:sp>
        <p:nvSpPr>
          <p:cNvPr id="8" name="Text Placeholder 2">
            <a:extLst>
              <a:ext uri="{FF2B5EF4-FFF2-40B4-BE49-F238E27FC236}">
                <a16:creationId xmlns:a16="http://schemas.microsoft.com/office/drawing/2014/main" id="{B8430456-322C-496E-9439-7335E15B2694}"/>
              </a:ext>
            </a:extLst>
          </p:cNvPr>
          <p:cNvSpPr>
            <a:spLocks noGrp="1"/>
          </p:cNvSpPr>
          <p:nvPr>
            <p:ph type="body" sz="quarter" idx="14"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0" name="Text Placeholder 7">
            <a:extLst>
              <a:ext uri="{FF2B5EF4-FFF2-40B4-BE49-F238E27FC236}">
                <a16:creationId xmlns:a16="http://schemas.microsoft.com/office/drawing/2014/main" id="{7DE75644-A55F-4F09-A532-80ED1D4604EA}"/>
              </a:ext>
            </a:extLst>
          </p:cNvPr>
          <p:cNvSpPr>
            <a:spLocks noGrp="1"/>
          </p:cNvSpPr>
          <p:nvPr>
            <p:ph type="body" sz="quarter" idx="11"/>
          </p:nvPr>
        </p:nvSpPr>
        <p:spPr>
          <a:xfrm>
            <a:off x="373063" y="1892636"/>
            <a:ext cx="6143484" cy="2742864"/>
          </a:xfrm>
        </p:spPr>
        <p:txBody>
          <a:bodyPr/>
          <a:lstStyle>
            <a:lvl1pPr marL="0" indent="0">
              <a:buNone/>
              <a:defRPr b="0"/>
            </a:lvl1pPr>
          </a:lstStyle>
          <a:p>
            <a:endParaRPr lang="en-GB" dirty="0"/>
          </a:p>
        </p:txBody>
      </p:sp>
    </p:spTree>
    <p:extLst>
      <p:ext uri="{BB962C8B-B14F-4D97-AF65-F5344CB8AC3E}">
        <p14:creationId xmlns:p14="http://schemas.microsoft.com/office/powerpoint/2010/main" val="1211210372"/>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3_Text and Image (half screen) 02">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9" name="Freeform 8">
            <a:extLst>
              <a:ext uri="{FF2B5EF4-FFF2-40B4-BE49-F238E27FC236}">
                <a16:creationId xmlns:a16="http://schemas.microsoft.com/office/drawing/2014/main" id="{0469B6E3-6CD5-4D4F-A57C-003069CEB064}"/>
              </a:ext>
            </a:extLst>
          </p:cNvPr>
          <p:cNvSpPr/>
          <p:nvPr userDrawn="1"/>
        </p:nvSpPr>
        <p:spPr>
          <a:xfrm>
            <a:off x="1789084" y="4890533"/>
            <a:ext cx="4478918" cy="2197205"/>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accent6"/>
          </a:solidFill>
          <a:ln w="6350" cap="flat">
            <a:noFill/>
            <a:prstDash val="solid"/>
            <a:miter/>
          </a:ln>
        </p:spPr>
        <p:txBody>
          <a:bodyPr rtlCol="0" anchor="ctr"/>
          <a:lstStyle/>
          <a:p>
            <a:endParaRPr lang="en-GB" sz="1351"/>
          </a:p>
        </p:txBody>
      </p:sp>
      <p:sp>
        <p:nvSpPr>
          <p:cNvPr id="10" name="Rectangle 9">
            <a:extLst>
              <a:ext uri="{FF2B5EF4-FFF2-40B4-BE49-F238E27FC236}">
                <a16:creationId xmlns:a16="http://schemas.microsoft.com/office/drawing/2014/main" id="{01838B36-A078-CF4D-A693-2C3B6B5F0CD6}"/>
              </a:ext>
            </a:extLst>
          </p:cNvPr>
          <p:cNvSpPr/>
          <p:nvPr userDrawn="1"/>
        </p:nvSpPr>
        <p:spPr>
          <a:xfrm>
            <a:off x="0" y="5832402"/>
            <a:ext cx="3047640" cy="338865"/>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Slide Number Placeholder 5">
            <a:extLst>
              <a:ext uri="{FF2B5EF4-FFF2-40B4-BE49-F238E27FC236}">
                <a16:creationId xmlns:a16="http://schemas.microsoft.com/office/drawing/2014/main" id="{0DE094E3-CE25-440F-B8A8-1CA329D5AAFA}"/>
              </a:ext>
            </a:extLst>
          </p:cNvPr>
          <p:cNvSpPr txBox="1">
            <a:spLocks/>
          </p:cNvSpPr>
          <p:nvPr userDrawn="1"/>
        </p:nvSpPr>
        <p:spPr>
          <a:xfrm>
            <a:off x="11256421" y="6511672"/>
            <a:ext cx="785483" cy="180000"/>
          </a:xfrm>
          <a:prstGeom prst="rect">
            <a:avLst/>
          </a:prstGeom>
        </p:spPr>
        <p:txBody>
          <a:bodyPr vert="horz" lIns="0" tIns="0" rIns="0" bIns="0" rtlCol="0" anchor="b" anchorCtr="0"/>
          <a:lstStyle>
            <a:defPPr>
              <a:defRPr lang="en-US"/>
            </a:defPPr>
            <a:lvl1pPr marL="0" algn="r" defTabSz="914400" rtl="0" eaLnBrk="1" latinLnBrk="0" hangingPunct="1">
              <a:defRPr sz="1200" b="1" i="0" kern="1200">
                <a:solidFill>
                  <a:schemeClr val="tx1"/>
                </a:solidFill>
                <a:latin typeface="Montserrat"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F892D59-8F09-EF4B-AD6D-DA609442F868}" type="slidenum">
              <a:rPr lang="en-GB" smtClean="0"/>
              <a:pPr/>
              <a:t>‹#›</a:t>
            </a:fld>
            <a:endParaRPr lang="en-GB" dirty="0"/>
          </a:p>
        </p:txBody>
      </p:sp>
      <p:sp>
        <p:nvSpPr>
          <p:cNvPr id="8" name="Text Placeholder 2">
            <a:extLst>
              <a:ext uri="{FF2B5EF4-FFF2-40B4-BE49-F238E27FC236}">
                <a16:creationId xmlns:a16="http://schemas.microsoft.com/office/drawing/2014/main" id="{249157EC-B9A8-478B-B1F3-B2A9D86D2494}"/>
              </a:ext>
            </a:extLst>
          </p:cNvPr>
          <p:cNvSpPr>
            <a:spLocks noGrp="1"/>
          </p:cNvSpPr>
          <p:nvPr>
            <p:ph type="body" sz="quarter" idx="14"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4" name="Text Placeholder 7">
            <a:extLst>
              <a:ext uri="{FF2B5EF4-FFF2-40B4-BE49-F238E27FC236}">
                <a16:creationId xmlns:a16="http://schemas.microsoft.com/office/drawing/2014/main" id="{7F4CD14E-E0F2-49B7-93CC-478A61004304}"/>
              </a:ext>
            </a:extLst>
          </p:cNvPr>
          <p:cNvSpPr>
            <a:spLocks noGrp="1"/>
          </p:cNvSpPr>
          <p:nvPr>
            <p:ph type="body" sz="quarter" idx="11"/>
          </p:nvPr>
        </p:nvSpPr>
        <p:spPr>
          <a:xfrm>
            <a:off x="373063" y="1892636"/>
            <a:ext cx="6143484" cy="2742864"/>
          </a:xfrm>
        </p:spPr>
        <p:txBody>
          <a:bodyPr/>
          <a:lstStyle>
            <a:lvl1pPr marL="0" indent="0">
              <a:buNone/>
              <a:defRPr b="0"/>
            </a:lvl1pPr>
          </a:lstStyle>
          <a:p>
            <a:endParaRPr lang="en-GB" dirty="0"/>
          </a:p>
        </p:txBody>
      </p:sp>
    </p:spTree>
    <p:extLst>
      <p:ext uri="{BB962C8B-B14F-4D97-AF65-F5344CB8AC3E}">
        <p14:creationId xmlns:p14="http://schemas.microsoft.com/office/powerpoint/2010/main" val="238559302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2_Text and Image (half screen) 03">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4" name="Freeform 13">
            <a:extLst>
              <a:ext uri="{FF2B5EF4-FFF2-40B4-BE49-F238E27FC236}">
                <a16:creationId xmlns:a16="http://schemas.microsoft.com/office/drawing/2014/main" id="{B3ABDBCC-56D7-7941-A0AC-0A070DEBA30C}"/>
              </a:ext>
            </a:extLst>
          </p:cNvPr>
          <p:cNvSpPr/>
          <p:nvPr userDrawn="1"/>
        </p:nvSpPr>
        <p:spPr>
          <a:xfrm>
            <a:off x="2980995" y="4828704"/>
            <a:ext cx="3115005" cy="3543735"/>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accent6"/>
          </a:solidFill>
          <a:ln w="6350" cap="flat">
            <a:noFill/>
            <a:prstDash val="solid"/>
            <a:miter/>
          </a:ln>
        </p:spPr>
        <p:txBody>
          <a:bodyPr rtlCol="0" anchor="ctr"/>
          <a:lstStyle/>
          <a:p>
            <a:endParaRPr lang="en-GB"/>
          </a:p>
        </p:txBody>
      </p:sp>
      <p:sp>
        <p:nvSpPr>
          <p:cNvPr id="9" name="Slide Number Placeholder 5">
            <a:extLst>
              <a:ext uri="{FF2B5EF4-FFF2-40B4-BE49-F238E27FC236}">
                <a16:creationId xmlns:a16="http://schemas.microsoft.com/office/drawing/2014/main" id="{07D33088-E4C8-4FF8-824B-9F688A8163CB}"/>
              </a:ext>
            </a:extLst>
          </p:cNvPr>
          <p:cNvSpPr txBox="1">
            <a:spLocks/>
          </p:cNvSpPr>
          <p:nvPr userDrawn="1"/>
        </p:nvSpPr>
        <p:spPr>
          <a:xfrm>
            <a:off x="11256421" y="6511672"/>
            <a:ext cx="785483" cy="180000"/>
          </a:xfrm>
          <a:prstGeom prst="rect">
            <a:avLst/>
          </a:prstGeom>
        </p:spPr>
        <p:txBody>
          <a:bodyPr vert="horz" lIns="0" tIns="0" rIns="0" bIns="0" rtlCol="0" anchor="b" anchorCtr="0"/>
          <a:lstStyle>
            <a:defPPr>
              <a:defRPr lang="en-US"/>
            </a:defPPr>
            <a:lvl1pPr marL="0" algn="r" defTabSz="914400" rtl="0" eaLnBrk="1" latinLnBrk="0" hangingPunct="1">
              <a:defRPr sz="1200" b="1" i="0" kern="1200">
                <a:solidFill>
                  <a:schemeClr val="tx1"/>
                </a:solidFill>
                <a:latin typeface="Montserrat"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F892D59-8F09-EF4B-AD6D-DA609442F868}" type="slidenum">
              <a:rPr lang="en-GB" smtClean="0"/>
              <a:pPr/>
              <a:t>‹#›</a:t>
            </a:fld>
            <a:endParaRPr lang="en-GB" dirty="0"/>
          </a:p>
        </p:txBody>
      </p:sp>
      <p:sp>
        <p:nvSpPr>
          <p:cNvPr id="8" name="Text Placeholder 2">
            <a:extLst>
              <a:ext uri="{FF2B5EF4-FFF2-40B4-BE49-F238E27FC236}">
                <a16:creationId xmlns:a16="http://schemas.microsoft.com/office/drawing/2014/main" id="{A0F24479-1F81-40E3-89A1-F1875ADD43C4}"/>
              </a:ext>
            </a:extLst>
          </p:cNvPr>
          <p:cNvSpPr>
            <a:spLocks noGrp="1"/>
          </p:cNvSpPr>
          <p:nvPr>
            <p:ph type="body" sz="quarter" idx="14"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0" name="Text Placeholder 7">
            <a:extLst>
              <a:ext uri="{FF2B5EF4-FFF2-40B4-BE49-F238E27FC236}">
                <a16:creationId xmlns:a16="http://schemas.microsoft.com/office/drawing/2014/main" id="{B5935BB6-5CCF-4418-A1AD-7CC46A8A5E1D}"/>
              </a:ext>
            </a:extLst>
          </p:cNvPr>
          <p:cNvSpPr>
            <a:spLocks noGrp="1"/>
          </p:cNvSpPr>
          <p:nvPr>
            <p:ph type="body" sz="quarter" idx="11"/>
          </p:nvPr>
        </p:nvSpPr>
        <p:spPr>
          <a:xfrm>
            <a:off x="373063" y="1892636"/>
            <a:ext cx="6143484" cy="2742864"/>
          </a:xfrm>
        </p:spPr>
        <p:txBody>
          <a:bodyPr/>
          <a:lstStyle>
            <a:lvl1pPr marL="0" indent="0">
              <a:buNone/>
              <a:defRPr b="0"/>
            </a:lvl1pPr>
          </a:lstStyle>
          <a:p>
            <a:endParaRPr lang="en-GB" dirty="0"/>
          </a:p>
        </p:txBody>
      </p:sp>
    </p:spTree>
    <p:extLst>
      <p:ext uri="{BB962C8B-B14F-4D97-AF65-F5344CB8AC3E}">
        <p14:creationId xmlns:p14="http://schemas.microsoft.com/office/powerpoint/2010/main" val="1734441450"/>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1_Arrow Left 01">
    <p:spTree>
      <p:nvGrpSpPr>
        <p:cNvPr id="1" name=""/>
        <p:cNvGrpSpPr/>
        <p:nvPr/>
      </p:nvGrpSpPr>
      <p:grpSpPr>
        <a:xfrm>
          <a:off x="0" y="0"/>
          <a:ext cx="0" cy="0"/>
          <a:chOff x="0" y="0"/>
          <a:chExt cx="0" cy="0"/>
        </a:xfrm>
      </p:grpSpPr>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Freeform 9">
            <a:extLst>
              <a:ext uri="{FF2B5EF4-FFF2-40B4-BE49-F238E27FC236}">
                <a16:creationId xmlns:a16="http://schemas.microsoft.com/office/drawing/2014/main" id="{E3AD9FC4-14AA-FE45-A908-CEA608187AD1}"/>
              </a:ext>
            </a:extLst>
          </p:cNvPr>
          <p:cNvSpPr/>
          <p:nvPr userDrawn="1"/>
        </p:nvSpPr>
        <p:spPr>
          <a:xfrm>
            <a:off x="760702" y="4249625"/>
            <a:ext cx="4001620" cy="1963059"/>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accent4"/>
          </a:solidFill>
          <a:ln w="6350" cap="flat">
            <a:noFill/>
            <a:prstDash val="solid"/>
            <a:miter/>
          </a:ln>
        </p:spPr>
        <p:txBody>
          <a:bodyPr rtlCol="0" anchor="ctr"/>
          <a:lstStyle/>
          <a:p>
            <a:endParaRPr lang="en-GB" sz="1351"/>
          </a:p>
        </p:txBody>
      </p:sp>
      <p:sp>
        <p:nvSpPr>
          <p:cNvPr id="7" name="Slide Number Placeholder 5">
            <a:extLst>
              <a:ext uri="{FF2B5EF4-FFF2-40B4-BE49-F238E27FC236}">
                <a16:creationId xmlns:a16="http://schemas.microsoft.com/office/drawing/2014/main" id="{92260E9D-886F-4C37-909F-86CB02C602F8}"/>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Text Placeholder 6">
            <a:extLst>
              <a:ext uri="{FF2B5EF4-FFF2-40B4-BE49-F238E27FC236}">
                <a16:creationId xmlns:a16="http://schemas.microsoft.com/office/drawing/2014/main" id="{9488AF78-499E-480C-9653-A23A983DC2F8}"/>
              </a:ext>
            </a:extLst>
          </p:cNvPr>
          <p:cNvSpPr>
            <a:spLocks noGrp="1"/>
          </p:cNvSpPr>
          <p:nvPr>
            <p:ph type="body" sz="quarter" idx="11"/>
          </p:nvPr>
        </p:nvSpPr>
        <p:spPr>
          <a:xfrm>
            <a:off x="5473700" y="1261533"/>
            <a:ext cx="6342671" cy="5217055"/>
          </a:xfrm>
        </p:spPr>
        <p:txBody>
          <a:bodyPr/>
          <a:lstStyle>
            <a:lvl1pPr marL="0" indent="0">
              <a:buNone/>
              <a:defRPr b="0"/>
            </a:lvl1pPr>
          </a:lstStyle>
          <a:p>
            <a:endParaRPr lang="en-GB" dirty="0"/>
          </a:p>
        </p:txBody>
      </p:sp>
    </p:spTree>
    <p:extLst>
      <p:ext uri="{BB962C8B-B14F-4D97-AF65-F5344CB8AC3E}">
        <p14:creationId xmlns:p14="http://schemas.microsoft.com/office/powerpoint/2010/main" val="1987005294"/>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userDrawn="1">
  <p:cSld name="1_Arrow Left 02">
    <p:spTree>
      <p:nvGrpSpPr>
        <p:cNvPr id="1" name=""/>
        <p:cNvGrpSpPr/>
        <p:nvPr/>
      </p:nvGrpSpPr>
      <p:grpSpPr>
        <a:xfrm>
          <a:off x="0" y="0"/>
          <a:ext cx="0" cy="0"/>
          <a:chOff x="0" y="0"/>
          <a:chExt cx="0" cy="0"/>
        </a:xfrm>
      </p:grpSpPr>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Freeform 9">
            <a:extLst>
              <a:ext uri="{FF2B5EF4-FFF2-40B4-BE49-F238E27FC236}">
                <a16:creationId xmlns:a16="http://schemas.microsoft.com/office/drawing/2014/main" id="{B8FDF2C7-07B4-C044-8A2A-5A95A38A7A75}"/>
              </a:ext>
            </a:extLst>
          </p:cNvPr>
          <p:cNvSpPr/>
          <p:nvPr userDrawn="1"/>
        </p:nvSpPr>
        <p:spPr>
          <a:xfrm>
            <a:off x="532679" y="4057904"/>
            <a:ext cx="4344121" cy="2131078"/>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accent4"/>
          </a:solidFill>
          <a:ln w="6350" cap="flat">
            <a:noFill/>
            <a:prstDash val="solid"/>
            <a:miter/>
          </a:ln>
        </p:spPr>
        <p:txBody>
          <a:bodyPr rtlCol="0" anchor="ctr"/>
          <a:lstStyle/>
          <a:p>
            <a:endParaRPr lang="en-GB" sz="1351"/>
          </a:p>
        </p:txBody>
      </p:sp>
      <p:sp>
        <p:nvSpPr>
          <p:cNvPr id="11" name="Rectangle 10">
            <a:extLst>
              <a:ext uri="{FF2B5EF4-FFF2-40B4-BE49-F238E27FC236}">
                <a16:creationId xmlns:a16="http://schemas.microsoft.com/office/drawing/2014/main" id="{A877B1AE-DDD5-344B-B1BD-90E64517C1BF}"/>
              </a:ext>
            </a:extLst>
          </p:cNvPr>
          <p:cNvSpPr/>
          <p:nvPr userDrawn="1"/>
        </p:nvSpPr>
        <p:spPr>
          <a:xfrm>
            <a:off x="0" y="4968240"/>
            <a:ext cx="738525" cy="33092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ext Placeholder 2">
            <a:extLst>
              <a:ext uri="{FF2B5EF4-FFF2-40B4-BE49-F238E27FC236}">
                <a16:creationId xmlns:a16="http://schemas.microsoft.com/office/drawing/2014/main" id="{902BC675-0ACA-4C98-904F-78AFF641EBEC}"/>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7" name="Slide Number Placeholder 5">
            <a:extLst>
              <a:ext uri="{FF2B5EF4-FFF2-40B4-BE49-F238E27FC236}">
                <a16:creationId xmlns:a16="http://schemas.microsoft.com/office/drawing/2014/main" id="{D0EF663F-3A21-46DD-B058-26447AC846E6}"/>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8" name="Text Placeholder 6">
            <a:extLst>
              <a:ext uri="{FF2B5EF4-FFF2-40B4-BE49-F238E27FC236}">
                <a16:creationId xmlns:a16="http://schemas.microsoft.com/office/drawing/2014/main" id="{E97A60B7-7703-48EE-BEE3-573BFBF67421}"/>
              </a:ext>
            </a:extLst>
          </p:cNvPr>
          <p:cNvSpPr>
            <a:spLocks noGrp="1"/>
          </p:cNvSpPr>
          <p:nvPr>
            <p:ph type="body" sz="quarter" idx="11"/>
          </p:nvPr>
        </p:nvSpPr>
        <p:spPr>
          <a:xfrm>
            <a:off x="5473700" y="1261533"/>
            <a:ext cx="6342671" cy="5217055"/>
          </a:xfrm>
        </p:spPr>
        <p:txBody>
          <a:bodyPr/>
          <a:lstStyle>
            <a:lvl1pPr marL="0" indent="0">
              <a:buNone/>
              <a:defRPr b="0"/>
            </a:lvl1pPr>
          </a:lstStyle>
          <a:p>
            <a:endParaRPr lang="en-GB" dirty="0"/>
          </a:p>
        </p:txBody>
      </p:sp>
    </p:spTree>
    <p:extLst>
      <p:ext uri="{BB962C8B-B14F-4D97-AF65-F5344CB8AC3E}">
        <p14:creationId xmlns:p14="http://schemas.microsoft.com/office/powerpoint/2010/main" val="3460984196"/>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userDrawn="1">
  <p:cSld name="1_Arrow Left 03">
    <p:spTree>
      <p:nvGrpSpPr>
        <p:cNvPr id="1" name=""/>
        <p:cNvGrpSpPr/>
        <p:nvPr/>
      </p:nvGrpSpPr>
      <p:grpSpPr>
        <a:xfrm>
          <a:off x="0" y="0"/>
          <a:ext cx="0" cy="0"/>
          <a:chOff x="0" y="0"/>
          <a:chExt cx="0" cy="0"/>
        </a:xfrm>
      </p:grpSpPr>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1" name="Freeform 10">
            <a:extLst>
              <a:ext uri="{FF2B5EF4-FFF2-40B4-BE49-F238E27FC236}">
                <a16:creationId xmlns:a16="http://schemas.microsoft.com/office/drawing/2014/main" id="{F7F1DFDE-2237-1A41-BE09-8566981A4A31}"/>
              </a:ext>
            </a:extLst>
          </p:cNvPr>
          <p:cNvSpPr/>
          <p:nvPr userDrawn="1"/>
        </p:nvSpPr>
        <p:spPr>
          <a:xfrm>
            <a:off x="1236864" y="4142571"/>
            <a:ext cx="3512936" cy="3996435"/>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accent4"/>
          </a:solidFill>
          <a:ln w="6350" cap="flat">
            <a:noFill/>
            <a:prstDash val="solid"/>
            <a:miter/>
          </a:ln>
        </p:spPr>
        <p:txBody>
          <a:bodyPr rtlCol="0" anchor="ctr"/>
          <a:lstStyle/>
          <a:p>
            <a:endParaRPr lang="en-GB"/>
          </a:p>
        </p:txBody>
      </p:sp>
      <p:sp>
        <p:nvSpPr>
          <p:cNvPr id="7" name="Text Placeholder 2">
            <a:extLst>
              <a:ext uri="{FF2B5EF4-FFF2-40B4-BE49-F238E27FC236}">
                <a16:creationId xmlns:a16="http://schemas.microsoft.com/office/drawing/2014/main" id="{7B0EE3B6-2A99-4A4A-9595-73B01F290B83}"/>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8" name="Slide Number Placeholder 5">
            <a:extLst>
              <a:ext uri="{FF2B5EF4-FFF2-40B4-BE49-F238E27FC236}">
                <a16:creationId xmlns:a16="http://schemas.microsoft.com/office/drawing/2014/main" id="{36000C67-7602-4BCB-9279-C3575014D3DC}"/>
              </a:ext>
            </a:extLst>
          </p:cNvPr>
          <p:cNvSpPr txBox="1">
            <a:spLocks/>
          </p:cNvSpPr>
          <p:nvPr userDrawn="1"/>
        </p:nvSpPr>
        <p:spPr>
          <a:xfrm>
            <a:off x="11256421" y="6511672"/>
            <a:ext cx="785483" cy="180000"/>
          </a:xfrm>
          <a:prstGeom prst="rect">
            <a:avLst/>
          </a:prstGeom>
        </p:spPr>
        <p:txBody>
          <a:bodyPr vert="horz" lIns="0" tIns="0" rIns="0" bIns="0" rtlCol="0" anchor="b" anchorCtr="0"/>
          <a:lstStyle>
            <a:defPPr>
              <a:defRPr lang="en-US"/>
            </a:defPPr>
            <a:lvl1pPr marL="0" algn="r" defTabSz="914400" rtl="0" eaLnBrk="1" latinLnBrk="0" hangingPunct="1">
              <a:defRPr sz="1200" b="1" i="0" kern="1200">
                <a:solidFill>
                  <a:schemeClr val="tx1"/>
                </a:solidFill>
                <a:latin typeface="Montserrat"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F892D59-8F09-EF4B-AD6D-DA609442F868}" type="slidenum">
              <a:rPr lang="en-GB" smtClean="0"/>
              <a:pPr/>
              <a:t>‹#›</a:t>
            </a:fld>
            <a:endParaRPr lang="en-GB" dirty="0"/>
          </a:p>
        </p:txBody>
      </p:sp>
      <p:sp>
        <p:nvSpPr>
          <p:cNvPr id="9" name="Text Placeholder 6">
            <a:extLst>
              <a:ext uri="{FF2B5EF4-FFF2-40B4-BE49-F238E27FC236}">
                <a16:creationId xmlns:a16="http://schemas.microsoft.com/office/drawing/2014/main" id="{83341C2A-73FF-4BE5-8452-230916D7E6AA}"/>
              </a:ext>
            </a:extLst>
          </p:cNvPr>
          <p:cNvSpPr>
            <a:spLocks noGrp="1"/>
          </p:cNvSpPr>
          <p:nvPr>
            <p:ph type="body" sz="quarter" idx="11"/>
          </p:nvPr>
        </p:nvSpPr>
        <p:spPr>
          <a:xfrm>
            <a:off x="5473700" y="1261533"/>
            <a:ext cx="6342671" cy="5217055"/>
          </a:xfrm>
        </p:spPr>
        <p:txBody>
          <a:bodyPr/>
          <a:lstStyle>
            <a:lvl1pPr marL="0" indent="0">
              <a:buNone/>
              <a:defRPr b="0"/>
            </a:lvl1pPr>
          </a:lstStyle>
          <a:p>
            <a:endParaRPr lang="en-GB" dirty="0"/>
          </a:p>
        </p:txBody>
      </p:sp>
    </p:spTree>
    <p:extLst>
      <p:ext uri="{BB962C8B-B14F-4D97-AF65-F5344CB8AC3E}">
        <p14:creationId xmlns:p14="http://schemas.microsoft.com/office/powerpoint/2010/main" val="2014169123"/>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Text Slide A">
    <p:spTree>
      <p:nvGrpSpPr>
        <p:cNvPr id="1" name=""/>
        <p:cNvGrpSpPr/>
        <p:nvPr/>
      </p:nvGrpSpPr>
      <p:grpSpPr>
        <a:xfrm>
          <a:off x="0" y="0"/>
          <a:ext cx="0" cy="0"/>
          <a:chOff x="0" y="0"/>
          <a:chExt cx="0" cy="0"/>
        </a:xfrm>
      </p:grpSpPr>
      <p:pic>
        <p:nvPicPr>
          <p:cNvPr id="40" name="Picture 39"/>
          <p:cNvPicPr>
            <a:picLocks noChangeAspect="1"/>
          </p:cNvPicPr>
          <p:nvPr userDrawn="1"/>
        </p:nvPicPr>
        <p:blipFill rotWithShape="1">
          <a:blip r:embed="rId2">
            <a:extLst>
              <a:ext uri="{28A0092B-C50C-407E-A947-70E740481C1C}">
                <a14:useLocalDpi xmlns:a14="http://schemas.microsoft.com/office/drawing/2010/main" val="0"/>
              </a:ext>
            </a:extLst>
          </a:blip>
          <a:srcRect l="42453"/>
          <a:stretch/>
        </p:blipFill>
        <p:spPr>
          <a:xfrm>
            <a:off x="0" y="3432381"/>
            <a:ext cx="5788325" cy="2584704"/>
          </a:xfrm>
          <a:prstGeom prst="rect">
            <a:avLst/>
          </a:prstGeom>
        </p:spPr>
      </p:pic>
      <p:sp>
        <p:nvSpPr>
          <p:cNvPr id="3" name="Text Placeholder 2"/>
          <p:cNvSpPr>
            <a:spLocks noGrp="1"/>
          </p:cNvSpPr>
          <p:nvPr>
            <p:ph type="body" sz="quarter" idx="10" hasCustomPrompt="1"/>
          </p:nvPr>
        </p:nvSpPr>
        <p:spPr>
          <a:xfrm>
            <a:off x="384784" y="1242034"/>
            <a:ext cx="3694112" cy="1962150"/>
          </a:xfrm>
        </p:spPr>
        <p:txBody>
          <a:bodyPr/>
          <a:lstStyle>
            <a:lvl1pPr marL="0" indent="0">
              <a:lnSpc>
                <a:spcPct val="90000"/>
              </a:lnSpc>
              <a:spcAft>
                <a:spcPts val="0"/>
              </a:spcAft>
              <a:buFont typeface="Arial" panose="020B0604020202020204" pitchFamily="34" charset="0"/>
              <a:buNone/>
              <a:defRPr sz="40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Page title </a:t>
            </a:r>
            <a:br>
              <a:rPr lang="en-US" dirty="0"/>
            </a:br>
            <a:r>
              <a:rPr lang="en-US" dirty="0"/>
              <a:t>to sit here</a:t>
            </a:r>
          </a:p>
        </p:txBody>
      </p:sp>
      <p:pic>
        <p:nvPicPr>
          <p:cNvPr id="6"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269737" y="377825"/>
            <a:ext cx="781218" cy="552176"/>
          </a:xfrm>
          <a:prstGeom prst="rect">
            <a:avLst/>
          </a:prstGeom>
        </p:spPr>
      </p:pic>
      <p:sp>
        <p:nvSpPr>
          <p:cNvPr id="5" name="Slide Number Placeholder 5">
            <a:extLst>
              <a:ext uri="{FF2B5EF4-FFF2-40B4-BE49-F238E27FC236}">
                <a16:creationId xmlns:a16="http://schemas.microsoft.com/office/drawing/2014/main" id="{408B1376-9C9D-45E5-9BBE-71B21FC9A529}"/>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7" name="Text Placeholder 6">
            <a:extLst>
              <a:ext uri="{FF2B5EF4-FFF2-40B4-BE49-F238E27FC236}">
                <a16:creationId xmlns:a16="http://schemas.microsoft.com/office/drawing/2014/main" id="{1E50EA61-94E4-4825-90F9-9FB7F4E8F34D}"/>
              </a:ext>
            </a:extLst>
          </p:cNvPr>
          <p:cNvSpPr>
            <a:spLocks noGrp="1"/>
          </p:cNvSpPr>
          <p:nvPr>
            <p:ph type="body" sz="quarter" idx="11"/>
          </p:nvPr>
        </p:nvSpPr>
        <p:spPr>
          <a:xfrm>
            <a:off x="5473700" y="1261533"/>
            <a:ext cx="6342671" cy="5217055"/>
          </a:xfrm>
        </p:spPr>
        <p:txBody>
          <a:bodyPr/>
          <a:lstStyle>
            <a:lvl1pPr marL="0" indent="0">
              <a:buNone/>
              <a:defRPr b="0"/>
            </a:lvl1pPr>
          </a:lstStyle>
          <a:p>
            <a:endParaRPr lang="en-GB" dirty="0"/>
          </a:p>
        </p:txBody>
      </p:sp>
    </p:spTree>
    <p:extLst>
      <p:ext uri="{BB962C8B-B14F-4D97-AF65-F5344CB8AC3E}">
        <p14:creationId xmlns:p14="http://schemas.microsoft.com/office/powerpoint/2010/main" val="372727254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1_Text and Image (half screen) 04">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Freeform 12">
            <a:extLst>
              <a:ext uri="{FF2B5EF4-FFF2-40B4-BE49-F238E27FC236}">
                <a16:creationId xmlns:a16="http://schemas.microsoft.com/office/drawing/2014/main" id="{7B0E7391-6002-FB45-BBA6-F3FB8D17702E}"/>
              </a:ext>
            </a:extLst>
          </p:cNvPr>
          <p:cNvSpPr/>
          <p:nvPr userDrawn="1"/>
        </p:nvSpPr>
        <p:spPr>
          <a:xfrm>
            <a:off x="373063" y="4996683"/>
            <a:ext cx="3800356" cy="1588056"/>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chemeClr val="accent4"/>
          </a:solidFill>
          <a:ln w="6350" cap="flat">
            <a:noFill/>
            <a:prstDash val="solid"/>
            <a:miter/>
          </a:ln>
        </p:spPr>
        <p:txBody>
          <a:bodyPr rtlCol="0" anchor="ctr"/>
          <a:lstStyle/>
          <a:p>
            <a:endParaRPr lang="en-GB"/>
          </a:p>
        </p:txBody>
      </p:sp>
      <p:sp>
        <p:nvSpPr>
          <p:cNvPr id="10" name="Text Placeholder 2">
            <a:extLst>
              <a:ext uri="{FF2B5EF4-FFF2-40B4-BE49-F238E27FC236}">
                <a16:creationId xmlns:a16="http://schemas.microsoft.com/office/drawing/2014/main" id="{5F3B2DBE-6810-4AC0-B237-4C05D67F11BA}"/>
              </a:ext>
            </a:extLst>
          </p:cNvPr>
          <p:cNvSpPr>
            <a:spLocks noGrp="1"/>
          </p:cNvSpPr>
          <p:nvPr>
            <p:ph type="body" sz="quarter" idx="12"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9" name="Slide Number Placeholder 5">
            <a:extLst>
              <a:ext uri="{FF2B5EF4-FFF2-40B4-BE49-F238E27FC236}">
                <a16:creationId xmlns:a16="http://schemas.microsoft.com/office/drawing/2014/main" id="{D9AE5860-C0B6-4F89-AE77-B2F4760B599B}"/>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4" name="Text Placeholder 7">
            <a:extLst>
              <a:ext uri="{FF2B5EF4-FFF2-40B4-BE49-F238E27FC236}">
                <a16:creationId xmlns:a16="http://schemas.microsoft.com/office/drawing/2014/main" id="{4759352F-E67E-4FE9-8363-4452B1CC29C4}"/>
              </a:ext>
            </a:extLst>
          </p:cNvPr>
          <p:cNvSpPr>
            <a:spLocks noGrp="1"/>
          </p:cNvSpPr>
          <p:nvPr>
            <p:ph type="body" sz="quarter" idx="11"/>
          </p:nvPr>
        </p:nvSpPr>
        <p:spPr>
          <a:xfrm>
            <a:off x="373063" y="1892636"/>
            <a:ext cx="6143484" cy="2742864"/>
          </a:xfrm>
        </p:spPr>
        <p:txBody>
          <a:bodyPr/>
          <a:lstStyle>
            <a:lvl1pPr marL="0" indent="0">
              <a:buNone/>
              <a:defRPr b="0"/>
            </a:lvl1pPr>
          </a:lstStyle>
          <a:p>
            <a:endParaRPr lang="en-GB" dirty="0"/>
          </a:p>
        </p:txBody>
      </p:sp>
    </p:spTree>
    <p:extLst>
      <p:ext uri="{BB962C8B-B14F-4D97-AF65-F5344CB8AC3E}">
        <p14:creationId xmlns:p14="http://schemas.microsoft.com/office/powerpoint/2010/main" val="2896131293"/>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1_Text and Image (half screen) 05">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9" name="Freeform 8">
            <a:extLst>
              <a:ext uri="{FF2B5EF4-FFF2-40B4-BE49-F238E27FC236}">
                <a16:creationId xmlns:a16="http://schemas.microsoft.com/office/drawing/2014/main" id="{995C290C-8FFE-F94A-AD94-999FF732A5AE}"/>
              </a:ext>
            </a:extLst>
          </p:cNvPr>
          <p:cNvSpPr/>
          <p:nvPr userDrawn="1"/>
        </p:nvSpPr>
        <p:spPr>
          <a:xfrm>
            <a:off x="2260600" y="4883058"/>
            <a:ext cx="3978156" cy="1808614"/>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chemeClr val="accent4"/>
          </a:solidFill>
          <a:ln w="6350" cap="flat">
            <a:noFill/>
            <a:prstDash val="solid"/>
            <a:miter/>
          </a:ln>
        </p:spPr>
        <p:txBody>
          <a:bodyPr rtlCol="0" anchor="ctr"/>
          <a:lstStyle/>
          <a:p>
            <a:endParaRPr lang="en-GB">
              <a:solidFill>
                <a:srgbClr val="FF0000"/>
              </a:solidFill>
            </a:endParaRPr>
          </a:p>
        </p:txBody>
      </p:sp>
      <p:sp>
        <p:nvSpPr>
          <p:cNvPr id="10" name="Slide Number Placeholder 5">
            <a:extLst>
              <a:ext uri="{FF2B5EF4-FFF2-40B4-BE49-F238E27FC236}">
                <a16:creationId xmlns:a16="http://schemas.microsoft.com/office/drawing/2014/main" id="{9F4F082C-21A3-4795-85E7-493095ABBEF1}"/>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8" name="Text Placeholder 2">
            <a:extLst>
              <a:ext uri="{FF2B5EF4-FFF2-40B4-BE49-F238E27FC236}">
                <a16:creationId xmlns:a16="http://schemas.microsoft.com/office/drawing/2014/main" id="{6EBB4AF7-2E97-4705-8E23-69D0121E65FA}"/>
              </a:ext>
            </a:extLst>
          </p:cNvPr>
          <p:cNvSpPr>
            <a:spLocks noGrp="1"/>
          </p:cNvSpPr>
          <p:nvPr>
            <p:ph type="body" sz="quarter" idx="14" hasCustomPrompt="1"/>
          </p:nvPr>
        </p:nvSpPr>
        <p:spPr>
          <a:xfrm>
            <a:off x="373063" y="1133145"/>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1" name="Text Placeholder 7">
            <a:extLst>
              <a:ext uri="{FF2B5EF4-FFF2-40B4-BE49-F238E27FC236}">
                <a16:creationId xmlns:a16="http://schemas.microsoft.com/office/drawing/2014/main" id="{FFC37F7E-8509-4F7C-9153-35620AE50A4A}"/>
              </a:ext>
            </a:extLst>
          </p:cNvPr>
          <p:cNvSpPr>
            <a:spLocks noGrp="1"/>
          </p:cNvSpPr>
          <p:nvPr>
            <p:ph type="body" sz="quarter" idx="11"/>
          </p:nvPr>
        </p:nvSpPr>
        <p:spPr>
          <a:xfrm>
            <a:off x="373063" y="1892636"/>
            <a:ext cx="6143484" cy="2742864"/>
          </a:xfrm>
        </p:spPr>
        <p:txBody>
          <a:bodyPr/>
          <a:lstStyle>
            <a:lvl1pPr marL="0" indent="0">
              <a:buNone/>
              <a:defRPr b="0"/>
            </a:lvl1pPr>
          </a:lstStyle>
          <a:p>
            <a:endParaRPr lang="en-GB" dirty="0"/>
          </a:p>
        </p:txBody>
      </p:sp>
    </p:spTree>
    <p:extLst>
      <p:ext uri="{BB962C8B-B14F-4D97-AF65-F5344CB8AC3E}">
        <p14:creationId xmlns:p14="http://schemas.microsoft.com/office/powerpoint/2010/main" val="3774000193"/>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1_Text and Image (half screen) 06">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grpSp>
        <p:nvGrpSpPr>
          <p:cNvPr id="9" name="Group 8">
            <a:extLst>
              <a:ext uri="{FF2B5EF4-FFF2-40B4-BE49-F238E27FC236}">
                <a16:creationId xmlns:a16="http://schemas.microsoft.com/office/drawing/2014/main" id="{468EB35F-FFAA-8442-BF5E-3C5271F7E98F}"/>
              </a:ext>
            </a:extLst>
          </p:cNvPr>
          <p:cNvGrpSpPr/>
          <p:nvPr userDrawn="1"/>
        </p:nvGrpSpPr>
        <p:grpSpPr>
          <a:xfrm>
            <a:off x="809430" y="4944517"/>
            <a:ext cx="5224040" cy="2153538"/>
            <a:chOff x="-2229" y="2361812"/>
            <a:chExt cx="11067619" cy="4514835"/>
          </a:xfrm>
          <a:solidFill>
            <a:schemeClr val="accent4"/>
          </a:solidFill>
        </p:grpSpPr>
        <p:sp>
          <p:nvSpPr>
            <p:cNvPr id="10" name="Freeform 9">
              <a:extLst>
                <a:ext uri="{FF2B5EF4-FFF2-40B4-BE49-F238E27FC236}">
                  <a16:creationId xmlns:a16="http://schemas.microsoft.com/office/drawing/2014/main" id="{AB1585F1-E215-1548-8637-7E8C0385C15A}"/>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4F563A89-DCDC-4C47-92E0-B3686C8D66F2}"/>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16" name="Freeform 15">
              <a:extLst>
                <a:ext uri="{FF2B5EF4-FFF2-40B4-BE49-F238E27FC236}">
                  <a16:creationId xmlns:a16="http://schemas.microsoft.com/office/drawing/2014/main" id="{DCBCC570-67B4-834A-BD7A-4A77AA290CC5}"/>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
        <p:nvSpPr>
          <p:cNvPr id="2" name="Rectangle 1">
            <a:extLst>
              <a:ext uri="{FF2B5EF4-FFF2-40B4-BE49-F238E27FC236}">
                <a16:creationId xmlns:a16="http://schemas.microsoft.com/office/drawing/2014/main" id="{9EFA3298-7FC1-5548-9F81-64937AC42EC6}"/>
              </a:ext>
            </a:extLst>
          </p:cNvPr>
          <p:cNvSpPr/>
          <p:nvPr userDrawn="1"/>
        </p:nvSpPr>
        <p:spPr>
          <a:xfrm>
            <a:off x="0" y="5647991"/>
            <a:ext cx="973290" cy="2088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Rectangle 16">
            <a:extLst>
              <a:ext uri="{FF2B5EF4-FFF2-40B4-BE49-F238E27FC236}">
                <a16:creationId xmlns:a16="http://schemas.microsoft.com/office/drawing/2014/main" id="{BEA52628-6F84-8C43-AB11-FEC583CBC488}"/>
              </a:ext>
            </a:extLst>
          </p:cNvPr>
          <p:cNvSpPr/>
          <p:nvPr userDrawn="1"/>
        </p:nvSpPr>
        <p:spPr>
          <a:xfrm>
            <a:off x="0" y="6186279"/>
            <a:ext cx="973290" cy="2088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Slide Number Placeholder 5">
            <a:extLst>
              <a:ext uri="{FF2B5EF4-FFF2-40B4-BE49-F238E27FC236}">
                <a16:creationId xmlns:a16="http://schemas.microsoft.com/office/drawing/2014/main" id="{63C0A894-CE35-4D5D-8748-553B91B4F5BC}"/>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8" name="Text Placeholder 2">
            <a:extLst>
              <a:ext uri="{FF2B5EF4-FFF2-40B4-BE49-F238E27FC236}">
                <a16:creationId xmlns:a16="http://schemas.microsoft.com/office/drawing/2014/main" id="{0F2D5D8A-AFE9-4D9A-B04C-8A0BB5E629A9}"/>
              </a:ext>
            </a:extLst>
          </p:cNvPr>
          <p:cNvSpPr>
            <a:spLocks noGrp="1"/>
          </p:cNvSpPr>
          <p:nvPr>
            <p:ph type="body" sz="quarter" idx="14" hasCustomPrompt="1"/>
          </p:nvPr>
        </p:nvSpPr>
        <p:spPr>
          <a:xfrm>
            <a:off x="373063" y="1133145"/>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9" name="Text Placeholder 7">
            <a:extLst>
              <a:ext uri="{FF2B5EF4-FFF2-40B4-BE49-F238E27FC236}">
                <a16:creationId xmlns:a16="http://schemas.microsoft.com/office/drawing/2014/main" id="{6D2A3021-76D5-4427-B3CB-789B0FA1F2FE}"/>
              </a:ext>
            </a:extLst>
          </p:cNvPr>
          <p:cNvSpPr>
            <a:spLocks noGrp="1"/>
          </p:cNvSpPr>
          <p:nvPr>
            <p:ph type="body" sz="quarter" idx="11"/>
          </p:nvPr>
        </p:nvSpPr>
        <p:spPr>
          <a:xfrm>
            <a:off x="373063" y="1892636"/>
            <a:ext cx="6143484" cy="2742864"/>
          </a:xfrm>
        </p:spPr>
        <p:txBody>
          <a:bodyPr/>
          <a:lstStyle>
            <a:lvl1pPr marL="0" indent="0">
              <a:buNone/>
              <a:defRPr b="0"/>
            </a:lvl1pPr>
          </a:lstStyle>
          <a:p>
            <a:endParaRPr lang="en-GB" dirty="0"/>
          </a:p>
        </p:txBody>
      </p:sp>
    </p:spTree>
    <p:extLst>
      <p:ext uri="{BB962C8B-B14F-4D97-AF65-F5344CB8AC3E}">
        <p14:creationId xmlns:p14="http://schemas.microsoft.com/office/powerpoint/2010/main" val="3999456662"/>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1_Text and Image (half screen) 07">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9" name="Freeform 8">
            <a:extLst>
              <a:ext uri="{FF2B5EF4-FFF2-40B4-BE49-F238E27FC236}">
                <a16:creationId xmlns:a16="http://schemas.microsoft.com/office/drawing/2014/main" id="{A47FC6CD-AA14-4D49-9723-6E8098A42BDE}"/>
              </a:ext>
            </a:extLst>
          </p:cNvPr>
          <p:cNvSpPr/>
          <p:nvPr userDrawn="1"/>
        </p:nvSpPr>
        <p:spPr>
          <a:xfrm>
            <a:off x="1089126" y="5113958"/>
            <a:ext cx="4705493" cy="1997697"/>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accent4"/>
          </a:solidFill>
          <a:ln w="6350" cap="flat">
            <a:noFill/>
            <a:prstDash val="solid"/>
            <a:miter/>
          </a:ln>
        </p:spPr>
        <p:txBody>
          <a:bodyPr rtlCol="0" anchor="ctr"/>
          <a:lstStyle/>
          <a:p>
            <a:endParaRPr lang="en-GB"/>
          </a:p>
        </p:txBody>
      </p:sp>
      <p:sp>
        <p:nvSpPr>
          <p:cNvPr id="10" name="Rectangle 9">
            <a:extLst>
              <a:ext uri="{FF2B5EF4-FFF2-40B4-BE49-F238E27FC236}">
                <a16:creationId xmlns:a16="http://schemas.microsoft.com/office/drawing/2014/main" id="{B4A67683-0430-4240-B4B7-D18D14CA47BF}"/>
              </a:ext>
            </a:extLst>
          </p:cNvPr>
          <p:cNvSpPr/>
          <p:nvPr userDrawn="1"/>
        </p:nvSpPr>
        <p:spPr>
          <a:xfrm>
            <a:off x="-2933" y="5945277"/>
            <a:ext cx="1465659" cy="3384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Text Placeholder 2">
            <a:extLst>
              <a:ext uri="{FF2B5EF4-FFF2-40B4-BE49-F238E27FC236}">
                <a16:creationId xmlns:a16="http://schemas.microsoft.com/office/drawing/2014/main" id="{568CBE16-9243-46B2-AB09-95C8191428C5}"/>
              </a:ext>
            </a:extLst>
          </p:cNvPr>
          <p:cNvSpPr>
            <a:spLocks noGrp="1"/>
          </p:cNvSpPr>
          <p:nvPr>
            <p:ph type="body" sz="quarter" idx="12" hasCustomPrompt="1"/>
          </p:nvPr>
        </p:nvSpPr>
        <p:spPr>
          <a:xfrm>
            <a:off x="373063" y="1133145"/>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3" name="Slide Number Placeholder 5">
            <a:extLst>
              <a:ext uri="{FF2B5EF4-FFF2-40B4-BE49-F238E27FC236}">
                <a16:creationId xmlns:a16="http://schemas.microsoft.com/office/drawing/2014/main" id="{3373DA12-ED5E-4FF3-9F6C-A932CC1C5AB4}"/>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1" name="Text Placeholder 7">
            <a:extLst>
              <a:ext uri="{FF2B5EF4-FFF2-40B4-BE49-F238E27FC236}">
                <a16:creationId xmlns:a16="http://schemas.microsoft.com/office/drawing/2014/main" id="{798DD8AB-C99D-45F0-B8BC-AE12BB8090F3}"/>
              </a:ext>
            </a:extLst>
          </p:cNvPr>
          <p:cNvSpPr>
            <a:spLocks noGrp="1"/>
          </p:cNvSpPr>
          <p:nvPr>
            <p:ph type="body" sz="quarter" idx="11"/>
          </p:nvPr>
        </p:nvSpPr>
        <p:spPr>
          <a:xfrm>
            <a:off x="373063" y="1892636"/>
            <a:ext cx="6143484" cy="2742864"/>
          </a:xfrm>
        </p:spPr>
        <p:txBody>
          <a:bodyPr/>
          <a:lstStyle>
            <a:lvl1pPr marL="0" indent="0">
              <a:buNone/>
              <a:defRPr b="0"/>
            </a:lvl1pPr>
          </a:lstStyle>
          <a:p>
            <a:endParaRPr lang="en-GB" dirty="0"/>
          </a:p>
        </p:txBody>
      </p:sp>
    </p:spTree>
    <p:extLst>
      <p:ext uri="{BB962C8B-B14F-4D97-AF65-F5344CB8AC3E}">
        <p14:creationId xmlns:p14="http://schemas.microsoft.com/office/powerpoint/2010/main" val="138222911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userDrawn="1">
  <p:cSld name="1_Arrow Left 04">
    <p:spTree>
      <p:nvGrpSpPr>
        <p:cNvPr id="1" name=""/>
        <p:cNvGrpSpPr/>
        <p:nvPr/>
      </p:nvGrpSpPr>
      <p:grpSpPr>
        <a:xfrm>
          <a:off x="0" y="0"/>
          <a:ext cx="0" cy="0"/>
          <a:chOff x="0" y="0"/>
          <a:chExt cx="0" cy="0"/>
        </a:xfrm>
      </p:grpSpPr>
      <p:pic>
        <p:nvPicPr>
          <p:cNvPr id="10" name="Graphic 31">
            <a:extLst>
              <a:ext uri="{FF2B5EF4-FFF2-40B4-BE49-F238E27FC236}">
                <a16:creationId xmlns:a16="http://schemas.microsoft.com/office/drawing/2014/main" id="{CCC3FDA3-772C-6242-A8B9-D7125563CE8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5" name="Freeform 14">
            <a:extLst>
              <a:ext uri="{FF2B5EF4-FFF2-40B4-BE49-F238E27FC236}">
                <a16:creationId xmlns:a16="http://schemas.microsoft.com/office/drawing/2014/main" id="{C80F07E2-51B4-654E-A1CA-3B756AF75623}"/>
              </a:ext>
            </a:extLst>
          </p:cNvPr>
          <p:cNvSpPr/>
          <p:nvPr userDrawn="1"/>
        </p:nvSpPr>
        <p:spPr>
          <a:xfrm>
            <a:off x="843210" y="4431729"/>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chemeClr val="accent3"/>
          </a:solidFill>
          <a:ln w="6350" cap="flat">
            <a:noFill/>
            <a:prstDash val="solid"/>
            <a:miter/>
          </a:ln>
        </p:spPr>
        <p:txBody>
          <a:bodyPr rtlCol="0" anchor="ctr"/>
          <a:lstStyle/>
          <a:p>
            <a:endParaRPr lang="en-GB" sz="1351"/>
          </a:p>
        </p:txBody>
      </p:sp>
      <p:sp>
        <p:nvSpPr>
          <p:cNvPr id="8" name="Text Placeholder 2">
            <a:extLst>
              <a:ext uri="{FF2B5EF4-FFF2-40B4-BE49-F238E27FC236}">
                <a16:creationId xmlns:a16="http://schemas.microsoft.com/office/drawing/2014/main" id="{401CBE07-42E3-4B39-BDDF-60F502220A9A}"/>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6" name="Slide Number Placeholder 5">
            <a:extLst>
              <a:ext uri="{FF2B5EF4-FFF2-40B4-BE49-F238E27FC236}">
                <a16:creationId xmlns:a16="http://schemas.microsoft.com/office/drawing/2014/main" id="{B2E02014-5771-41F0-9083-A94B1449F27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7" name="Text Placeholder 6">
            <a:extLst>
              <a:ext uri="{FF2B5EF4-FFF2-40B4-BE49-F238E27FC236}">
                <a16:creationId xmlns:a16="http://schemas.microsoft.com/office/drawing/2014/main" id="{EC879EDE-DC9B-4B44-9F37-A58CA524CA70}"/>
              </a:ext>
            </a:extLst>
          </p:cNvPr>
          <p:cNvSpPr>
            <a:spLocks noGrp="1"/>
          </p:cNvSpPr>
          <p:nvPr>
            <p:ph type="body" sz="quarter" idx="11"/>
          </p:nvPr>
        </p:nvSpPr>
        <p:spPr>
          <a:xfrm>
            <a:off x="5473700" y="1261533"/>
            <a:ext cx="6342671" cy="5217055"/>
          </a:xfrm>
        </p:spPr>
        <p:txBody>
          <a:bodyPr/>
          <a:lstStyle>
            <a:lvl1pPr marL="0" indent="0">
              <a:buNone/>
              <a:defRPr b="0"/>
            </a:lvl1pPr>
          </a:lstStyle>
          <a:p>
            <a:endParaRPr lang="en-GB" dirty="0"/>
          </a:p>
        </p:txBody>
      </p:sp>
    </p:spTree>
    <p:extLst>
      <p:ext uri="{BB962C8B-B14F-4D97-AF65-F5344CB8AC3E}">
        <p14:creationId xmlns:p14="http://schemas.microsoft.com/office/powerpoint/2010/main" val="4103510172"/>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userDrawn="1">
  <p:cSld name="1_Arrow Left_05">
    <p:spTree>
      <p:nvGrpSpPr>
        <p:cNvPr id="1" name=""/>
        <p:cNvGrpSpPr/>
        <p:nvPr/>
      </p:nvGrpSpPr>
      <p:grpSpPr>
        <a:xfrm>
          <a:off x="0" y="0"/>
          <a:ext cx="0" cy="0"/>
          <a:chOff x="0" y="0"/>
          <a:chExt cx="0" cy="0"/>
        </a:xfrm>
      </p:grpSpPr>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2" name="Freeform 11">
            <a:extLst>
              <a:ext uri="{FF2B5EF4-FFF2-40B4-BE49-F238E27FC236}">
                <a16:creationId xmlns:a16="http://schemas.microsoft.com/office/drawing/2014/main" id="{5AFE35B4-921A-C145-8647-3DC89DF1E25E}"/>
              </a:ext>
            </a:extLst>
          </p:cNvPr>
          <p:cNvSpPr/>
          <p:nvPr userDrawn="1"/>
        </p:nvSpPr>
        <p:spPr>
          <a:xfrm>
            <a:off x="532679" y="4141127"/>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chemeClr val="accent3"/>
          </a:solidFill>
          <a:ln w="6350" cap="flat">
            <a:noFill/>
            <a:prstDash val="solid"/>
            <a:miter/>
          </a:ln>
        </p:spPr>
        <p:txBody>
          <a:bodyPr rtlCol="0" anchor="ctr"/>
          <a:lstStyle/>
          <a:p>
            <a:endParaRPr lang="en-GB" sz="1351"/>
          </a:p>
        </p:txBody>
      </p:sp>
      <p:sp>
        <p:nvSpPr>
          <p:cNvPr id="7" name="Text Placeholder 2">
            <a:extLst>
              <a:ext uri="{FF2B5EF4-FFF2-40B4-BE49-F238E27FC236}">
                <a16:creationId xmlns:a16="http://schemas.microsoft.com/office/drawing/2014/main" id="{3225252A-8CEF-43E2-9274-7BF4B9F00480}"/>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8" name="Slide Number Placeholder 5">
            <a:extLst>
              <a:ext uri="{FF2B5EF4-FFF2-40B4-BE49-F238E27FC236}">
                <a16:creationId xmlns:a16="http://schemas.microsoft.com/office/drawing/2014/main" id="{0BD3CBC6-0348-4ED0-BA6D-3BF82E7D10E8}"/>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Text Placeholder 6">
            <a:extLst>
              <a:ext uri="{FF2B5EF4-FFF2-40B4-BE49-F238E27FC236}">
                <a16:creationId xmlns:a16="http://schemas.microsoft.com/office/drawing/2014/main" id="{679F881A-B30C-494F-9A57-517FCF4905C8}"/>
              </a:ext>
            </a:extLst>
          </p:cNvPr>
          <p:cNvSpPr>
            <a:spLocks noGrp="1"/>
          </p:cNvSpPr>
          <p:nvPr>
            <p:ph type="body" sz="quarter" idx="11"/>
          </p:nvPr>
        </p:nvSpPr>
        <p:spPr>
          <a:xfrm>
            <a:off x="5473700" y="1261533"/>
            <a:ext cx="6342671" cy="5217055"/>
          </a:xfrm>
        </p:spPr>
        <p:txBody>
          <a:bodyPr/>
          <a:lstStyle>
            <a:lvl1pPr marL="0" indent="0">
              <a:buNone/>
              <a:defRPr b="0"/>
            </a:lvl1pPr>
          </a:lstStyle>
          <a:p>
            <a:endParaRPr lang="en-GB" dirty="0"/>
          </a:p>
        </p:txBody>
      </p:sp>
    </p:spTree>
    <p:extLst>
      <p:ext uri="{BB962C8B-B14F-4D97-AF65-F5344CB8AC3E}">
        <p14:creationId xmlns:p14="http://schemas.microsoft.com/office/powerpoint/2010/main" val="112144795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1_Arrow Left 06">
    <p:spTree>
      <p:nvGrpSpPr>
        <p:cNvPr id="1" name=""/>
        <p:cNvGrpSpPr/>
        <p:nvPr/>
      </p:nvGrpSpPr>
      <p:grpSpPr>
        <a:xfrm>
          <a:off x="0" y="0"/>
          <a:ext cx="0" cy="0"/>
          <a:chOff x="0" y="0"/>
          <a:chExt cx="0" cy="0"/>
        </a:xfrm>
      </p:grpSpPr>
      <p:grpSp>
        <p:nvGrpSpPr>
          <p:cNvPr id="19" name="Group 18"/>
          <p:cNvGrpSpPr/>
          <p:nvPr userDrawn="1"/>
        </p:nvGrpSpPr>
        <p:grpSpPr>
          <a:xfrm>
            <a:off x="-754639" y="4113557"/>
            <a:ext cx="5797612" cy="2365031"/>
            <a:chOff x="-2229" y="2361812"/>
            <a:chExt cx="11067619" cy="4514835"/>
          </a:xfrm>
          <a:solidFill>
            <a:schemeClr val="accent3"/>
          </a:solidFill>
        </p:grpSpPr>
        <p:sp>
          <p:nvSpPr>
            <p:cNvPr id="20" name="Freeform 19">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1" name="Freeform 20">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2" name="Freeform 21">
              <a:extLst>
                <a:ext uri="{FF2B5EF4-FFF2-40B4-BE49-F238E27FC236}">
                  <a16:creationId xmlns:a16="http://schemas.microsoft.com/office/drawing/2014/main" id="{2F450B4C-241D-A544-BBEF-175E01D6A139}"/>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pic>
        <p:nvPicPr>
          <p:cNvPr id="10" name="Graphic 31">
            <a:extLst>
              <a:ext uri="{FF2B5EF4-FFF2-40B4-BE49-F238E27FC236}">
                <a16:creationId xmlns:a16="http://schemas.microsoft.com/office/drawing/2014/main" id="{CCC3FDA3-772C-6242-A8B9-D7125563CE8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2" name="Text Placeholder 2">
            <a:extLst>
              <a:ext uri="{FF2B5EF4-FFF2-40B4-BE49-F238E27FC236}">
                <a16:creationId xmlns:a16="http://schemas.microsoft.com/office/drawing/2014/main" id="{0511BD1D-4FB3-47E5-90D7-0CCF84C8CAFD}"/>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1" name="Slide Number Placeholder 5">
            <a:extLst>
              <a:ext uri="{FF2B5EF4-FFF2-40B4-BE49-F238E27FC236}">
                <a16:creationId xmlns:a16="http://schemas.microsoft.com/office/drawing/2014/main" id="{292F7B73-6958-4A1B-B8CA-0F5A9E902AA9}"/>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Text Placeholder 6">
            <a:extLst>
              <a:ext uri="{FF2B5EF4-FFF2-40B4-BE49-F238E27FC236}">
                <a16:creationId xmlns:a16="http://schemas.microsoft.com/office/drawing/2014/main" id="{51B248D0-3729-477D-A45B-4AC82FDBBD78}"/>
              </a:ext>
            </a:extLst>
          </p:cNvPr>
          <p:cNvSpPr>
            <a:spLocks noGrp="1"/>
          </p:cNvSpPr>
          <p:nvPr>
            <p:ph type="body" sz="quarter" idx="11"/>
          </p:nvPr>
        </p:nvSpPr>
        <p:spPr>
          <a:xfrm>
            <a:off x="5473700" y="1261533"/>
            <a:ext cx="6342671" cy="5217055"/>
          </a:xfrm>
        </p:spPr>
        <p:txBody>
          <a:bodyPr/>
          <a:lstStyle>
            <a:lvl1pPr marL="0" indent="0">
              <a:buNone/>
              <a:defRPr b="0"/>
            </a:lvl1pPr>
          </a:lstStyle>
          <a:p>
            <a:endParaRPr lang="en-GB" dirty="0"/>
          </a:p>
        </p:txBody>
      </p:sp>
    </p:spTree>
    <p:extLst>
      <p:ext uri="{BB962C8B-B14F-4D97-AF65-F5344CB8AC3E}">
        <p14:creationId xmlns:p14="http://schemas.microsoft.com/office/powerpoint/2010/main" val="219896312"/>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userDrawn="1">
  <p:cSld name="1_Arrow Left_07">
    <p:spTree>
      <p:nvGrpSpPr>
        <p:cNvPr id="1" name=""/>
        <p:cNvGrpSpPr/>
        <p:nvPr/>
      </p:nvGrpSpPr>
      <p:grpSpPr>
        <a:xfrm>
          <a:off x="0" y="0"/>
          <a:ext cx="0" cy="0"/>
          <a:chOff x="0" y="0"/>
          <a:chExt cx="0" cy="0"/>
        </a:xfrm>
      </p:grpSpPr>
      <p:sp>
        <p:nvSpPr>
          <p:cNvPr id="13" name="Freeform 12">
            <a:extLst>
              <a:ext uri="{FF2B5EF4-FFF2-40B4-BE49-F238E27FC236}">
                <a16:creationId xmlns:a16="http://schemas.microsoft.com/office/drawing/2014/main" id="{BA8E277A-0AB8-D043-A382-89558AF5F60C}"/>
              </a:ext>
            </a:extLst>
          </p:cNvPr>
          <p:cNvSpPr/>
          <p:nvPr userDrawn="1"/>
        </p:nvSpPr>
        <p:spPr>
          <a:xfrm>
            <a:off x="-533400" y="4101323"/>
            <a:ext cx="5300406" cy="2250265"/>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accent3"/>
          </a:solidFill>
          <a:ln w="6350" cap="flat">
            <a:noFill/>
            <a:prstDash val="solid"/>
            <a:miter/>
          </a:ln>
        </p:spPr>
        <p:txBody>
          <a:bodyPr rtlCol="0" anchor="ctr"/>
          <a:lstStyle/>
          <a:p>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7" name="Text Placeholder 2">
            <a:extLst>
              <a:ext uri="{FF2B5EF4-FFF2-40B4-BE49-F238E27FC236}">
                <a16:creationId xmlns:a16="http://schemas.microsoft.com/office/drawing/2014/main" id="{F49E4ACF-1E9A-40C0-8732-68C6F8A2CD5A}"/>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8" name="Slide Number Placeholder 5">
            <a:extLst>
              <a:ext uri="{FF2B5EF4-FFF2-40B4-BE49-F238E27FC236}">
                <a16:creationId xmlns:a16="http://schemas.microsoft.com/office/drawing/2014/main" id="{A120D91C-D1E9-43DD-9588-6136E19DC5B7}"/>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Text Placeholder 6">
            <a:extLst>
              <a:ext uri="{FF2B5EF4-FFF2-40B4-BE49-F238E27FC236}">
                <a16:creationId xmlns:a16="http://schemas.microsoft.com/office/drawing/2014/main" id="{B721D982-41CB-4649-9208-82A8115B6F01}"/>
              </a:ext>
            </a:extLst>
          </p:cNvPr>
          <p:cNvSpPr>
            <a:spLocks noGrp="1"/>
          </p:cNvSpPr>
          <p:nvPr>
            <p:ph type="body" sz="quarter" idx="11"/>
          </p:nvPr>
        </p:nvSpPr>
        <p:spPr>
          <a:xfrm>
            <a:off x="5473700" y="1261533"/>
            <a:ext cx="6342671" cy="5217055"/>
          </a:xfrm>
        </p:spPr>
        <p:txBody>
          <a:bodyPr/>
          <a:lstStyle>
            <a:lvl1pPr marL="0" indent="0">
              <a:buNone/>
              <a:defRPr b="0"/>
            </a:lvl1pPr>
          </a:lstStyle>
          <a:p>
            <a:endParaRPr lang="en-GB" dirty="0"/>
          </a:p>
        </p:txBody>
      </p:sp>
    </p:spTree>
    <p:extLst>
      <p:ext uri="{BB962C8B-B14F-4D97-AF65-F5344CB8AC3E}">
        <p14:creationId xmlns:p14="http://schemas.microsoft.com/office/powerpoint/2010/main" val="122075330"/>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1_Text and Image (half screen) 02">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9" name="Freeform 8">
            <a:extLst>
              <a:ext uri="{FF2B5EF4-FFF2-40B4-BE49-F238E27FC236}">
                <a16:creationId xmlns:a16="http://schemas.microsoft.com/office/drawing/2014/main" id="{0469B6E3-6CD5-4D4F-A57C-003069CEB064}"/>
              </a:ext>
            </a:extLst>
          </p:cNvPr>
          <p:cNvSpPr/>
          <p:nvPr userDrawn="1"/>
        </p:nvSpPr>
        <p:spPr>
          <a:xfrm>
            <a:off x="1789084" y="4890533"/>
            <a:ext cx="4478918" cy="2197205"/>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accent3"/>
          </a:solidFill>
          <a:ln w="6350" cap="flat">
            <a:noFill/>
            <a:prstDash val="solid"/>
            <a:miter/>
          </a:ln>
        </p:spPr>
        <p:txBody>
          <a:bodyPr rtlCol="0" anchor="ctr"/>
          <a:lstStyle/>
          <a:p>
            <a:endParaRPr lang="en-GB" sz="1351"/>
          </a:p>
        </p:txBody>
      </p:sp>
      <p:sp>
        <p:nvSpPr>
          <p:cNvPr id="10" name="Rectangle 9">
            <a:extLst>
              <a:ext uri="{FF2B5EF4-FFF2-40B4-BE49-F238E27FC236}">
                <a16:creationId xmlns:a16="http://schemas.microsoft.com/office/drawing/2014/main" id="{01838B36-A078-CF4D-A693-2C3B6B5F0CD6}"/>
              </a:ext>
            </a:extLst>
          </p:cNvPr>
          <p:cNvSpPr/>
          <p:nvPr userDrawn="1"/>
        </p:nvSpPr>
        <p:spPr>
          <a:xfrm>
            <a:off x="0" y="5832402"/>
            <a:ext cx="3047640" cy="338865"/>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Slide Number Placeholder 5">
            <a:extLst>
              <a:ext uri="{FF2B5EF4-FFF2-40B4-BE49-F238E27FC236}">
                <a16:creationId xmlns:a16="http://schemas.microsoft.com/office/drawing/2014/main" id="{3CEE3D7F-91EC-47CB-86E2-77D5DE1A2071}"/>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8" name="Text Placeholder 2">
            <a:extLst>
              <a:ext uri="{FF2B5EF4-FFF2-40B4-BE49-F238E27FC236}">
                <a16:creationId xmlns:a16="http://schemas.microsoft.com/office/drawing/2014/main" id="{DA12DBF6-DDF6-4705-B10E-4742D0F2A735}"/>
              </a:ext>
            </a:extLst>
          </p:cNvPr>
          <p:cNvSpPr>
            <a:spLocks noGrp="1"/>
          </p:cNvSpPr>
          <p:nvPr>
            <p:ph type="body" sz="quarter" idx="14"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3" name="Text Placeholder 7">
            <a:extLst>
              <a:ext uri="{FF2B5EF4-FFF2-40B4-BE49-F238E27FC236}">
                <a16:creationId xmlns:a16="http://schemas.microsoft.com/office/drawing/2014/main" id="{13F4F259-26B2-4677-AE17-D14181EB82F5}"/>
              </a:ext>
            </a:extLst>
          </p:cNvPr>
          <p:cNvSpPr>
            <a:spLocks noGrp="1"/>
          </p:cNvSpPr>
          <p:nvPr>
            <p:ph type="body" sz="quarter" idx="11"/>
          </p:nvPr>
        </p:nvSpPr>
        <p:spPr>
          <a:xfrm>
            <a:off x="373063" y="1892636"/>
            <a:ext cx="6143484" cy="2742864"/>
          </a:xfrm>
        </p:spPr>
        <p:txBody>
          <a:bodyPr/>
          <a:lstStyle>
            <a:lvl1pPr marL="0" indent="0">
              <a:buNone/>
              <a:defRPr b="0"/>
            </a:lvl1pPr>
          </a:lstStyle>
          <a:p>
            <a:endParaRPr lang="en-GB" dirty="0"/>
          </a:p>
        </p:txBody>
      </p:sp>
    </p:spTree>
    <p:extLst>
      <p:ext uri="{BB962C8B-B14F-4D97-AF65-F5344CB8AC3E}">
        <p14:creationId xmlns:p14="http://schemas.microsoft.com/office/powerpoint/2010/main" val="2576168434"/>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1_Text and Image (half screen) 01">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6" name="Freeform 15">
            <a:extLst>
              <a:ext uri="{FF2B5EF4-FFF2-40B4-BE49-F238E27FC236}">
                <a16:creationId xmlns:a16="http://schemas.microsoft.com/office/drawing/2014/main" id="{C244723F-EF77-3046-B511-E60DA7907AC2}"/>
              </a:ext>
            </a:extLst>
          </p:cNvPr>
          <p:cNvSpPr/>
          <p:nvPr userDrawn="1"/>
        </p:nvSpPr>
        <p:spPr>
          <a:xfrm>
            <a:off x="2422102" y="4970822"/>
            <a:ext cx="3546719" cy="1739900"/>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accent3"/>
          </a:solidFill>
          <a:ln w="6350" cap="flat">
            <a:noFill/>
            <a:prstDash val="solid"/>
            <a:miter/>
          </a:ln>
        </p:spPr>
        <p:txBody>
          <a:bodyPr rtlCol="0" anchor="ctr"/>
          <a:lstStyle/>
          <a:p>
            <a:endParaRPr lang="en-GB" sz="1351"/>
          </a:p>
        </p:txBody>
      </p:sp>
      <p:sp>
        <p:nvSpPr>
          <p:cNvPr id="9" name="Slide Number Placeholder 5">
            <a:extLst>
              <a:ext uri="{FF2B5EF4-FFF2-40B4-BE49-F238E27FC236}">
                <a16:creationId xmlns:a16="http://schemas.microsoft.com/office/drawing/2014/main" id="{9B2D9328-9CFC-4681-96FF-77C4AB52BC7C}"/>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8" name="Text Placeholder 2">
            <a:extLst>
              <a:ext uri="{FF2B5EF4-FFF2-40B4-BE49-F238E27FC236}">
                <a16:creationId xmlns:a16="http://schemas.microsoft.com/office/drawing/2014/main" id="{F0F8BB63-A7D0-443F-A4D9-CBEDEBA89F97}"/>
              </a:ext>
            </a:extLst>
          </p:cNvPr>
          <p:cNvSpPr>
            <a:spLocks noGrp="1"/>
          </p:cNvSpPr>
          <p:nvPr>
            <p:ph type="body" sz="quarter" idx="14"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0" name="Text Placeholder 7">
            <a:extLst>
              <a:ext uri="{FF2B5EF4-FFF2-40B4-BE49-F238E27FC236}">
                <a16:creationId xmlns:a16="http://schemas.microsoft.com/office/drawing/2014/main" id="{0B92FB0B-A9D4-4957-A766-FEAFF10CA747}"/>
              </a:ext>
            </a:extLst>
          </p:cNvPr>
          <p:cNvSpPr>
            <a:spLocks noGrp="1"/>
          </p:cNvSpPr>
          <p:nvPr>
            <p:ph type="body" sz="quarter" idx="11"/>
          </p:nvPr>
        </p:nvSpPr>
        <p:spPr>
          <a:xfrm>
            <a:off x="373063" y="1892636"/>
            <a:ext cx="6143484" cy="2742864"/>
          </a:xfrm>
        </p:spPr>
        <p:txBody>
          <a:bodyPr/>
          <a:lstStyle>
            <a:lvl1pPr marL="0" indent="0">
              <a:buNone/>
              <a:defRPr b="0"/>
            </a:lvl1pPr>
          </a:lstStyle>
          <a:p>
            <a:endParaRPr lang="en-GB" dirty="0"/>
          </a:p>
        </p:txBody>
      </p:sp>
    </p:spTree>
    <p:extLst>
      <p:ext uri="{BB962C8B-B14F-4D97-AF65-F5344CB8AC3E}">
        <p14:creationId xmlns:p14="http://schemas.microsoft.com/office/powerpoint/2010/main" val="1560674613"/>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1_Text and Image (half screen) 03">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4" name="Freeform 13">
            <a:extLst>
              <a:ext uri="{FF2B5EF4-FFF2-40B4-BE49-F238E27FC236}">
                <a16:creationId xmlns:a16="http://schemas.microsoft.com/office/drawing/2014/main" id="{B3ABDBCC-56D7-7941-A0AC-0A070DEBA30C}"/>
              </a:ext>
            </a:extLst>
          </p:cNvPr>
          <p:cNvSpPr/>
          <p:nvPr userDrawn="1"/>
        </p:nvSpPr>
        <p:spPr>
          <a:xfrm>
            <a:off x="2980995" y="4828704"/>
            <a:ext cx="3115005" cy="3543735"/>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accent3"/>
          </a:solidFill>
          <a:ln w="6350" cap="flat">
            <a:noFill/>
            <a:prstDash val="solid"/>
            <a:miter/>
          </a:ln>
        </p:spPr>
        <p:txBody>
          <a:bodyPr rtlCol="0" anchor="ctr"/>
          <a:lstStyle/>
          <a:p>
            <a:endParaRPr lang="en-GB"/>
          </a:p>
        </p:txBody>
      </p:sp>
      <p:sp>
        <p:nvSpPr>
          <p:cNvPr id="9" name="Slide Number Placeholder 5">
            <a:extLst>
              <a:ext uri="{FF2B5EF4-FFF2-40B4-BE49-F238E27FC236}">
                <a16:creationId xmlns:a16="http://schemas.microsoft.com/office/drawing/2014/main" id="{3C562CB5-885C-4340-835C-442D717FB945}"/>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8" name="Text Placeholder 2">
            <a:extLst>
              <a:ext uri="{FF2B5EF4-FFF2-40B4-BE49-F238E27FC236}">
                <a16:creationId xmlns:a16="http://schemas.microsoft.com/office/drawing/2014/main" id="{7FBA81F6-8E89-4DB2-BA0B-73E3237A970B}"/>
              </a:ext>
            </a:extLst>
          </p:cNvPr>
          <p:cNvSpPr>
            <a:spLocks noGrp="1"/>
          </p:cNvSpPr>
          <p:nvPr>
            <p:ph type="body" sz="quarter" idx="14"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1" name="Text Placeholder 7">
            <a:extLst>
              <a:ext uri="{FF2B5EF4-FFF2-40B4-BE49-F238E27FC236}">
                <a16:creationId xmlns:a16="http://schemas.microsoft.com/office/drawing/2014/main" id="{94E6F44B-181A-448F-A307-E82F96114CE0}"/>
              </a:ext>
            </a:extLst>
          </p:cNvPr>
          <p:cNvSpPr>
            <a:spLocks noGrp="1"/>
          </p:cNvSpPr>
          <p:nvPr>
            <p:ph type="body" sz="quarter" idx="11"/>
          </p:nvPr>
        </p:nvSpPr>
        <p:spPr>
          <a:xfrm>
            <a:off x="373063" y="1892636"/>
            <a:ext cx="6143484" cy="2742864"/>
          </a:xfrm>
        </p:spPr>
        <p:txBody>
          <a:bodyPr/>
          <a:lstStyle>
            <a:lvl1pPr marL="0" indent="0">
              <a:buNone/>
              <a:defRPr b="0"/>
            </a:lvl1pPr>
          </a:lstStyle>
          <a:p>
            <a:endParaRPr lang="en-GB" dirty="0"/>
          </a:p>
        </p:txBody>
      </p:sp>
    </p:spTree>
    <p:extLst>
      <p:ext uri="{BB962C8B-B14F-4D97-AF65-F5344CB8AC3E}">
        <p14:creationId xmlns:p14="http://schemas.microsoft.com/office/powerpoint/2010/main" val="2328201532"/>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preserve="1" userDrawn="1">
  <p:cSld name="Contents or agenda">
    <p:spTree>
      <p:nvGrpSpPr>
        <p:cNvPr id="1" name=""/>
        <p:cNvGrpSpPr/>
        <p:nvPr/>
      </p:nvGrpSpPr>
      <p:grpSpPr>
        <a:xfrm>
          <a:off x="0" y="0"/>
          <a:ext cx="0" cy="0"/>
          <a:chOff x="0" y="0"/>
          <a:chExt cx="0" cy="0"/>
        </a:xfrm>
      </p:grpSpPr>
      <p:cxnSp>
        <p:nvCxnSpPr>
          <p:cNvPr id="13" name="Straight Connector 12"/>
          <p:cNvCxnSpPr/>
          <p:nvPr userDrawn="1"/>
        </p:nvCxnSpPr>
        <p:spPr>
          <a:xfrm>
            <a:off x="3101975" y="1925767"/>
            <a:ext cx="8523287" cy="0"/>
          </a:xfrm>
          <a:prstGeom prst="line">
            <a:avLst/>
          </a:prstGeom>
          <a:ln w="19050">
            <a:solidFill>
              <a:srgbClr val="004050"/>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userDrawn="1"/>
        </p:nvCxnSpPr>
        <p:spPr>
          <a:xfrm>
            <a:off x="3101975" y="2587060"/>
            <a:ext cx="8523287" cy="0"/>
          </a:xfrm>
          <a:prstGeom prst="line">
            <a:avLst/>
          </a:prstGeom>
          <a:ln w="19050">
            <a:solidFill>
              <a:srgbClr val="00405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userDrawn="1"/>
        </p:nvCxnSpPr>
        <p:spPr>
          <a:xfrm>
            <a:off x="3101975" y="3248353"/>
            <a:ext cx="8523287" cy="0"/>
          </a:xfrm>
          <a:prstGeom prst="line">
            <a:avLst/>
          </a:prstGeom>
          <a:ln w="19050">
            <a:solidFill>
              <a:srgbClr val="004050"/>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userDrawn="1"/>
        </p:nvCxnSpPr>
        <p:spPr>
          <a:xfrm>
            <a:off x="3101975" y="3909646"/>
            <a:ext cx="8523287" cy="0"/>
          </a:xfrm>
          <a:prstGeom prst="line">
            <a:avLst/>
          </a:prstGeom>
          <a:ln w="19050">
            <a:solidFill>
              <a:srgbClr val="004050"/>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userDrawn="1"/>
        </p:nvCxnSpPr>
        <p:spPr>
          <a:xfrm>
            <a:off x="3101975" y="4570939"/>
            <a:ext cx="8523287" cy="0"/>
          </a:xfrm>
          <a:prstGeom prst="line">
            <a:avLst/>
          </a:prstGeom>
          <a:ln w="19050">
            <a:solidFill>
              <a:srgbClr val="004050"/>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userDrawn="1"/>
        </p:nvCxnSpPr>
        <p:spPr>
          <a:xfrm>
            <a:off x="3101975" y="5232231"/>
            <a:ext cx="8523287" cy="0"/>
          </a:xfrm>
          <a:prstGeom prst="line">
            <a:avLst/>
          </a:prstGeom>
          <a:ln w="19050">
            <a:solidFill>
              <a:srgbClr val="004050"/>
            </a:solidFill>
          </a:ln>
        </p:spPr>
        <p:style>
          <a:lnRef idx="1">
            <a:schemeClr val="accent1"/>
          </a:lnRef>
          <a:fillRef idx="0">
            <a:schemeClr val="accent1"/>
          </a:fillRef>
          <a:effectRef idx="0">
            <a:schemeClr val="accent1"/>
          </a:effectRef>
          <a:fontRef idx="minor">
            <a:schemeClr val="tx1"/>
          </a:fontRef>
        </p:style>
      </p:cxnSp>
      <p:pic>
        <p:nvPicPr>
          <p:cNvPr id="37" name="Picture 3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rot="10800000">
            <a:off x="-25640" y="3666044"/>
            <a:ext cx="2923326" cy="2198740"/>
          </a:xfrm>
          <a:prstGeom prst="rect">
            <a:avLst/>
          </a:prstGeom>
        </p:spPr>
      </p:pic>
      <p:sp>
        <p:nvSpPr>
          <p:cNvPr id="30" name="Text Placeholder 2"/>
          <p:cNvSpPr>
            <a:spLocks noGrp="1"/>
          </p:cNvSpPr>
          <p:nvPr>
            <p:ph type="body" sz="quarter" idx="10" hasCustomPrompt="1"/>
          </p:nvPr>
        </p:nvSpPr>
        <p:spPr>
          <a:xfrm>
            <a:off x="384784" y="1925767"/>
            <a:ext cx="2521449" cy="1962150"/>
          </a:xfrm>
        </p:spPr>
        <p:txBody>
          <a:bodyPr/>
          <a:lstStyle>
            <a:lvl1pPr marL="0" indent="0">
              <a:lnSpc>
                <a:spcPct val="90000"/>
              </a:lnSpc>
              <a:spcAft>
                <a:spcPts val="0"/>
              </a:spcAft>
              <a:buFont typeface="Arial" panose="020B0604020202020204" pitchFamily="34" charset="0"/>
              <a:buNone/>
              <a:defRPr sz="3200" cap="all"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ADD TITLE</a:t>
            </a:r>
          </a:p>
        </p:txBody>
      </p:sp>
      <p:sp>
        <p:nvSpPr>
          <p:cNvPr id="5" name="Text Placeholder 4"/>
          <p:cNvSpPr>
            <a:spLocks noGrp="1"/>
          </p:cNvSpPr>
          <p:nvPr>
            <p:ph type="body" sz="quarter" idx="11" hasCustomPrompt="1"/>
          </p:nvPr>
        </p:nvSpPr>
        <p:spPr>
          <a:xfrm>
            <a:off x="3299565" y="2060614"/>
            <a:ext cx="951760" cy="426737"/>
          </a:xfrm>
        </p:spPr>
        <p:txBody>
          <a:bodyPr/>
          <a:lstStyle>
            <a:lvl1pPr marL="0" indent="0">
              <a:lnSpc>
                <a:spcPct val="100000"/>
              </a:lnSpc>
              <a:spcAft>
                <a:spcPts val="0"/>
              </a:spcAft>
              <a:buFont typeface="Arial" panose="020B0604020202020204" pitchFamily="34" charset="0"/>
              <a:buNone/>
              <a:defRPr sz="2800"/>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GB" dirty="0"/>
              <a:t>TEXT</a:t>
            </a:r>
          </a:p>
        </p:txBody>
      </p:sp>
      <p:sp>
        <p:nvSpPr>
          <p:cNvPr id="7" name="Text Placeholder 6"/>
          <p:cNvSpPr>
            <a:spLocks noGrp="1"/>
          </p:cNvSpPr>
          <p:nvPr>
            <p:ph type="body" sz="quarter" idx="12" hasCustomPrompt="1"/>
          </p:nvPr>
        </p:nvSpPr>
        <p:spPr>
          <a:xfrm>
            <a:off x="5037138" y="2107781"/>
            <a:ext cx="6588125" cy="376285"/>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b="0"/>
            </a:lvl1pPr>
          </a:lstStyle>
          <a:p>
            <a:pPr marL="0" marR="0" lvl="0" indent="0" algn="l" defTabSz="914400" rtl="0" eaLnBrk="1" fontAlgn="auto" latinLnBrk="0" hangingPunct="1">
              <a:lnSpc>
                <a:spcPts val="2200"/>
              </a:lnSpc>
              <a:spcBef>
                <a:spcPts val="0"/>
              </a:spcBef>
              <a:spcAft>
                <a:spcPts val="650"/>
              </a:spcAft>
              <a:buClrTx/>
              <a:buSzPct val="115000"/>
              <a:buFontTx/>
              <a:buNone/>
              <a:tabLst/>
              <a:defRPr/>
            </a:pPr>
            <a:r>
              <a:rPr lang="en-GB" sz="1800" b="0" i="0" kern="1200" dirty="0">
                <a:solidFill>
                  <a:srgbClr val="004050"/>
                </a:solidFill>
                <a:latin typeface="Montserrat"/>
                <a:ea typeface="+mn-ea"/>
                <a:cs typeface="Montserrat"/>
              </a:rPr>
              <a:t>Lorem ipsum </a:t>
            </a:r>
            <a:r>
              <a:rPr lang="en-GB" sz="1800" b="0" i="0" kern="1200" dirty="0" err="1">
                <a:solidFill>
                  <a:srgbClr val="004050"/>
                </a:solidFill>
                <a:latin typeface="Montserrat"/>
                <a:ea typeface="+mn-ea"/>
                <a:cs typeface="Montserrat"/>
              </a:rPr>
              <a:t>dolor</a:t>
            </a:r>
            <a:r>
              <a:rPr lang="en-GB" sz="1800" b="0" i="0" kern="1200" dirty="0">
                <a:solidFill>
                  <a:srgbClr val="004050"/>
                </a:solidFill>
                <a:latin typeface="Montserrat"/>
                <a:ea typeface="+mn-ea"/>
                <a:cs typeface="Montserrat"/>
              </a:rPr>
              <a:t> sit </a:t>
            </a:r>
            <a:r>
              <a:rPr lang="en-GB" sz="1800" b="0" i="0" kern="1200" dirty="0" err="1">
                <a:solidFill>
                  <a:srgbClr val="004050"/>
                </a:solidFill>
                <a:latin typeface="Montserrat"/>
                <a:ea typeface="+mn-ea"/>
                <a:cs typeface="Montserrat"/>
              </a:rPr>
              <a:t>amet</a:t>
            </a:r>
            <a:endParaRPr lang="en-GB" sz="1800" dirty="0">
              <a:solidFill>
                <a:srgbClr val="004050"/>
              </a:solidFill>
            </a:endParaRPr>
          </a:p>
          <a:p>
            <a:pPr lvl="0"/>
            <a:endParaRPr lang="en-GB" dirty="0"/>
          </a:p>
        </p:txBody>
      </p:sp>
      <p:sp>
        <p:nvSpPr>
          <p:cNvPr id="38" name="Text Placeholder 4"/>
          <p:cNvSpPr>
            <a:spLocks noGrp="1"/>
          </p:cNvSpPr>
          <p:nvPr>
            <p:ph type="body" sz="quarter" idx="13" hasCustomPrompt="1"/>
          </p:nvPr>
        </p:nvSpPr>
        <p:spPr>
          <a:xfrm>
            <a:off x="3299565" y="2721905"/>
            <a:ext cx="951760" cy="426737"/>
          </a:xfrm>
        </p:spPr>
        <p:txBody>
          <a:bodyPr/>
          <a:lstStyle>
            <a:lvl1pPr marL="0" indent="0">
              <a:lnSpc>
                <a:spcPct val="100000"/>
              </a:lnSpc>
              <a:spcAft>
                <a:spcPts val="0"/>
              </a:spcAft>
              <a:buFont typeface="Arial" panose="020B0604020202020204" pitchFamily="34" charset="0"/>
              <a:buNone/>
              <a:defRPr sz="2800"/>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GB" dirty="0"/>
              <a:t>TEXT</a:t>
            </a:r>
          </a:p>
        </p:txBody>
      </p:sp>
      <p:sp>
        <p:nvSpPr>
          <p:cNvPr id="39" name="Text Placeholder 6"/>
          <p:cNvSpPr>
            <a:spLocks noGrp="1"/>
          </p:cNvSpPr>
          <p:nvPr>
            <p:ph type="body" sz="quarter" idx="14" hasCustomPrompt="1"/>
          </p:nvPr>
        </p:nvSpPr>
        <p:spPr>
          <a:xfrm>
            <a:off x="5037138" y="2769072"/>
            <a:ext cx="6588125" cy="376285"/>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b="0"/>
            </a:lvl1pPr>
          </a:lstStyle>
          <a:p>
            <a:pPr marL="0" marR="0" lvl="0" indent="0" algn="l" defTabSz="914400" rtl="0" eaLnBrk="1" fontAlgn="auto" latinLnBrk="0" hangingPunct="1">
              <a:lnSpc>
                <a:spcPts val="2200"/>
              </a:lnSpc>
              <a:spcBef>
                <a:spcPts val="0"/>
              </a:spcBef>
              <a:spcAft>
                <a:spcPts val="650"/>
              </a:spcAft>
              <a:buClrTx/>
              <a:buSzPct val="115000"/>
              <a:buFontTx/>
              <a:buNone/>
              <a:tabLst/>
              <a:defRPr/>
            </a:pPr>
            <a:r>
              <a:rPr lang="en-GB" sz="1800" b="0" i="0" kern="1200" dirty="0">
                <a:solidFill>
                  <a:srgbClr val="004050"/>
                </a:solidFill>
                <a:latin typeface="Montserrat"/>
                <a:ea typeface="+mn-ea"/>
                <a:cs typeface="Montserrat"/>
              </a:rPr>
              <a:t>Lorem ipsum </a:t>
            </a:r>
            <a:r>
              <a:rPr lang="en-GB" sz="1800" b="0" i="0" kern="1200" dirty="0" err="1">
                <a:solidFill>
                  <a:srgbClr val="004050"/>
                </a:solidFill>
                <a:latin typeface="Montserrat"/>
                <a:ea typeface="+mn-ea"/>
                <a:cs typeface="Montserrat"/>
              </a:rPr>
              <a:t>dolor</a:t>
            </a:r>
            <a:r>
              <a:rPr lang="en-GB" sz="1800" b="0" i="0" kern="1200" dirty="0">
                <a:solidFill>
                  <a:srgbClr val="004050"/>
                </a:solidFill>
                <a:latin typeface="Montserrat"/>
                <a:ea typeface="+mn-ea"/>
                <a:cs typeface="Montserrat"/>
              </a:rPr>
              <a:t> sit </a:t>
            </a:r>
            <a:r>
              <a:rPr lang="en-GB" sz="1800" b="0" i="0" kern="1200" dirty="0" err="1">
                <a:solidFill>
                  <a:srgbClr val="004050"/>
                </a:solidFill>
                <a:latin typeface="Montserrat"/>
                <a:ea typeface="+mn-ea"/>
                <a:cs typeface="Montserrat"/>
              </a:rPr>
              <a:t>amet</a:t>
            </a:r>
            <a:endParaRPr lang="en-GB" sz="1800" dirty="0">
              <a:solidFill>
                <a:srgbClr val="004050"/>
              </a:solidFill>
            </a:endParaRPr>
          </a:p>
          <a:p>
            <a:pPr lvl="0"/>
            <a:endParaRPr lang="en-GB" dirty="0"/>
          </a:p>
        </p:txBody>
      </p:sp>
      <p:sp>
        <p:nvSpPr>
          <p:cNvPr id="40" name="Text Placeholder 4"/>
          <p:cNvSpPr>
            <a:spLocks noGrp="1"/>
          </p:cNvSpPr>
          <p:nvPr>
            <p:ph type="body" sz="quarter" idx="15" hasCustomPrompt="1"/>
          </p:nvPr>
        </p:nvSpPr>
        <p:spPr>
          <a:xfrm>
            <a:off x="3305695" y="3380601"/>
            <a:ext cx="951760" cy="426737"/>
          </a:xfrm>
        </p:spPr>
        <p:txBody>
          <a:bodyPr/>
          <a:lstStyle>
            <a:lvl1pPr marL="0" indent="0">
              <a:lnSpc>
                <a:spcPct val="100000"/>
              </a:lnSpc>
              <a:spcAft>
                <a:spcPts val="0"/>
              </a:spcAft>
              <a:buFont typeface="Arial" panose="020B0604020202020204" pitchFamily="34" charset="0"/>
              <a:buNone/>
              <a:defRPr sz="2800"/>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GB" dirty="0"/>
              <a:t>TEXT</a:t>
            </a:r>
          </a:p>
        </p:txBody>
      </p:sp>
      <p:sp>
        <p:nvSpPr>
          <p:cNvPr id="41" name="Text Placeholder 6"/>
          <p:cNvSpPr>
            <a:spLocks noGrp="1"/>
          </p:cNvSpPr>
          <p:nvPr>
            <p:ph type="body" sz="quarter" idx="16" hasCustomPrompt="1"/>
          </p:nvPr>
        </p:nvSpPr>
        <p:spPr>
          <a:xfrm>
            <a:off x="5043268" y="3427768"/>
            <a:ext cx="6588125" cy="376285"/>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b="0"/>
            </a:lvl1pPr>
          </a:lstStyle>
          <a:p>
            <a:pPr marL="0" marR="0" lvl="0" indent="0" algn="l" defTabSz="914400" rtl="0" eaLnBrk="1" fontAlgn="auto" latinLnBrk="0" hangingPunct="1">
              <a:lnSpc>
                <a:spcPts val="2200"/>
              </a:lnSpc>
              <a:spcBef>
                <a:spcPts val="0"/>
              </a:spcBef>
              <a:spcAft>
                <a:spcPts val="650"/>
              </a:spcAft>
              <a:buClrTx/>
              <a:buSzPct val="115000"/>
              <a:buFontTx/>
              <a:buNone/>
              <a:tabLst/>
              <a:defRPr/>
            </a:pPr>
            <a:r>
              <a:rPr lang="en-GB" sz="1800" b="0" i="0" kern="1200" dirty="0">
                <a:solidFill>
                  <a:srgbClr val="004050"/>
                </a:solidFill>
                <a:latin typeface="Montserrat"/>
                <a:ea typeface="+mn-ea"/>
                <a:cs typeface="Montserrat"/>
              </a:rPr>
              <a:t>Lorem ipsum </a:t>
            </a:r>
            <a:r>
              <a:rPr lang="en-GB" sz="1800" b="0" i="0" kern="1200" dirty="0" err="1">
                <a:solidFill>
                  <a:srgbClr val="004050"/>
                </a:solidFill>
                <a:latin typeface="Montserrat"/>
                <a:ea typeface="+mn-ea"/>
                <a:cs typeface="Montserrat"/>
              </a:rPr>
              <a:t>dolor</a:t>
            </a:r>
            <a:r>
              <a:rPr lang="en-GB" sz="1800" b="0" i="0" kern="1200" dirty="0">
                <a:solidFill>
                  <a:srgbClr val="004050"/>
                </a:solidFill>
                <a:latin typeface="Montserrat"/>
                <a:ea typeface="+mn-ea"/>
                <a:cs typeface="Montserrat"/>
              </a:rPr>
              <a:t> sit </a:t>
            </a:r>
            <a:r>
              <a:rPr lang="en-GB" sz="1800" b="0" i="0" kern="1200" dirty="0" err="1">
                <a:solidFill>
                  <a:srgbClr val="004050"/>
                </a:solidFill>
                <a:latin typeface="Montserrat"/>
                <a:ea typeface="+mn-ea"/>
                <a:cs typeface="Montserrat"/>
              </a:rPr>
              <a:t>amet</a:t>
            </a:r>
            <a:endParaRPr lang="en-GB" sz="1800" dirty="0">
              <a:solidFill>
                <a:srgbClr val="004050"/>
              </a:solidFill>
            </a:endParaRPr>
          </a:p>
          <a:p>
            <a:pPr lvl="0"/>
            <a:endParaRPr lang="en-GB" dirty="0"/>
          </a:p>
        </p:txBody>
      </p:sp>
      <p:sp>
        <p:nvSpPr>
          <p:cNvPr id="42" name="Text Placeholder 4"/>
          <p:cNvSpPr>
            <a:spLocks noGrp="1"/>
          </p:cNvSpPr>
          <p:nvPr>
            <p:ph type="body" sz="quarter" idx="17" hasCustomPrompt="1"/>
          </p:nvPr>
        </p:nvSpPr>
        <p:spPr>
          <a:xfrm>
            <a:off x="3305695" y="4035597"/>
            <a:ext cx="951760" cy="426737"/>
          </a:xfrm>
        </p:spPr>
        <p:txBody>
          <a:bodyPr/>
          <a:lstStyle>
            <a:lvl1pPr marL="0" marR="0" indent="0" algn="l" defTabSz="914400" rtl="0" eaLnBrk="1" fontAlgn="auto" latinLnBrk="0" hangingPunct="1">
              <a:lnSpc>
                <a:spcPct val="100000"/>
              </a:lnSpc>
              <a:spcBef>
                <a:spcPts val="0"/>
              </a:spcBef>
              <a:spcAft>
                <a:spcPts val="0"/>
              </a:spcAft>
              <a:buClrTx/>
              <a:buSzPct val="115000"/>
              <a:buFont typeface="Arial" panose="020B0604020202020204" pitchFamily="34" charset="0"/>
              <a:buNone/>
              <a:tabLst/>
              <a:defRPr sz="2800"/>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marL="0" marR="0" lvl="0" indent="0" algn="l" defTabSz="914400" rtl="0" eaLnBrk="1" fontAlgn="auto" latinLnBrk="0" hangingPunct="1">
              <a:lnSpc>
                <a:spcPct val="100000"/>
              </a:lnSpc>
              <a:spcBef>
                <a:spcPts val="0"/>
              </a:spcBef>
              <a:spcAft>
                <a:spcPts val="0"/>
              </a:spcAft>
              <a:buClrTx/>
              <a:buSzPct val="115000"/>
              <a:buFont typeface="Arial" panose="020B0604020202020204" pitchFamily="34" charset="0"/>
              <a:buNone/>
              <a:tabLst/>
              <a:defRPr/>
            </a:pPr>
            <a:r>
              <a:rPr lang="en-GB" dirty="0"/>
              <a:t>TEXT</a:t>
            </a:r>
          </a:p>
        </p:txBody>
      </p:sp>
      <p:sp>
        <p:nvSpPr>
          <p:cNvPr id="43" name="Text Placeholder 6"/>
          <p:cNvSpPr>
            <a:spLocks noGrp="1"/>
          </p:cNvSpPr>
          <p:nvPr>
            <p:ph type="body" sz="quarter" idx="18" hasCustomPrompt="1"/>
          </p:nvPr>
        </p:nvSpPr>
        <p:spPr>
          <a:xfrm>
            <a:off x="5043268" y="4082764"/>
            <a:ext cx="6588125" cy="376285"/>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b="0"/>
            </a:lvl1pPr>
          </a:lstStyle>
          <a:p>
            <a:pPr marL="0" marR="0" lvl="0" indent="0" algn="l" defTabSz="914400" rtl="0" eaLnBrk="1" fontAlgn="auto" latinLnBrk="0" hangingPunct="1">
              <a:lnSpc>
                <a:spcPts val="2200"/>
              </a:lnSpc>
              <a:spcBef>
                <a:spcPts val="0"/>
              </a:spcBef>
              <a:spcAft>
                <a:spcPts val="650"/>
              </a:spcAft>
              <a:buClrTx/>
              <a:buSzPct val="115000"/>
              <a:buFontTx/>
              <a:buNone/>
              <a:tabLst/>
              <a:defRPr/>
            </a:pPr>
            <a:r>
              <a:rPr lang="en-GB" sz="1800" b="0" i="0" kern="1200" dirty="0">
                <a:solidFill>
                  <a:srgbClr val="004050"/>
                </a:solidFill>
                <a:latin typeface="Montserrat"/>
                <a:ea typeface="+mn-ea"/>
                <a:cs typeface="Montserrat"/>
              </a:rPr>
              <a:t>Lorem ipsum </a:t>
            </a:r>
            <a:r>
              <a:rPr lang="en-GB" sz="1800" b="0" i="0" kern="1200" dirty="0" err="1">
                <a:solidFill>
                  <a:srgbClr val="004050"/>
                </a:solidFill>
                <a:latin typeface="Montserrat"/>
                <a:ea typeface="+mn-ea"/>
                <a:cs typeface="Montserrat"/>
              </a:rPr>
              <a:t>dolor</a:t>
            </a:r>
            <a:r>
              <a:rPr lang="en-GB" sz="1800" b="0" i="0" kern="1200" dirty="0">
                <a:solidFill>
                  <a:srgbClr val="004050"/>
                </a:solidFill>
                <a:latin typeface="Montserrat"/>
                <a:ea typeface="+mn-ea"/>
                <a:cs typeface="Montserrat"/>
              </a:rPr>
              <a:t> sit </a:t>
            </a:r>
            <a:r>
              <a:rPr lang="en-GB" sz="1800" b="0" i="0" kern="1200" dirty="0" err="1">
                <a:solidFill>
                  <a:srgbClr val="004050"/>
                </a:solidFill>
                <a:latin typeface="Montserrat"/>
                <a:ea typeface="+mn-ea"/>
                <a:cs typeface="Montserrat"/>
              </a:rPr>
              <a:t>amet</a:t>
            </a:r>
            <a:endParaRPr lang="en-GB" sz="1800" dirty="0">
              <a:solidFill>
                <a:srgbClr val="004050"/>
              </a:solidFill>
            </a:endParaRPr>
          </a:p>
          <a:p>
            <a:pPr lvl="0"/>
            <a:endParaRPr lang="en-GB" dirty="0"/>
          </a:p>
        </p:txBody>
      </p:sp>
      <p:sp>
        <p:nvSpPr>
          <p:cNvPr id="44" name="Text Placeholder 4"/>
          <p:cNvSpPr>
            <a:spLocks noGrp="1"/>
          </p:cNvSpPr>
          <p:nvPr>
            <p:ph type="body" sz="quarter" idx="19" hasCustomPrompt="1"/>
          </p:nvPr>
        </p:nvSpPr>
        <p:spPr>
          <a:xfrm>
            <a:off x="3299564" y="4700588"/>
            <a:ext cx="951760" cy="426737"/>
          </a:xfrm>
        </p:spPr>
        <p:txBody>
          <a:bodyPr/>
          <a:lstStyle>
            <a:lvl1pPr marL="0" marR="0" indent="0" algn="l" defTabSz="914400" rtl="0" eaLnBrk="1" fontAlgn="auto" latinLnBrk="0" hangingPunct="1">
              <a:lnSpc>
                <a:spcPct val="100000"/>
              </a:lnSpc>
              <a:spcBef>
                <a:spcPts val="0"/>
              </a:spcBef>
              <a:spcAft>
                <a:spcPts val="0"/>
              </a:spcAft>
              <a:buClrTx/>
              <a:buSzPct val="115000"/>
              <a:buFont typeface="Arial" panose="020B0604020202020204" pitchFamily="34" charset="0"/>
              <a:buNone/>
              <a:tabLst/>
              <a:defRPr sz="2800"/>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marL="0" marR="0" lvl="0" indent="0" algn="l" defTabSz="914400" rtl="0" eaLnBrk="1" fontAlgn="auto" latinLnBrk="0" hangingPunct="1">
              <a:lnSpc>
                <a:spcPct val="100000"/>
              </a:lnSpc>
              <a:spcBef>
                <a:spcPts val="0"/>
              </a:spcBef>
              <a:spcAft>
                <a:spcPts val="0"/>
              </a:spcAft>
              <a:buClrTx/>
              <a:buSzPct val="115000"/>
              <a:buFont typeface="Arial" panose="020B0604020202020204" pitchFamily="34" charset="0"/>
              <a:buNone/>
              <a:tabLst/>
              <a:defRPr/>
            </a:pPr>
            <a:r>
              <a:rPr lang="en-GB" dirty="0"/>
              <a:t>TEXT</a:t>
            </a:r>
          </a:p>
        </p:txBody>
      </p:sp>
      <p:sp>
        <p:nvSpPr>
          <p:cNvPr id="45" name="Text Placeholder 6"/>
          <p:cNvSpPr>
            <a:spLocks noGrp="1"/>
          </p:cNvSpPr>
          <p:nvPr>
            <p:ph type="body" sz="quarter" idx="20" hasCustomPrompt="1"/>
          </p:nvPr>
        </p:nvSpPr>
        <p:spPr>
          <a:xfrm>
            <a:off x="5037137" y="4747755"/>
            <a:ext cx="6588125" cy="376285"/>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b="0"/>
            </a:lvl1pPr>
          </a:lstStyle>
          <a:p>
            <a:pPr marL="0" marR="0" lvl="0" indent="0" algn="l" defTabSz="914400" rtl="0" eaLnBrk="1" fontAlgn="auto" latinLnBrk="0" hangingPunct="1">
              <a:lnSpc>
                <a:spcPts val="2200"/>
              </a:lnSpc>
              <a:spcBef>
                <a:spcPts val="0"/>
              </a:spcBef>
              <a:spcAft>
                <a:spcPts val="650"/>
              </a:spcAft>
              <a:buClrTx/>
              <a:buSzPct val="115000"/>
              <a:buFontTx/>
              <a:buNone/>
              <a:tabLst/>
              <a:defRPr/>
            </a:pPr>
            <a:r>
              <a:rPr lang="en-GB" sz="1800" b="0" i="0" kern="1200" dirty="0">
                <a:solidFill>
                  <a:srgbClr val="004050"/>
                </a:solidFill>
                <a:latin typeface="Montserrat"/>
                <a:ea typeface="+mn-ea"/>
                <a:cs typeface="Montserrat"/>
              </a:rPr>
              <a:t>Lorem ipsum </a:t>
            </a:r>
            <a:r>
              <a:rPr lang="en-GB" sz="1800" b="0" i="0" kern="1200" dirty="0" err="1">
                <a:solidFill>
                  <a:srgbClr val="004050"/>
                </a:solidFill>
                <a:latin typeface="Montserrat"/>
                <a:ea typeface="+mn-ea"/>
                <a:cs typeface="Montserrat"/>
              </a:rPr>
              <a:t>dolor</a:t>
            </a:r>
            <a:r>
              <a:rPr lang="en-GB" sz="1800" b="0" i="0" kern="1200" dirty="0">
                <a:solidFill>
                  <a:srgbClr val="004050"/>
                </a:solidFill>
                <a:latin typeface="Montserrat"/>
                <a:ea typeface="+mn-ea"/>
                <a:cs typeface="Montserrat"/>
              </a:rPr>
              <a:t> sit </a:t>
            </a:r>
            <a:r>
              <a:rPr lang="en-GB" sz="1800" b="0" i="0" kern="1200" dirty="0" err="1">
                <a:solidFill>
                  <a:srgbClr val="004050"/>
                </a:solidFill>
                <a:latin typeface="Montserrat"/>
                <a:ea typeface="+mn-ea"/>
                <a:cs typeface="Montserrat"/>
              </a:rPr>
              <a:t>amet</a:t>
            </a:r>
            <a:endParaRPr lang="en-GB" sz="1800" dirty="0">
              <a:solidFill>
                <a:srgbClr val="004050"/>
              </a:solidFill>
            </a:endParaRPr>
          </a:p>
          <a:p>
            <a:pPr lvl="0"/>
            <a:endParaRPr lang="en-GB" dirty="0"/>
          </a:p>
        </p:txBody>
      </p:sp>
      <p:sp>
        <p:nvSpPr>
          <p:cNvPr id="46" name="Text Placeholder 4"/>
          <p:cNvSpPr>
            <a:spLocks noGrp="1"/>
          </p:cNvSpPr>
          <p:nvPr>
            <p:ph type="body" sz="quarter" idx="21" hasCustomPrompt="1"/>
          </p:nvPr>
        </p:nvSpPr>
        <p:spPr>
          <a:xfrm>
            <a:off x="3305695" y="5378225"/>
            <a:ext cx="951760" cy="426737"/>
          </a:xfrm>
        </p:spPr>
        <p:txBody>
          <a:bodyPr/>
          <a:lstStyle>
            <a:lvl1pPr marL="0" marR="0" indent="0" algn="l" defTabSz="914400" rtl="0" eaLnBrk="1" fontAlgn="auto" latinLnBrk="0" hangingPunct="1">
              <a:lnSpc>
                <a:spcPct val="100000"/>
              </a:lnSpc>
              <a:spcBef>
                <a:spcPts val="0"/>
              </a:spcBef>
              <a:spcAft>
                <a:spcPts val="0"/>
              </a:spcAft>
              <a:buClrTx/>
              <a:buSzPct val="115000"/>
              <a:buFont typeface="Arial" panose="020B0604020202020204" pitchFamily="34" charset="0"/>
              <a:buNone/>
              <a:tabLst/>
              <a:defRPr sz="2800"/>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marL="0" marR="0" lvl="0" indent="0" algn="l" defTabSz="914400" rtl="0" eaLnBrk="1" fontAlgn="auto" latinLnBrk="0" hangingPunct="1">
              <a:lnSpc>
                <a:spcPct val="100000"/>
              </a:lnSpc>
              <a:spcBef>
                <a:spcPts val="0"/>
              </a:spcBef>
              <a:spcAft>
                <a:spcPts val="0"/>
              </a:spcAft>
              <a:buClrTx/>
              <a:buSzPct val="115000"/>
              <a:buFont typeface="Arial" panose="020B0604020202020204" pitchFamily="34" charset="0"/>
              <a:buNone/>
              <a:tabLst/>
              <a:defRPr/>
            </a:pPr>
            <a:r>
              <a:rPr lang="en-GB" dirty="0"/>
              <a:t>TEXT</a:t>
            </a:r>
          </a:p>
        </p:txBody>
      </p:sp>
      <p:sp>
        <p:nvSpPr>
          <p:cNvPr id="47" name="Text Placeholder 6"/>
          <p:cNvSpPr>
            <a:spLocks noGrp="1"/>
          </p:cNvSpPr>
          <p:nvPr>
            <p:ph type="body" sz="quarter" idx="22" hasCustomPrompt="1"/>
          </p:nvPr>
        </p:nvSpPr>
        <p:spPr>
          <a:xfrm>
            <a:off x="5043268" y="5425392"/>
            <a:ext cx="6588125" cy="376285"/>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b="0"/>
            </a:lvl1pPr>
          </a:lstStyle>
          <a:p>
            <a:pPr marL="0" marR="0" lvl="0" indent="0" algn="l" defTabSz="914400" rtl="0" eaLnBrk="1" fontAlgn="auto" latinLnBrk="0" hangingPunct="1">
              <a:lnSpc>
                <a:spcPts val="2200"/>
              </a:lnSpc>
              <a:spcBef>
                <a:spcPts val="0"/>
              </a:spcBef>
              <a:spcAft>
                <a:spcPts val="650"/>
              </a:spcAft>
              <a:buClrTx/>
              <a:buSzPct val="115000"/>
              <a:buFontTx/>
              <a:buNone/>
              <a:tabLst/>
              <a:defRPr/>
            </a:pPr>
            <a:r>
              <a:rPr lang="en-GB" sz="1800" b="0" i="0" kern="1200" dirty="0">
                <a:solidFill>
                  <a:srgbClr val="004050"/>
                </a:solidFill>
                <a:latin typeface="Montserrat"/>
                <a:ea typeface="+mn-ea"/>
                <a:cs typeface="Montserrat"/>
              </a:rPr>
              <a:t>Lorem ipsum </a:t>
            </a:r>
            <a:r>
              <a:rPr lang="en-GB" sz="1800" b="0" i="0" kern="1200" dirty="0" err="1">
                <a:solidFill>
                  <a:srgbClr val="004050"/>
                </a:solidFill>
                <a:latin typeface="Montserrat"/>
                <a:ea typeface="+mn-ea"/>
                <a:cs typeface="Montserrat"/>
              </a:rPr>
              <a:t>dolor</a:t>
            </a:r>
            <a:r>
              <a:rPr lang="en-GB" sz="1800" b="0" i="0" kern="1200" dirty="0">
                <a:solidFill>
                  <a:srgbClr val="004050"/>
                </a:solidFill>
                <a:latin typeface="Montserrat"/>
                <a:ea typeface="+mn-ea"/>
                <a:cs typeface="Montserrat"/>
              </a:rPr>
              <a:t> sit </a:t>
            </a:r>
            <a:r>
              <a:rPr lang="en-GB" sz="1800" b="0" i="0" kern="1200" dirty="0" err="1">
                <a:solidFill>
                  <a:srgbClr val="004050"/>
                </a:solidFill>
                <a:latin typeface="Montserrat"/>
                <a:ea typeface="+mn-ea"/>
                <a:cs typeface="Montserrat"/>
              </a:rPr>
              <a:t>amet</a:t>
            </a:r>
            <a:endParaRPr lang="en-GB" sz="1800" dirty="0">
              <a:solidFill>
                <a:srgbClr val="004050"/>
              </a:solidFill>
            </a:endParaRPr>
          </a:p>
          <a:p>
            <a:pPr lvl="0"/>
            <a:endParaRPr lang="en-GB" dirty="0"/>
          </a:p>
        </p:txBody>
      </p:sp>
      <p:pic>
        <p:nvPicPr>
          <p:cNvPr id="23"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269737" y="377825"/>
            <a:ext cx="781218" cy="552176"/>
          </a:xfrm>
          <a:prstGeom prst="rect">
            <a:avLst/>
          </a:prstGeom>
        </p:spPr>
      </p:pic>
      <p:sp>
        <p:nvSpPr>
          <p:cNvPr id="25" name="Slide Number Placeholder 5">
            <a:extLst>
              <a:ext uri="{FF2B5EF4-FFF2-40B4-BE49-F238E27FC236}">
                <a16:creationId xmlns:a16="http://schemas.microsoft.com/office/drawing/2014/main" id="{317F0D96-BC58-434E-BE95-7E87509486A5}"/>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Tree>
    <p:extLst>
      <p:ext uri="{BB962C8B-B14F-4D97-AF65-F5344CB8AC3E}">
        <p14:creationId xmlns:p14="http://schemas.microsoft.com/office/powerpoint/2010/main" val="4157115072"/>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showMasterSp="0" preserve="1" userDrawn="1">
  <p:cSld name="3_Arrow Left 01">
    <p:spTree>
      <p:nvGrpSpPr>
        <p:cNvPr id="1" name=""/>
        <p:cNvGrpSpPr/>
        <p:nvPr/>
      </p:nvGrpSpPr>
      <p:grpSpPr>
        <a:xfrm>
          <a:off x="0" y="0"/>
          <a:ext cx="0" cy="0"/>
          <a:chOff x="0" y="0"/>
          <a:chExt cx="0" cy="0"/>
        </a:xfrm>
      </p:grpSpPr>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Freeform 9">
            <a:extLst>
              <a:ext uri="{FF2B5EF4-FFF2-40B4-BE49-F238E27FC236}">
                <a16:creationId xmlns:a16="http://schemas.microsoft.com/office/drawing/2014/main" id="{E3AD9FC4-14AA-FE45-A908-CEA608187AD1}"/>
              </a:ext>
            </a:extLst>
          </p:cNvPr>
          <p:cNvSpPr/>
          <p:nvPr userDrawn="1"/>
        </p:nvSpPr>
        <p:spPr>
          <a:xfrm>
            <a:off x="760702" y="4249625"/>
            <a:ext cx="4001620" cy="1963059"/>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rgbClr val="20D3FF"/>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004050"/>
              </a:solidFill>
              <a:effectLst/>
              <a:uLnTx/>
              <a:uFillTx/>
              <a:latin typeface="Montserrat"/>
              <a:ea typeface="+mn-ea"/>
              <a:cs typeface="+mn-cs"/>
            </a:endParaRPr>
          </a:p>
        </p:txBody>
      </p:sp>
      <p:sp>
        <p:nvSpPr>
          <p:cNvPr id="7" name="Slide Number Placeholder 5">
            <a:extLst>
              <a:ext uri="{FF2B5EF4-FFF2-40B4-BE49-F238E27FC236}">
                <a16:creationId xmlns:a16="http://schemas.microsoft.com/office/drawing/2014/main" id="{F3D00C54-118E-47F2-BEED-8C2514ED82E3}"/>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Text Placeholder 6">
            <a:extLst>
              <a:ext uri="{FF2B5EF4-FFF2-40B4-BE49-F238E27FC236}">
                <a16:creationId xmlns:a16="http://schemas.microsoft.com/office/drawing/2014/main" id="{3C66BE5F-2E76-4496-9234-6453A8DFEDDA}"/>
              </a:ext>
            </a:extLst>
          </p:cNvPr>
          <p:cNvSpPr>
            <a:spLocks noGrp="1"/>
          </p:cNvSpPr>
          <p:nvPr>
            <p:ph type="body" sz="quarter" idx="11"/>
          </p:nvPr>
        </p:nvSpPr>
        <p:spPr>
          <a:xfrm>
            <a:off x="5473700" y="1261533"/>
            <a:ext cx="6342671" cy="5217055"/>
          </a:xfrm>
        </p:spPr>
        <p:txBody>
          <a:bodyPr/>
          <a:lstStyle>
            <a:lvl1pPr marL="0" indent="0">
              <a:buNone/>
              <a:defRPr b="0"/>
            </a:lvl1pPr>
          </a:lstStyle>
          <a:p>
            <a:endParaRPr lang="en-GB" dirty="0"/>
          </a:p>
        </p:txBody>
      </p:sp>
    </p:spTree>
    <p:extLst>
      <p:ext uri="{BB962C8B-B14F-4D97-AF65-F5344CB8AC3E}">
        <p14:creationId xmlns:p14="http://schemas.microsoft.com/office/powerpoint/2010/main" val="1409235356"/>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showMasterSp="0" preserve="1" userDrawn="1">
  <p:cSld name="3_Arrow Left 02">
    <p:spTree>
      <p:nvGrpSpPr>
        <p:cNvPr id="1" name=""/>
        <p:cNvGrpSpPr/>
        <p:nvPr/>
      </p:nvGrpSpPr>
      <p:grpSpPr>
        <a:xfrm>
          <a:off x="0" y="0"/>
          <a:ext cx="0" cy="0"/>
          <a:chOff x="0" y="0"/>
          <a:chExt cx="0" cy="0"/>
        </a:xfrm>
      </p:grpSpPr>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Freeform 9">
            <a:extLst>
              <a:ext uri="{FF2B5EF4-FFF2-40B4-BE49-F238E27FC236}">
                <a16:creationId xmlns:a16="http://schemas.microsoft.com/office/drawing/2014/main" id="{B8FDF2C7-07B4-C044-8A2A-5A95A38A7A75}"/>
              </a:ext>
            </a:extLst>
          </p:cNvPr>
          <p:cNvSpPr/>
          <p:nvPr userDrawn="1"/>
        </p:nvSpPr>
        <p:spPr>
          <a:xfrm>
            <a:off x="532679" y="4968240"/>
            <a:ext cx="5726719" cy="2131078"/>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rgbClr val="20D3FF"/>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004050"/>
              </a:solidFill>
              <a:effectLst/>
              <a:uLnTx/>
              <a:uFillTx/>
              <a:latin typeface="Montserrat"/>
              <a:ea typeface="+mn-ea"/>
              <a:cs typeface="+mn-cs"/>
            </a:endParaRPr>
          </a:p>
        </p:txBody>
      </p:sp>
      <p:sp>
        <p:nvSpPr>
          <p:cNvPr id="11" name="Rectangle 10">
            <a:extLst>
              <a:ext uri="{FF2B5EF4-FFF2-40B4-BE49-F238E27FC236}">
                <a16:creationId xmlns:a16="http://schemas.microsoft.com/office/drawing/2014/main" id="{A877B1AE-DDD5-344B-B1BD-90E64517C1BF}"/>
              </a:ext>
            </a:extLst>
          </p:cNvPr>
          <p:cNvSpPr/>
          <p:nvPr userDrawn="1"/>
        </p:nvSpPr>
        <p:spPr>
          <a:xfrm>
            <a:off x="0" y="5878576"/>
            <a:ext cx="738525" cy="330925"/>
          </a:xfrm>
          <a:prstGeom prst="rect">
            <a:avLst/>
          </a:prstGeom>
          <a:solidFill>
            <a:srgbClr val="20D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Montserrat"/>
              <a:ea typeface="+mn-ea"/>
              <a:cs typeface="+mn-cs"/>
            </a:endParaRPr>
          </a:p>
        </p:txBody>
      </p:sp>
      <p:sp>
        <p:nvSpPr>
          <p:cNvPr id="7" name="Slide Number Placeholder 5">
            <a:extLst>
              <a:ext uri="{FF2B5EF4-FFF2-40B4-BE49-F238E27FC236}">
                <a16:creationId xmlns:a16="http://schemas.microsoft.com/office/drawing/2014/main" id="{7FBE6C43-DD0D-4FAF-9BD2-84E953FD6461}"/>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Text Placeholder 6">
            <a:extLst>
              <a:ext uri="{FF2B5EF4-FFF2-40B4-BE49-F238E27FC236}">
                <a16:creationId xmlns:a16="http://schemas.microsoft.com/office/drawing/2014/main" id="{95FD2FD3-6973-40C0-8977-F91621F33F95}"/>
              </a:ext>
            </a:extLst>
          </p:cNvPr>
          <p:cNvSpPr>
            <a:spLocks noGrp="1"/>
          </p:cNvSpPr>
          <p:nvPr>
            <p:ph type="body" sz="quarter" idx="11"/>
          </p:nvPr>
        </p:nvSpPr>
        <p:spPr>
          <a:xfrm>
            <a:off x="5473700" y="1261533"/>
            <a:ext cx="6342671" cy="5217055"/>
          </a:xfrm>
        </p:spPr>
        <p:txBody>
          <a:bodyPr/>
          <a:lstStyle>
            <a:lvl1pPr marL="0" indent="0">
              <a:buNone/>
              <a:defRPr b="0"/>
            </a:lvl1pPr>
          </a:lstStyle>
          <a:p>
            <a:endParaRPr lang="en-GB" dirty="0"/>
          </a:p>
        </p:txBody>
      </p:sp>
    </p:spTree>
    <p:extLst>
      <p:ext uri="{BB962C8B-B14F-4D97-AF65-F5344CB8AC3E}">
        <p14:creationId xmlns:p14="http://schemas.microsoft.com/office/powerpoint/2010/main" val="1627565093"/>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showMasterSp="0" preserve="1" userDrawn="1">
  <p:cSld name="3_Arrow Left 03">
    <p:spTree>
      <p:nvGrpSpPr>
        <p:cNvPr id="1" name=""/>
        <p:cNvGrpSpPr/>
        <p:nvPr/>
      </p:nvGrpSpPr>
      <p:grpSpPr>
        <a:xfrm>
          <a:off x="0" y="0"/>
          <a:ext cx="0" cy="0"/>
          <a:chOff x="0" y="0"/>
          <a:chExt cx="0" cy="0"/>
        </a:xfrm>
      </p:grpSpPr>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1" name="Freeform 10">
            <a:extLst>
              <a:ext uri="{FF2B5EF4-FFF2-40B4-BE49-F238E27FC236}">
                <a16:creationId xmlns:a16="http://schemas.microsoft.com/office/drawing/2014/main" id="{F7F1DFDE-2237-1A41-BE09-8566981A4A31}"/>
              </a:ext>
            </a:extLst>
          </p:cNvPr>
          <p:cNvSpPr/>
          <p:nvPr userDrawn="1"/>
        </p:nvSpPr>
        <p:spPr>
          <a:xfrm>
            <a:off x="1236864" y="4142571"/>
            <a:ext cx="3512936" cy="3996435"/>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rgbClr val="20D3FF"/>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sp>
        <p:nvSpPr>
          <p:cNvPr id="7" name="Slide Number Placeholder 5">
            <a:extLst>
              <a:ext uri="{FF2B5EF4-FFF2-40B4-BE49-F238E27FC236}">
                <a16:creationId xmlns:a16="http://schemas.microsoft.com/office/drawing/2014/main" id="{378E8CD2-9C88-4163-A7EE-AB91D262A4EE}"/>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Text Placeholder 6">
            <a:extLst>
              <a:ext uri="{FF2B5EF4-FFF2-40B4-BE49-F238E27FC236}">
                <a16:creationId xmlns:a16="http://schemas.microsoft.com/office/drawing/2014/main" id="{F0CE4796-16B1-4035-9A0B-84250F40DDFF}"/>
              </a:ext>
            </a:extLst>
          </p:cNvPr>
          <p:cNvSpPr>
            <a:spLocks noGrp="1"/>
          </p:cNvSpPr>
          <p:nvPr>
            <p:ph type="body" sz="quarter" idx="11"/>
          </p:nvPr>
        </p:nvSpPr>
        <p:spPr>
          <a:xfrm>
            <a:off x="5473700" y="1261533"/>
            <a:ext cx="6342671" cy="5217055"/>
          </a:xfrm>
        </p:spPr>
        <p:txBody>
          <a:bodyPr/>
          <a:lstStyle>
            <a:lvl1pPr marL="0" indent="0">
              <a:buNone/>
              <a:defRPr b="0"/>
            </a:lvl1pPr>
          </a:lstStyle>
          <a:p>
            <a:endParaRPr lang="en-GB" dirty="0"/>
          </a:p>
        </p:txBody>
      </p:sp>
    </p:spTree>
    <p:extLst>
      <p:ext uri="{BB962C8B-B14F-4D97-AF65-F5344CB8AC3E}">
        <p14:creationId xmlns:p14="http://schemas.microsoft.com/office/powerpoint/2010/main" val="3385861166"/>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preserve="1" userDrawn="1">
  <p:cSld name="3_Arrow Left 04">
    <p:spTree>
      <p:nvGrpSpPr>
        <p:cNvPr id="1" name=""/>
        <p:cNvGrpSpPr/>
        <p:nvPr/>
      </p:nvGrpSpPr>
      <p:grpSpPr>
        <a:xfrm>
          <a:off x="0" y="0"/>
          <a:ext cx="0" cy="0"/>
          <a:chOff x="0" y="0"/>
          <a:chExt cx="0" cy="0"/>
        </a:xfrm>
      </p:grpSpPr>
      <p:pic>
        <p:nvPicPr>
          <p:cNvPr id="10" name="Graphic 31">
            <a:extLst>
              <a:ext uri="{FF2B5EF4-FFF2-40B4-BE49-F238E27FC236}">
                <a16:creationId xmlns:a16="http://schemas.microsoft.com/office/drawing/2014/main" id="{CCC3FDA3-772C-6242-A8B9-D7125563CE8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Text Placeholder 2">
            <a:extLst>
              <a:ext uri="{FF2B5EF4-FFF2-40B4-BE49-F238E27FC236}">
                <a16:creationId xmlns:a16="http://schemas.microsoft.com/office/drawing/2014/main" id="{43AE319F-CE2E-AE43-9BFF-5538F7EE6AF1}"/>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5" name="Freeform 14">
            <a:extLst>
              <a:ext uri="{FF2B5EF4-FFF2-40B4-BE49-F238E27FC236}">
                <a16:creationId xmlns:a16="http://schemas.microsoft.com/office/drawing/2014/main" id="{C80F07E2-51B4-654E-A1CA-3B756AF75623}"/>
              </a:ext>
            </a:extLst>
          </p:cNvPr>
          <p:cNvSpPr/>
          <p:nvPr userDrawn="1"/>
        </p:nvSpPr>
        <p:spPr>
          <a:xfrm>
            <a:off x="843210" y="4431729"/>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rgbClr val="20D3FF"/>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004050"/>
              </a:solidFill>
              <a:effectLst/>
              <a:uLnTx/>
              <a:uFillTx/>
              <a:latin typeface="Montserrat"/>
              <a:ea typeface="+mn-ea"/>
              <a:cs typeface="+mn-cs"/>
            </a:endParaRPr>
          </a:p>
        </p:txBody>
      </p:sp>
      <p:sp>
        <p:nvSpPr>
          <p:cNvPr id="6" name="Slide Number Placeholder 5">
            <a:extLst>
              <a:ext uri="{FF2B5EF4-FFF2-40B4-BE49-F238E27FC236}">
                <a16:creationId xmlns:a16="http://schemas.microsoft.com/office/drawing/2014/main" id="{9F8E269A-2068-4C33-BD8C-91BB8F416E0F}"/>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7" name="Text Placeholder 6">
            <a:extLst>
              <a:ext uri="{FF2B5EF4-FFF2-40B4-BE49-F238E27FC236}">
                <a16:creationId xmlns:a16="http://schemas.microsoft.com/office/drawing/2014/main" id="{F8829AE8-ABF3-4C23-AFA7-F835134F767B}"/>
              </a:ext>
            </a:extLst>
          </p:cNvPr>
          <p:cNvSpPr>
            <a:spLocks noGrp="1"/>
          </p:cNvSpPr>
          <p:nvPr>
            <p:ph type="body" sz="quarter" idx="11"/>
          </p:nvPr>
        </p:nvSpPr>
        <p:spPr>
          <a:xfrm>
            <a:off x="5473700" y="1261533"/>
            <a:ext cx="6342671" cy="5217055"/>
          </a:xfrm>
        </p:spPr>
        <p:txBody>
          <a:bodyPr/>
          <a:lstStyle>
            <a:lvl1pPr marL="0" indent="0">
              <a:buNone/>
              <a:defRPr b="0"/>
            </a:lvl1pPr>
          </a:lstStyle>
          <a:p>
            <a:endParaRPr lang="en-GB" dirty="0"/>
          </a:p>
        </p:txBody>
      </p:sp>
    </p:spTree>
    <p:extLst>
      <p:ext uri="{BB962C8B-B14F-4D97-AF65-F5344CB8AC3E}">
        <p14:creationId xmlns:p14="http://schemas.microsoft.com/office/powerpoint/2010/main" val="4139161720"/>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showMasterSp="0" preserve="1" userDrawn="1">
  <p:cSld name="3_Arrow Left_05">
    <p:spTree>
      <p:nvGrpSpPr>
        <p:cNvPr id="1" name=""/>
        <p:cNvGrpSpPr/>
        <p:nvPr/>
      </p:nvGrpSpPr>
      <p:grpSpPr>
        <a:xfrm>
          <a:off x="0" y="0"/>
          <a:ext cx="0" cy="0"/>
          <a:chOff x="0" y="0"/>
          <a:chExt cx="0" cy="0"/>
        </a:xfrm>
      </p:grpSpPr>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2" name="Freeform 11">
            <a:extLst>
              <a:ext uri="{FF2B5EF4-FFF2-40B4-BE49-F238E27FC236}">
                <a16:creationId xmlns:a16="http://schemas.microsoft.com/office/drawing/2014/main" id="{5AFE35B4-921A-C145-8647-3DC89DF1E25E}"/>
              </a:ext>
            </a:extLst>
          </p:cNvPr>
          <p:cNvSpPr/>
          <p:nvPr userDrawn="1"/>
        </p:nvSpPr>
        <p:spPr>
          <a:xfrm>
            <a:off x="532679" y="4141127"/>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rgbClr val="20D3FF"/>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004050"/>
              </a:solidFill>
              <a:effectLst/>
              <a:uLnTx/>
              <a:uFillTx/>
              <a:latin typeface="Montserrat"/>
              <a:ea typeface="+mn-ea"/>
              <a:cs typeface="+mn-cs"/>
            </a:endParaRPr>
          </a:p>
        </p:txBody>
      </p:sp>
      <p:sp>
        <p:nvSpPr>
          <p:cNvPr id="7" name="Slide Number Placeholder 5">
            <a:extLst>
              <a:ext uri="{FF2B5EF4-FFF2-40B4-BE49-F238E27FC236}">
                <a16:creationId xmlns:a16="http://schemas.microsoft.com/office/drawing/2014/main" id="{780C592A-34A2-4FBE-BBD0-1231F3D2AFE1}"/>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Text Placeholder 6">
            <a:extLst>
              <a:ext uri="{FF2B5EF4-FFF2-40B4-BE49-F238E27FC236}">
                <a16:creationId xmlns:a16="http://schemas.microsoft.com/office/drawing/2014/main" id="{DCFD92C0-4B59-40C7-8AFA-24EAB9A12F08}"/>
              </a:ext>
            </a:extLst>
          </p:cNvPr>
          <p:cNvSpPr>
            <a:spLocks noGrp="1"/>
          </p:cNvSpPr>
          <p:nvPr>
            <p:ph type="body" sz="quarter" idx="11"/>
          </p:nvPr>
        </p:nvSpPr>
        <p:spPr>
          <a:xfrm>
            <a:off x="5473700" y="1261533"/>
            <a:ext cx="6342671" cy="5217055"/>
          </a:xfrm>
        </p:spPr>
        <p:txBody>
          <a:bodyPr/>
          <a:lstStyle>
            <a:lvl1pPr marL="0" indent="0">
              <a:buNone/>
              <a:defRPr b="0"/>
            </a:lvl1pPr>
          </a:lstStyle>
          <a:p>
            <a:endParaRPr lang="en-GB" dirty="0"/>
          </a:p>
        </p:txBody>
      </p:sp>
    </p:spTree>
    <p:extLst>
      <p:ext uri="{BB962C8B-B14F-4D97-AF65-F5344CB8AC3E}">
        <p14:creationId xmlns:p14="http://schemas.microsoft.com/office/powerpoint/2010/main" val="57346122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showMasterSp="0" preserve="1" userDrawn="1">
  <p:cSld name="3_Arrow Left 06">
    <p:spTree>
      <p:nvGrpSpPr>
        <p:cNvPr id="1" name=""/>
        <p:cNvGrpSpPr/>
        <p:nvPr/>
      </p:nvGrpSpPr>
      <p:grpSpPr>
        <a:xfrm>
          <a:off x="0" y="0"/>
          <a:ext cx="0" cy="0"/>
          <a:chOff x="0" y="0"/>
          <a:chExt cx="0" cy="0"/>
        </a:xfrm>
      </p:grpSpPr>
      <p:grpSp>
        <p:nvGrpSpPr>
          <p:cNvPr id="19" name="Group 18"/>
          <p:cNvGrpSpPr/>
          <p:nvPr userDrawn="1"/>
        </p:nvGrpSpPr>
        <p:grpSpPr>
          <a:xfrm>
            <a:off x="-754639" y="4113557"/>
            <a:ext cx="5797612" cy="2365031"/>
            <a:chOff x="-2229" y="2361812"/>
            <a:chExt cx="11067619" cy="4514835"/>
          </a:xfrm>
          <a:solidFill>
            <a:srgbClr val="20D3FF"/>
          </a:solidFill>
        </p:grpSpPr>
        <p:sp>
          <p:nvSpPr>
            <p:cNvPr id="20" name="Freeform 19">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sp>
          <p:nvSpPr>
            <p:cNvPr id="21" name="Freeform 20">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sp>
          <p:nvSpPr>
            <p:cNvPr id="22" name="Freeform 21">
              <a:extLst>
                <a:ext uri="{FF2B5EF4-FFF2-40B4-BE49-F238E27FC236}">
                  <a16:creationId xmlns:a16="http://schemas.microsoft.com/office/drawing/2014/main" id="{2F450B4C-241D-A544-BBEF-175E01D6A139}"/>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grpSp>
      <p:pic>
        <p:nvPicPr>
          <p:cNvPr id="10" name="Graphic 31">
            <a:extLst>
              <a:ext uri="{FF2B5EF4-FFF2-40B4-BE49-F238E27FC236}">
                <a16:creationId xmlns:a16="http://schemas.microsoft.com/office/drawing/2014/main" id="{CCC3FDA3-772C-6242-A8B9-D7125563CE8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Text Placeholder 2">
            <a:extLst>
              <a:ext uri="{FF2B5EF4-FFF2-40B4-BE49-F238E27FC236}">
                <a16:creationId xmlns:a16="http://schemas.microsoft.com/office/drawing/2014/main" id="{43AE319F-CE2E-AE43-9BFF-5538F7EE6AF1}"/>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1" name="Slide Number Placeholder 5">
            <a:extLst>
              <a:ext uri="{FF2B5EF4-FFF2-40B4-BE49-F238E27FC236}">
                <a16:creationId xmlns:a16="http://schemas.microsoft.com/office/drawing/2014/main" id="{765166C1-B518-4008-A325-E242BC5976AD}"/>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Text Placeholder 6">
            <a:extLst>
              <a:ext uri="{FF2B5EF4-FFF2-40B4-BE49-F238E27FC236}">
                <a16:creationId xmlns:a16="http://schemas.microsoft.com/office/drawing/2014/main" id="{4B83FEDD-C988-42F4-B20C-F32B64B81077}"/>
              </a:ext>
            </a:extLst>
          </p:cNvPr>
          <p:cNvSpPr>
            <a:spLocks noGrp="1"/>
          </p:cNvSpPr>
          <p:nvPr>
            <p:ph type="body" sz="quarter" idx="11"/>
          </p:nvPr>
        </p:nvSpPr>
        <p:spPr>
          <a:xfrm>
            <a:off x="5473700" y="1261533"/>
            <a:ext cx="6342671" cy="5217055"/>
          </a:xfrm>
        </p:spPr>
        <p:txBody>
          <a:bodyPr/>
          <a:lstStyle>
            <a:lvl1pPr marL="0" indent="0">
              <a:buNone/>
              <a:defRPr b="0"/>
            </a:lvl1pPr>
          </a:lstStyle>
          <a:p>
            <a:endParaRPr lang="en-GB" dirty="0"/>
          </a:p>
        </p:txBody>
      </p:sp>
    </p:spTree>
    <p:extLst>
      <p:ext uri="{BB962C8B-B14F-4D97-AF65-F5344CB8AC3E}">
        <p14:creationId xmlns:p14="http://schemas.microsoft.com/office/powerpoint/2010/main" val="383861093"/>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showMasterSp="0" preserve="1" userDrawn="1">
  <p:cSld name="3_Arrow Left_07">
    <p:spTree>
      <p:nvGrpSpPr>
        <p:cNvPr id="1" name=""/>
        <p:cNvGrpSpPr/>
        <p:nvPr/>
      </p:nvGrpSpPr>
      <p:grpSpPr>
        <a:xfrm>
          <a:off x="0" y="0"/>
          <a:ext cx="0" cy="0"/>
          <a:chOff x="0" y="0"/>
          <a:chExt cx="0" cy="0"/>
        </a:xfrm>
      </p:grpSpPr>
      <p:sp>
        <p:nvSpPr>
          <p:cNvPr id="13" name="Freeform 12">
            <a:extLst>
              <a:ext uri="{FF2B5EF4-FFF2-40B4-BE49-F238E27FC236}">
                <a16:creationId xmlns:a16="http://schemas.microsoft.com/office/drawing/2014/main" id="{BA8E277A-0AB8-D043-A382-89558AF5F60C}"/>
              </a:ext>
            </a:extLst>
          </p:cNvPr>
          <p:cNvSpPr/>
          <p:nvPr userDrawn="1"/>
        </p:nvSpPr>
        <p:spPr>
          <a:xfrm>
            <a:off x="-533400" y="4101323"/>
            <a:ext cx="5300406" cy="2250265"/>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rgbClr val="20D3FF"/>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7" name="Slide Number Placeholder 5">
            <a:extLst>
              <a:ext uri="{FF2B5EF4-FFF2-40B4-BE49-F238E27FC236}">
                <a16:creationId xmlns:a16="http://schemas.microsoft.com/office/drawing/2014/main" id="{F4D408FB-534C-495E-A01B-3A5252745D21}"/>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Text Placeholder 6">
            <a:extLst>
              <a:ext uri="{FF2B5EF4-FFF2-40B4-BE49-F238E27FC236}">
                <a16:creationId xmlns:a16="http://schemas.microsoft.com/office/drawing/2014/main" id="{5815EACF-801C-42B6-9E09-8A49AFA339F7}"/>
              </a:ext>
            </a:extLst>
          </p:cNvPr>
          <p:cNvSpPr>
            <a:spLocks noGrp="1"/>
          </p:cNvSpPr>
          <p:nvPr>
            <p:ph type="body" sz="quarter" idx="11"/>
          </p:nvPr>
        </p:nvSpPr>
        <p:spPr>
          <a:xfrm>
            <a:off x="5473700" y="1261533"/>
            <a:ext cx="6342671" cy="5217055"/>
          </a:xfrm>
        </p:spPr>
        <p:txBody>
          <a:bodyPr/>
          <a:lstStyle>
            <a:lvl1pPr marL="0" indent="0">
              <a:buNone/>
              <a:defRPr b="0"/>
            </a:lvl1pPr>
          </a:lstStyle>
          <a:p>
            <a:endParaRPr lang="en-GB" dirty="0"/>
          </a:p>
        </p:txBody>
      </p:sp>
    </p:spTree>
    <p:extLst>
      <p:ext uri="{BB962C8B-B14F-4D97-AF65-F5344CB8AC3E}">
        <p14:creationId xmlns:p14="http://schemas.microsoft.com/office/powerpoint/2010/main" val="650836363"/>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3_Text and Image (half screen) 01">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6" name="Freeform 15">
            <a:extLst>
              <a:ext uri="{FF2B5EF4-FFF2-40B4-BE49-F238E27FC236}">
                <a16:creationId xmlns:a16="http://schemas.microsoft.com/office/drawing/2014/main" id="{C244723F-EF77-3046-B511-E60DA7907AC2}"/>
              </a:ext>
            </a:extLst>
          </p:cNvPr>
          <p:cNvSpPr/>
          <p:nvPr userDrawn="1"/>
        </p:nvSpPr>
        <p:spPr>
          <a:xfrm>
            <a:off x="2422102" y="4970822"/>
            <a:ext cx="3546719" cy="1739900"/>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rgbClr val="20D3FF"/>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004050"/>
              </a:solidFill>
              <a:effectLst/>
              <a:uLnTx/>
              <a:uFillTx/>
              <a:latin typeface="Montserrat"/>
              <a:ea typeface="+mn-ea"/>
              <a:cs typeface="+mn-cs"/>
            </a:endParaRPr>
          </a:p>
        </p:txBody>
      </p:sp>
      <p:sp>
        <p:nvSpPr>
          <p:cNvPr id="9" name="Slide Number Placeholder 5">
            <a:extLst>
              <a:ext uri="{FF2B5EF4-FFF2-40B4-BE49-F238E27FC236}">
                <a16:creationId xmlns:a16="http://schemas.microsoft.com/office/drawing/2014/main" id="{FC36E4D3-6B85-4E7A-A517-650651AC5754}"/>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8" name="Text Placeholder 2">
            <a:extLst>
              <a:ext uri="{FF2B5EF4-FFF2-40B4-BE49-F238E27FC236}">
                <a16:creationId xmlns:a16="http://schemas.microsoft.com/office/drawing/2014/main" id="{EA4284CA-721A-46FE-91ED-BB203CE244E6}"/>
              </a:ext>
            </a:extLst>
          </p:cNvPr>
          <p:cNvSpPr>
            <a:spLocks noGrp="1"/>
          </p:cNvSpPr>
          <p:nvPr>
            <p:ph type="body" sz="quarter" idx="14"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0" name="Text Placeholder 7">
            <a:extLst>
              <a:ext uri="{FF2B5EF4-FFF2-40B4-BE49-F238E27FC236}">
                <a16:creationId xmlns:a16="http://schemas.microsoft.com/office/drawing/2014/main" id="{87A4347C-EAF5-41E3-99B2-9B958C0543B7}"/>
              </a:ext>
            </a:extLst>
          </p:cNvPr>
          <p:cNvSpPr>
            <a:spLocks noGrp="1"/>
          </p:cNvSpPr>
          <p:nvPr>
            <p:ph type="body" sz="quarter" idx="11"/>
          </p:nvPr>
        </p:nvSpPr>
        <p:spPr>
          <a:xfrm>
            <a:off x="373063" y="1892636"/>
            <a:ext cx="6143484" cy="2742864"/>
          </a:xfrm>
        </p:spPr>
        <p:txBody>
          <a:bodyPr/>
          <a:lstStyle>
            <a:lvl1pPr marL="0" indent="0">
              <a:buNone/>
              <a:defRPr b="0"/>
            </a:lvl1pPr>
          </a:lstStyle>
          <a:p>
            <a:endParaRPr lang="en-GB" dirty="0"/>
          </a:p>
        </p:txBody>
      </p:sp>
    </p:spTree>
    <p:extLst>
      <p:ext uri="{BB962C8B-B14F-4D97-AF65-F5344CB8AC3E}">
        <p14:creationId xmlns:p14="http://schemas.microsoft.com/office/powerpoint/2010/main" val="3744026227"/>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3_Text and Image (half screen) 03">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4" name="Freeform 13">
            <a:extLst>
              <a:ext uri="{FF2B5EF4-FFF2-40B4-BE49-F238E27FC236}">
                <a16:creationId xmlns:a16="http://schemas.microsoft.com/office/drawing/2014/main" id="{B3ABDBCC-56D7-7941-A0AC-0A070DEBA30C}"/>
              </a:ext>
            </a:extLst>
          </p:cNvPr>
          <p:cNvSpPr/>
          <p:nvPr userDrawn="1"/>
        </p:nvSpPr>
        <p:spPr>
          <a:xfrm>
            <a:off x="2980995" y="4828704"/>
            <a:ext cx="3115005" cy="3543735"/>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rgbClr val="20D3FF"/>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sp>
        <p:nvSpPr>
          <p:cNvPr id="9" name="Slide Number Placeholder 5">
            <a:extLst>
              <a:ext uri="{FF2B5EF4-FFF2-40B4-BE49-F238E27FC236}">
                <a16:creationId xmlns:a16="http://schemas.microsoft.com/office/drawing/2014/main" id="{8312FD13-97A1-4EBA-A95C-75C0B1FD9CA9}"/>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8" name="Text Placeholder 2">
            <a:extLst>
              <a:ext uri="{FF2B5EF4-FFF2-40B4-BE49-F238E27FC236}">
                <a16:creationId xmlns:a16="http://schemas.microsoft.com/office/drawing/2014/main" id="{779E27B8-6E6D-4D7C-8511-4788542671BC}"/>
              </a:ext>
            </a:extLst>
          </p:cNvPr>
          <p:cNvSpPr>
            <a:spLocks noGrp="1"/>
          </p:cNvSpPr>
          <p:nvPr>
            <p:ph type="body" sz="quarter" idx="14"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0" name="Text Placeholder 7">
            <a:extLst>
              <a:ext uri="{FF2B5EF4-FFF2-40B4-BE49-F238E27FC236}">
                <a16:creationId xmlns:a16="http://schemas.microsoft.com/office/drawing/2014/main" id="{15E2F94A-6BD1-4809-8195-0CB493D728A0}"/>
              </a:ext>
            </a:extLst>
          </p:cNvPr>
          <p:cNvSpPr>
            <a:spLocks noGrp="1"/>
          </p:cNvSpPr>
          <p:nvPr>
            <p:ph type="body" sz="quarter" idx="11"/>
          </p:nvPr>
        </p:nvSpPr>
        <p:spPr>
          <a:xfrm>
            <a:off x="373063" y="1892636"/>
            <a:ext cx="6143484" cy="2742864"/>
          </a:xfrm>
        </p:spPr>
        <p:txBody>
          <a:bodyPr/>
          <a:lstStyle>
            <a:lvl1pPr marL="0" indent="0">
              <a:buNone/>
              <a:defRPr b="0"/>
            </a:lvl1pPr>
          </a:lstStyle>
          <a:p>
            <a:endParaRPr lang="en-GB" dirty="0"/>
          </a:p>
        </p:txBody>
      </p:sp>
    </p:spTree>
    <p:extLst>
      <p:ext uri="{BB962C8B-B14F-4D97-AF65-F5344CB8AC3E}">
        <p14:creationId xmlns:p14="http://schemas.microsoft.com/office/powerpoint/2010/main" val="160555638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3_Text and Image (half screen) 04">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3" name="Freeform 12">
            <a:extLst>
              <a:ext uri="{FF2B5EF4-FFF2-40B4-BE49-F238E27FC236}">
                <a16:creationId xmlns:a16="http://schemas.microsoft.com/office/drawing/2014/main" id="{7B0E7391-6002-FB45-BBA6-F3FB8D17702E}"/>
              </a:ext>
            </a:extLst>
          </p:cNvPr>
          <p:cNvSpPr/>
          <p:nvPr userDrawn="1"/>
        </p:nvSpPr>
        <p:spPr>
          <a:xfrm>
            <a:off x="2438400" y="4986716"/>
            <a:ext cx="3800356" cy="1588056"/>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rgbClr val="20D3FF"/>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sp>
        <p:nvSpPr>
          <p:cNvPr id="9" name="Slide Number Placeholder 5">
            <a:extLst>
              <a:ext uri="{FF2B5EF4-FFF2-40B4-BE49-F238E27FC236}">
                <a16:creationId xmlns:a16="http://schemas.microsoft.com/office/drawing/2014/main" id="{47A2DC30-C4F7-4157-9660-F0E750F90ACA}"/>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8" name="Text Placeholder 2">
            <a:extLst>
              <a:ext uri="{FF2B5EF4-FFF2-40B4-BE49-F238E27FC236}">
                <a16:creationId xmlns:a16="http://schemas.microsoft.com/office/drawing/2014/main" id="{C48DBD0B-5C62-430B-A5E1-22B98F78BB79}"/>
              </a:ext>
            </a:extLst>
          </p:cNvPr>
          <p:cNvSpPr>
            <a:spLocks noGrp="1"/>
          </p:cNvSpPr>
          <p:nvPr>
            <p:ph type="body" sz="quarter" idx="14"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0" name="Text Placeholder 7">
            <a:extLst>
              <a:ext uri="{FF2B5EF4-FFF2-40B4-BE49-F238E27FC236}">
                <a16:creationId xmlns:a16="http://schemas.microsoft.com/office/drawing/2014/main" id="{1FADBB4D-8AC1-40DF-B56E-CE3D9F96A5D9}"/>
              </a:ext>
            </a:extLst>
          </p:cNvPr>
          <p:cNvSpPr>
            <a:spLocks noGrp="1"/>
          </p:cNvSpPr>
          <p:nvPr>
            <p:ph type="body" sz="quarter" idx="11"/>
          </p:nvPr>
        </p:nvSpPr>
        <p:spPr>
          <a:xfrm>
            <a:off x="373063" y="1892636"/>
            <a:ext cx="6143484" cy="2742864"/>
          </a:xfrm>
        </p:spPr>
        <p:txBody>
          <a:bodyPr/>
          <a:lstStyle>
            <a:lvl1pPr marL="0" indent="0">
              <a:buNone/>
              <a:defRPr b="0"/>
            </a:lvl1pPr>
          </a:lstStyle>
          <a:p>
            <a:endParaRPr lang="en-GB" dirty="0"/>
          </a:p>
        </p:txBody>
      </p:sp>
    </p:spTree>
    <p:extLst>
      <p:ext uri="{BB962C8B-B14F-4D97-AF65-F5344CB8AC3E}">
        <p14:creationId xmlns:p14="http://schemas.microsoft.com/office/powerpoint/2010/main" val="3679363266"/>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3_Text and Image (half screen) 05">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9" name="Freeform 8">
            <a:extLst>
              <a:ext uri="{FF2B5EF4-FFF2-40B4-BE49-F238E27FC236}">
                <a16:creationId xmlns:a16="http://schemas.microsoft.com/office/drawing/2014/main" id="{995C290C-8FFE-F94A-AD94-999FF732A5AE}"/>
              </a:ext>
            </a:extLst>
          </p:cNvPr>
          <p:cNvSpPr/>
          <p:nvPr userDrawn="1"/>
        </p:nvSpPr>
        <p:spPr>
          <a:xfrm>
            <a:off x="2260600" y="4883058"/>
            <a:ext cx="3978156" cy="1808614"/>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rgbClr val="20D3FF"/>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0000"/>
              </a:solidFill>
              <a:effectLst/>
              <a:uLnTx/>
              <a:uFillTx/>
              <a:latin typeface="Montserrat"/>
              <a:ea typeface="+mn-ea"/>
              <a:cs typeface="+mn-cs"/>
            </a:endParaRPr>
          </a:p>
        </p:txBody>
      </p:sp>
      <p:sp>
        <p:nvSpPr>
          <p:cNvPr id="13" name="Slide Number Placeholder 5">
            <a:extLst>
              <a:ext uri="{FF2B5EF4-FFF2-40B4-BE49-F238E27FC236}">
                <a16:creationId xmlns:a16="http://schemas.microsoft.com/office/drawing/2014/main" id="{6F111D75-7F37-4729-97BD-3A53778CD2FC}"/>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8" name="Text Placeholder 2">
            <a:extLst>
              <a:ext uri="{FF2B5EF4-FFF2-40B4-BE49-F238E27FC236}">
                <a16:creationId xmlns:a16="http://schemas.microsoft.com/office/drawing/2014/main" id="{E7CC3E60-4992-48EA-A47D-023E5007E716}"/>
              </a:ext>
            </a:extLst>
          </p:cNvPr>
          <p:cNvSpPr>
            <a:spLocks noGrp="1"/>
          </p:cNvSpPr>
          <p:nvPr>
            <p:ph type="body" sz="quarter" idx="14"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2" name="Text Placeholder 7">
            <a:extLst>
              <a:ext uri="{FF2B5EF4-FFF2-40B4-BE49-F238E27FC236}">
                <a16:creationId xmlns:a16="http://schemas.microsoft.com/office/drawing/2014/main" id="{143CA721-4441-4AC8-B4DE-721B4B5F0C32}"/>
              </a:ext>
            </a:extLst>
          </p:cNvPr>
          <p:cNvSpPr>
            <a:spLocks noGrp="1"/>
          </p:cNvSpPr>
          <p:nvPr>
            <p:ph type="body" sz="quarter" idx="11"/>
          </p:nvPr>
        </p:nvSpPr>
        <p:spPr>
          <a:xfrm>
            <a:off x="373063" y="1892636"/>
            <a:ext cx="6143484" cy="2742864"/>
          </a:xfrm>
        </p:spPr>
        <p:txBody>
          <a:bodyPr/>
          <a:lstStyle>
            <a:lvl1pPr marL="0" indent="0">
              <a:buNone/>
              <a:defRPr b="0"/>
            </a:lvl1pPr>
          </a:lstStyle>
          <a:p>
            <a:endParaRPr lang="en-GB" dirty="0"/>
          </a:p>
        </p:txBody>
      </p:sp>
    </p:spTree>
    <p:extLst>
      <p:ext uri="{BB962C8B-B14F-4D97-AF65-F5344CB8AC3E}">
        <p14:creationId xmlns:p14="http://schemas.microsoft.com/office/powerpoint/2010/main" val="1900891463"/>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3_Text and Image (half screen) 06">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grpSp>
        <p:nvGrpSpPr>
          <p:cNvPr id="9" name="Group 8">
            <a:extLst>
              <a:ext uri="{FF2B5EF4-FFF2-40B4-BE49-F238E27FC236}">
                <a16:creationId xmlns:a16="http://schemas.microsoft.com/office/drawing/2014/main" id="{468EB35F-FFAA-8442-BF5E-3C5271F7E98F}"/>
              </a:ext>
            </a:extLst>
          </p:cNvPr>
          <p:cNvGrpSpPr/>
          <p:nvPr userDrawn="1"/>
        </p:nvGrpSpPr>
        <p:grpSpPr>
          <a:xfrm>
            <a:off x="809430" y="4944517"/>
            <a:ext cx="5224040" cy="2153538"/>
            <a:chOff x="-2229" y="2361812"/>
            <a:chExt cx="11067619" cy="4514835"/>
          </a:xfrm>
          <a:solidFill>
            <a:srgbClr val="20D3FF"/>
          </a:solidFill>
        </p:grpSpPr>
        <p:sp>
          <p:nvSpPr>
            <p:cNvPr id="10" name="Freeform 9">
              <a:extLst>
                <a:ext uri="{FF2B5EF4-FFF2-40B4-BE49-F238E27FC236}">
                  <a16:creationId xmlns:a16="http://schemas.microsoft.com/office/drawing/2014/main" id="{AB1585F1-E215-1548-8637-7E8C0385C15A}"/>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sp>
          <p:nvSpPr>
            <p:cNvPr id="13" name="Freeform 12">
              <a:extLst>
                <a:ext uri="{FF2B5EF4-FFF2-40B4-BE49-F238E27FC236}">
                  <a16:creationId xmlns:a16="http://schemas.microsoft.com/office/drawing/2014/main" id="{4F563A89-DCDC-4C47-92E0-B3686C8D66F2}"/>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sp>
          <p:nvSpPr>
            <p:cNvPr id="16" name="Freeform 15">
              <a:extLst>
                <a:ext uri="{FF2B5EF4-FFF2-40B4-BE49-F238E27FC236}">
                  <a16:creationId xmlns:a16="http://schemas.microsoft.com/office/drawing/2014/main" id="{DCBCC570-67B4-834A-BD7A-4A77AA290CC5}"/>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grpSp>
      <p:sp>
        <p:nvSpPr>
          <p:cNvPr id="2" name="Rectangle 1">
            <a:extLst>
              <a:ext uri="{FF2B5EF4-FFF2-40B4-BE49-F238E27FC236}">
                <a16:creationId xmlns:a16="http://schemas.microsoft.com/office/drawing/2014/main" id="{9EFA3298-7FC1-5548-9F81-64937AC42EC6}"/>
              </a:ext>
            </a:extLst>
          </p:cNvPr>
          <p:cNvSpPr/>
          <p:nvPr userDrawn="1"/>
        </p:nvSpPr>
        <p:spPr>
          <a:xfrm>
            <a:off x="0" y="5647991"/>
            <a:ext cx="973290" cy="208800"/>
          </a:xfrm>
          <a:prstGeom prst="rect">
            <a:avLst/>
          </a:prstGeom>
          <a:solidFill>
            <a:srgbClr val="20D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Montserrat"/>
              <a:ea typeface="+mn-ea"/>
              <a:cs typeface="+mn-cs"/>
            </a:endParaRPr>
          </a:p>
        </p:txBody>
      </p:sp>
      <p:sp>
        <p:nvSpPr>
          <p:cNvPr id="17" name="Rectangle 16">
            <a:extLst>
              <a:ext uri="{FF2B5EF4-FFF2-40B4-BE49-F238E27FC236}">
                <a16:creationId xmlns:a16="http://schemas.microsoft.com/office/drawing/2014/main" id="{BEA52628-6F84-8C43-AB11-FEC583CBC488}"/>
              </a:ext>
            </a:extLst>
          </p:cNvPr>
          <p:cNvSpPr/>
          <p:nvPr userDrawn="1"/>
        </p:nvSpPr>
        <p:spPr>
          <a:xfrm>
            <a:off x="0" y="6186279"/>
            <a:ext cx="973290" cy="208800"/>
          </a:xfrm>
          <a:prstGeom prst="rect">
            <a:avLst/>
          </a:prstGeom>
          <a:solidFill>
            <a:srgbClr val="20D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Montserrat"/>
              <a:ea typeface="+mn-ea"/>
              <a:cs typeface="+mn-cs"/>
            </a:endParaRPr>
          </a:p>
        </p:txBody>
      </p:sp>
      <p:sp>
        <p:nvSpPr>
          <p:cNvPr id="14" name="Slide Number Placeholder 5">
            <a:extLst>
              <a:ext uri="{FF2B5EF4-FFF2-40B4-BE49-F238E27FC236}">
                <a16:creationId xmlns:a16="http://schemas.microsoft.com/office/drawing/2014/main" id="{704D90AE-C358-4B2C-A9CF-5507DB729151}"/>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5" name="Text Placeholder 2">
            <a:extLst>
              <a:ext uri="{FF2B5EF4-FFF2-40B4-BE49-F238E27FC236}">
                <a16:creationId xmlns:a16="http://schemas.microsoft.com/office/drawing/2014/main" id="{E9284DC7-FDFA-4A70-82F3-A997EB41B738}"/>
              </a:ext>
            </a:extLst>
          </p:cNvPr>
          <p:cNvSpPr>
            <a:spLocks noGrp="1"/>
          </p:cNvSpPr>
          <p:nvPr>
            <p:ph type="body" sz="quarter" idx="14"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8" name="Text Placeholder 7">
            <a:extLst>
              <a:ext uri="{FF2B5EF4-FFF2-40B4-BE49-F238E27FC236}">
                <a16:creationId xmlns:a16="http://schemas.microsoft.com/office/drawing/2014/main" id="{D73A8DAF-2058-4022-B937-44F0E6A95899}"/>
              </a:ext>
            </a:extLst>
          </p:cNvPr>
          <p:cNvSpPr>
            <a:spLocks noGrp="1"/>
          </p:cNvSpPr>
          <p:nvPr>
            <p:ph type="body" sz="quarter" idx="11"/>
          </p:nvPr>
        </p:nvSpPr>
        <p:spPr>
          <a:xfrm>
            <a:off x="373063" y="1892636"/>
            <a:ext cx="6143484" cy="2742864"/>
          </a:xfrm>
        </p:spPr>
        <p:txBody>
          <a:bodyPr/>
          <a:lstStyle>
            <a:lvl1pPr marL="0" indent="0">
              <a:buNone/>
              <a:defRPr b="0"/>
            </a:lvl1pPr>
          </a:lstStyle>
          <a:p>
            <a:endParaRPr lang="en-GB" dirty="0"/>
          </a:p>
        </p:txBody>
      </p:sp>
    </p:spTree>
    <p:extLst>
      <p:ext uri="{BB962C8B-B14F-4D97-AF65-F5344CB8AC3E}">
        <p14:creationId xmlns:p14="http://schemas.microsoft.com/office/powerpoint/2010/main" val="1914492663"/>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3_Text and Image (half screen) 07">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9" name="Freeform 8">
            <a:extLst>
              <a:ext uri="{FF2B5EF4-FFF2-40B4-BE49-F238E27FC236}">
                <a16:creationId xmlns:a16="http://schemas.microsoft.com/office/drawing/2014/main" id="{A47FC6CD-AA14-4D49-9723-6E8098A42BDE}"/>
              </a:ext>
            </a:extLst>
          </p:cNvPr>
          <p:cNvSpPr/>
          <p:nvPr userDrawn="1"/>
        </p:nvSpPr>
        <p:spPr>
          <a:xfrm>
            <a:off x="-2932" y="5113958"/>
            <a:ext cx="3594030" cy="1997697"/>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rgbClr val="20D3FF"/>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sp>
        <p:nvSpPr>
          <p:cNvPr id="10" name="Rectangle 9">
            <a:extLst>
              <a:ext uri="{FF2B5EF4-FFF2-40B4-BE49-F238E27FC236}">
                <a16:creationId xmlns:a16="http://schemas.microsoft.com/office/drawing/2014/main" id="{B4A67683-0430-4240-B4B7-D18D14CA47BF}"/>
              </a:ext>
            </a:extLst>
          </p:cNvPr>
          <p:cNvSpPr/>
          <p:nvPr userDrawn="1"/>
        </p:nvSpPr>
        <p:spPr>
          <a:xfrm>
            <a:off x="-2933" y="5945277"/>
            <a:ext cx="1465659" cy="338400"/>
          </a:xfrm>
          <a:prstGeom prst="rect">
            <a:avLst/>
          </a:prstGeom>
          <a:solidFill>
            <a:srgbClr val="20D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Montserrat"/>
              <a:ea typeface="+mn-ea"/>
              <a:cs typeface="+mn-cs"/>
            </a:endParaRPr>
          </a:p>
        </p:txBody>
      </p:sp>
      <p:sp>
        <p:nvSpPr>
          <p:cNvPr id="13" name="Slide Number Placeholder 5">
            <a:extLst>
              <a:ext uri="{FF2B5EF4-FFF2-40B4-BE49-F238E27FC236}">
                <a16:creationId xmlns:a16="http://schemas.microsoft.com/office/drawing/2014/main" id="{16E965C2-93DD-4C7A-8A12-F6B8FB6BF561}"/>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8" name="Text Placeholder 2">
            <a:extLst>
              <a:ext uri="{FF2B5EF4-FFF2-40B4-BE49-F238E27FC236}">
                <a16:creationId xmlns:a16="http://schemas.microsoft.com/office/drawing/2014/main" id="{C6D61C67-0401-4818-B951-6E0A37D6C1C5}"/>
              </a:ext>
            </a:extLst>
          </p:cNvPr>
          <p:cNvSpPr>
            <a:spLocks noGrp="1"/>
          </p:cNvSpPr>
          <p:nvPr>
            <p:ph type="body" sz="quarter" idx="14"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4" name="Text Placeholder 7">
            <a:extLst>
              <a:ext uri="{FF2B5EF4-FFF2-40B4-BE49-F238E27FC236}">
                <a16:creationId xmlns:a16="http://schemas.microsoft.com/office/drawing/2014/main" id="{A0C0EFF0-5546-4493-A222-73F375FB5B7E}"/>
              </a:ext>
            </a:extLst>
          </p:cNvPr>
          <p:cNvSpPr>
            <a:spLocks noGrp="1"/>
          </p:cNvSpPr>
          <p:nvPr>
            <p:ph type="body" sz="quarter" idx="11"/>
          </p:nvPr>
        </p:nvSpPr>
        <p:spPr>
          <a:xfrm>
            <a:off x="373063" y="1892636"/>
            <a:ext cx="6143484" cy="2742864"/>
          </a:xfrm>
        </p:spPr>
        <p:txBody>
          <a:bodyPr/>
          <a:lstStyle>
            <a:lvl1pPr marL="0" indent="0">
              <a:buNone/>
              <a:defRPr b="0"/>
            </a:lvl1pPr>
          </a:lstStyle>
          <a:p>
            <a:endParaRPr lang="en-GB" dirty="0"/>
          </a:p>
        </p:txBody>
      </p:sp>
    </p:spTree>
    <p:extLst>
      <p:ext uri="{BB962C8B-B14F-4D97-AF65-F5344CB8AC3E}">
        <p14:creationId xmlns:p14="http://schemas.microsoft.com/office/powerpoint/2010/main" val="425573284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showMasterSp="0" preserve="1" userDrawn="1">
  <p:cSld name="Overview or quotes 04">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8" name="Text Placeholder 2"/>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rgbClr val="0BEEB7"/>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1"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duotone>
              <a:schemeClr val="accent2">
                <a:shade val="45000"/>
                <a:satMod val="135000"/>
              </a:schemeClr>
              <a:prstClr val="white"/>
            </a:duotone>
            <a:extLst>
              <a:ext uri="{BEBA8EAE-BF5A-486C-A8C5-ECC9F3942E4B}">
                <a14:imgProps xmlns:a14="http://schemas.microsoft.com/office/drawing/2010/main">
                  <a14:imgLayer r:embed="rId3">
                    <a14:imgEffect>
                      <a14:saturation sat="0"/>
                    </a14:imgEffect>
                  </a14:imgLayer>
                </a14:imgProps>
              </a:ext>
            </a:extLst>
          </a:blip>
          <a:stretch>
            <a:fillRect/>
          </a:stretch>
        </p:blipFill>
        <p:spPr>
          <a:xfrm>
            <a:off x="269739" y="377825"/>
            <a:ext cx="738525" cy="522000"/>
          </a:xfrm>
          <a:prstGeom prst="rect">
            <a:avLst/>
          </a:prstGeom>
        </p:spPr>
      </p:pic>
      <p:sp>
        <p:nvSpPr>
          <p:cNvPr id="9" name="Freeform 8">
            <a:extLst>
              <a:ext uri="{FF2B5EF4-FFF2-40B4-BE49-F238E27FC236}">
                <a16:creationId xmlns:a16="http://schemas.microsoft.com/office/drawing/2014/main" id="{35B5D0DF-4895-DB4F-85D9-C3FFDE55B8C8}"/>
              </a:ext>
            </a:extLst>
          </p:cNvPr>
          <p:cNvSpPr/>
          <p:nvPr userDrawn="1"/>
        </p:nvSpPr>
        <p:spPr>
          <a:xfrm>
            <a:off x="384784" y="4743413"/>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rgbClr val="0BEEB7"/>
          </a:solidFill>
          <a:ln w="6350" cap="flat">
            <a:noFill/>
            <a:prstDash val="solid"/>
            <a:miter/>
          </a:ln>
        </p:spPr>
        <p:txBody>
          <a:bodyPr rtlCol="0" anchor="ctr"/>
          <a:lstStyle/>
          <a:p>
            <a:endParaRPr lang="en-GB" sz="1351"/>
          </a:p>
        </p:txBody>
      </p:sp>
      <p:sp>
        <p:nvSpPr>
          <p:cNvPr id="7" name="Slide Number Placeholder 5">
            <a:extLst>
              <a:ext uri="{FF2B5EF4-FFF2-40B4-BE49-F238E27FC236}">
                <a16:creationId xmlns:a16="http://schemas.microsoft.com/office/drawing/2014/main" id="{700893CE-9599-46E1-8C4B-E49F55C46031}"/>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0" name="Text Placeholder 2">
            <a:extLst>
              <a:ext uri="{FF2B5EF4-FFF2-40B4-BE49-F238E27FC236}">
                <a16:creationId xmlns:a16="http://schemas.microsoft.com/office/drawing/2014/main" id="{FD6CBE0F-9A3C-4223-BCB1-72E6DB41D095}"/>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endParaRPr lang="en-GB" dirty="0"/>
          </a:p>
        </p:txBody>
      </p:sp>
    </p:spTree>
    <p:extLst>
      <p:ext uri="{BB962C8B-B14F-4D97-AF65-F5344CB8AC3E}">
        <p14:creationId xmlns:p14="http://schemas.microsoft.com/office/powerpoint/2010/main" val="2474704687"/>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showMasterSp="0" preserve="1" userDrawn="1">
  <p:cSld name="Overview or quotes 05">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8" name="Text Placeholder 2"/>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rgbClr val="0BEEB7"/>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3" name="Freeform 12">
            <a:extLst>
              <a:ext uri="{FF2B5EF4-FFF2-40B4-BE49-F238E27FC236}">
                <a16:creationId xmlns:a16="http://schemas.microsoft.com/office/drawing/2014/main" id="{DF3D0604-3EEB-7547-A86F-8B3EFC40A3EC}"/>
              </a:ext>
            </a:extLst>
          </p:cNvPr>
          <p:cNvSpPr/>
          <p:nvPr userDrawn="1"/>
        </p:nvSpPr>
        <p:spPr>
          <a:xfrm>
            <a:off x="384784" y="4504759"/>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rgbClr val="09EDB8"/>
          </a:solidFill>
          <a:ln w="6350" cap="flat">
            <a:noFill/>
            <a:prstDash val="solid"/>
            <a:miter/>
          </a:ln>
        </p:spPr>
        <p:txBody>
          <a:bodyPr rtlCol="0" anchor="ctr"/>
          <a:lstStyle/>
          <a:p>
            <a:endParaRPr lang="en-GB" sz="1351"/>
          </a:p>
        </p:txBody>
      </p:sp>
      <p:pic>
        <p:nvPicPr>
          <p:cNvPr id="11"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duotone>
              <a:schemeClr val="accent2">
                <a:shade val="45000"/>
                <a:satMod val="135000"/>
              </a:schemeClr>
              <a:prstClr val="white"/>
            </a:duotone>
            <a:extLst>
              <a:ext uri="{BEBA8EAE-BF5A-486C-A8C5-ECC9F3942E4B}">
                <a14:imgProps xmlns:a14="http://schemas.microsoft.com/office/drawing/2010/main">
                  <a14:imgLayer r:embed="rId3">
                    <a14:imgEffect>
                      <a14:saturation sat="0"/>
                    </a14:imgEffect>
                  </a14:imgLayer>
                </a14:imgProps>
              </a:ext>
            </a:extLst>
          </a:blip>
          <a:stretch>
            <a:fillRect/>
          </a:stretch>
        </p:blipFill>
        <p:spPr>
          <a:xfrm>
            <a:off x="269739" y="377825"/>
            <a:ext cx="738525" cy="522000"/>
          </a:xfrm>
          <a:prstGeom prst="rect">
            <a:avLst/>
          </a:prstGeom>
        </p:spPr>
      </p:pic>
      <p:sp>
        <p:nvSpPr>
          <p:cNvPr id="7" name="Slide Number Placeholder 5">
            <a:extLst>
              <a:ext uri="{FF2B5EF4-FFF2-40B4-BE49-F238E27FC236}">
                <a16:creationId xmlns:a16="http://schemas.microsoft.com/office/drawing/2014/main" id="{0E2147E7-0E00-4857-9387-8C98DB82E131}"/>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Text Placeholder 2">
            <a:extLst>
              <a:ext uri="{FF2B5EF4-FFF2-40B4-BE49-F238E27FC236}">
                <a16:creationId xmlns:a16="http://schemas.microsoft.com/office/drawing/2014/main" id="{25545F83-4383-41AF-855D-23D197ADAF15}"/>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endParaRPr lang="en-GB" dirty="0"/>
          </a:p>
        </p:txBody>
      </p:sp>
    </p:spTree>
    <p:extLst>
      <p:ext uri="{BB962C8B-B14F-4D97-AF65-F5344CB8AC3E}">
        <p14:creationId xmlns:p14="http://schemas.microsoft.com/office/powerpoint/2010/main" val="1698612947"/>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showMasterSp="0" preserve="1" userDrawn="1">
  <p:cSld name="Overview or quotes 06">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Text Placeholder 2">
            <a:extLst>
              <a:ext uri="{FF2B5EF4-FFF2-40B4-BE49-F238E27FC236}">
                <a16:creationId xmlns:a16="http://schemas.microsoft.com/office/drawing/2014/main" id="{38251CB8-D58E-2E40-9211-8E4FCA38D552}"/>
              </a:ext>
            </a:extLst>
          </p:cNvPr>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rgbClr val="0BEEB7"/>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7" name="Graphic 31">
            <a:extLst>
              <a:ext uri="{FF2B5EF4-FFF2-40B4-BE49-F238E27FC236}">
                <a16:creationId xmlns:a16="http://schemas.microsoft.com/office/drawing/2014/main" id="{E51E3436-B16C-5F48-AA8A-C3F6719B5E1D}"/>
              </a:ext>
            </a:extLst>
          </p:cNvPr>
          <p:cNvPicPr>
            <a:picLocks noChangeAspect="1"/>
          </p:cNvPicPr>
          <p:nvPr userDrawn="1"/>
        </p:nvPicPr>
        <p:blipFill>
          <a:blip r:embed="rId2">
            <a:duotone>
              <a:schemeClr val="accent2">
                <a:shade val="45000"/>
                <a:satMod val="135000"/>
              </a:schemeClr>
              <a:prstClr val="white"/>
            </a:duotone>
            <a:extLst>
              <a:ext uri="{BEBA8EAE-BF5A-486C-A8C5-ECC9F3942E4B}">
                <a14:imgProps xmlns:a14="http://schemas.microsoft.com/office/drawing/2010/main">
                  <a14:imgLayer r:embed="rId3">
                    <a14:imgEffect>
                      <a14:saturation sat="0"/>
                    </a14:imgEffect>
                  </a14:imgLayer>
                </a14:imgProps>
              </a:ext>
            </a:extLst>
          </a:blip>
          <a:stretch>
            <a:fillRect/>
          </a:stretch>
        </p:blipFill>
        <p:spPr>
          <a:xfrm>
            <a:off x="269739" y="377825"/>
            <a:ext cx="738525" cy="522000"/>
          </a:xfrm>
          <a:prstGeom prst="rect">
            <a:avLst/>
          </a:prstGeom>
        </p:spPr>
      </p:pic>
      <p:grpSp>
        <p:nvGrpSpPr>
          <p:cNvPr id="18" name="Group 17">
            <a:extLst>
              <a:ext uri="{FF2B5EF4-FFF2-40B4-BE49-F238E27FC236}">
                <a16:creationId xmlns:a16="http://schemas.microsoft.com/office/drawing/2014/main" id="{6583914F-58FB-B34E-8161-C66E669476AF}"/>
              </a:ext>
            </a:extLst>
          </p:cNvPr>
          <p:cNvGrpSpPr/>
          <p:nvPr userDrawn="1"/>
        </p:nvGrpSpPr>
        <p:grpSpPr>
          <a:xfrm>
            <a:off x="-562704" y="4391077"/>
            <a:ext cx="5338709" cy="2177830"/>
            <a:chOff x="-2229" y="2361812"/>
            <a:chExt cx="11067619" cy="4514835"/>
          </a:xfrm>
          <a:solidFill>
            <a:schemeClr val="accent2"/>
          </a:solidFill>
        </p:grpSpPr>
        <p:sp>
          <p:nvSpPr>
            <p:cNvPr id="19" name="Freeform 18">
              <a:extLst>
                <a:ext uri="{FF2B5EF4-FFF2-40B4-BE49-F238E27FC236}">
                  <a16:creationId xmlns:a16="http://schemas.microsoft.com/office/drawing/2014/main" id="{E1FD4820-850C-3047-9711-AD5DD789A3DD}"/>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E3AE8E64-5267-3141-A055-FBE33FE8BF5B}"/>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1" name="Freeform 20">
              <a:extLst>
                <a:ext uri="{FF2B5EF4-FFF2-40B4-BE49-F238E27FC236}">
                  <a16:creationId xmlns:a16="http://schemas.microsoft.com/office/drawing/2014/main" id="{A4413C9C-C76C-B642-B162-F8DBD3B14B9D}"/>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
        <p:nvSpPr>
          <p:cNvPr id="10" name="Slide Number Placeholder 5">
            <a:extLst>
              <a:ext uri="{FF2B5EF4-FFF2-40B4-BE49-F238E27FC236}">
                <a16:creationId xmlns:a16="http://schemas.microsoft.com/office/drawing/2014/main" id="{6FCB4367-DFEB-41EE-BB5F-1DE76BE845E9}"/>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2" name="Text Placeholder 2">
            <a:extLst>
              <a:ext uri="{FF2B5EF4-FFF2-40B4-BE49-F238E27FC236}">
                <a16:creationId xmlns:a16="http://schemas.microsoft.com/office/drawing/2014/main" id="{A7D55C08-C6A4-4310-AEEF-59D10B31AC05}"/>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endParaRPr lang="en-GB" dirty="0"/>
          </a:p>
        </p:txBody>
      </p:sp>
    </p:spTree>
    <p:extLst>
      <p:ext uri="{BB962C8B-B14F-4D97-AF65-F5344CB8AC3E}">
        <p14:creationId xmlns:p14="http://schemas.microsoft.com/office/powerpoint/2010/main" val="1048926598"/>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showMasterSp="0" preserve="1" userDrawn="1">
  <p:cSld name="Overview or quotes 07">
    <p:spTree>
      <p:nvGrpSpPr>
        <p:cNvPr id="1" name=""/>
        <p:cNvGrpSpPr/>
        <p:nvPr/>
      </p:nvGrpSpPr>
      <p:grpSpPr>
        <a:xfrm>
          <a:off x="0" y="0"/>
          <a:ext cx="0" cy="0"/>
          <a:chOff x="0" y="0"/>
          <a:chExt cx="0" cy="0"/>
        </a:xfrm>
      </p:grpSpPr>
      <p:sp>
        <p:nvSpPr>
          <p:cNvPr id="6" name="Rectangle 5"/>
          <p:cNvSpPr/>
          <p:nvPr userDrawn="1"/>
        </p:nvSpPr>
        <p:spPr>
          <a:xfrm>
            <a:off x="0" y="0"/>
            <a:ext cx="4070352" cy="6858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Freeform 10">
            <a:extLst>
              <a:ext uri="{FF2B5EF4-FFF2-40B4-BE49-F238E27FC236}">
                <a16:creationId xmlns:a16="http://schemas.microsoft.com/office/drawing/2014/main" id="{8857B351-2725-8440-AA09-147EA78EACC8}"/>
              </a:ext>
            </a:extLst>
          </p:cNvPr>
          <p:cNvSpPr/>
          <p:nvPr userDrawn="1"/>
        </p:nvSpPr>
        <p:spPr>
          <a:xfrm>
            <a:off x="-84149" y="4328581"/>
            <a:ext cx="4637893" cy="1993841"/>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tx2"/>
          </a:solidFill>
          <a:ln w="6350" cap="flat">
            <a:noFill/>
            <a:prstDash val="solid"/>
            <a:miter/>
          </a:ln>
        </p:spPr>
        <p:txBody>
          <a:bodyPr rtlCol="0" anchor="ctr"/>
          <a:lstStyle/>
          <a:p>
            <a:endParaRPr lang="en-GB"/>
          </a:p>
        </p:txBody>
      </p:sp>
      <p:sp>
        <p:nvSpPr>
          <p:cNvPr id="8" name="Text Placeholder 2">
            <a:extLst>
              <a:ext uri="{FF2B5EF4-FFF2-40B4-BE49-F238E27FC236}">
                <a16:creationId xmlns:a16="http://schemas.microsoft.com/office/drawing/2014/main" id="{223B611D-7B8F-B64E-B297-6F15D8AC0FB4}"/>
              </a:ext>
            </a:extLst>
          </p:cNvPr>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rgbClr val="0BEEB7"/>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3" name="Graphic 31">
            <a:extLst>
              <a:ext uri="{FF2B5EF4-FFF2-40B4-BE49-F238E27FC236}">
                <a16:creationId xmlns:a16="http://schemas.microsoft.com/office/drawing/2014/main" id="{59F936A6-C45C-DE4D-B127-38C5B78DBD54}"/>
              </a:ext>
            </a:extLst>
          </p:cNvPr>
          <p:cNvPicPr>
            <a:picLocks noChangeAspect="1"/>
          </p:cNvPicPr>
          <p:nvPr userDrawn="1"/>
        </p:nvPicPr>
        <p:blipFill>
          <a:blip r:embed="rId2">
            <a:duotone>
              <a:schemeClr val="accent2">
                <a:shade val="45000"/>
                <a:satMod val="135000"/>
              </a:schemeClr>
              <a:prstClr val="white"/>
            </a:duotone>
            <a:extLst>
              <a:ext uri="{BEBA8EAE-BF5A-486C-A8C5-ECC9F3942E4B}">
                <a14:imgProps xmlns:a14="http://schemas.microsoft.com/office/drawing/2010/main">
                  <a14:imgLayer r:embed="rId3">
                    <a14:imgEffect>
                      <a14:saturation sat="0"/>
                    </a14:imgEffect>
                  </a14:imgLayer>
                </a14:imgProps>
              </a:ext>
            </a:extLst>
          </a:blip>
          <a:stretch>
            <a:fillRect/>
          </a:stretch>
        </p:blipFill>
        <p:spPr>
          <a:xfrm>
            <a:off x="269739" y="377825"/>
            <a:ext cx="738525" cy="522000"/>
          </a:xfrm>
          <a:prstGeom prst="rect">
            <a:avLst/>
          </a:prstGeom>
        </p:spPr>
      </p:pic>
      <p:sp>
        <p:nvSpPr>
          <p:cNvPr id="7" name="Slide Number Placeholder 5">
            <a:extLst>
              <a:ext uri="{FF2B5EF4-FFF2-40B4-BE49-F238E27FC236}">
                <a16:creationId xmlns:a16="http://schemas.microsoft.com/office/drawing/2014/main" id="{27896B65-6406-4653-B1DC-F69E46033144}"/>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Text Placeholder 2">
            <a:extLst>
              <a:ext uri="{FF2B5EF4-FFF2-40B4-BE49-F238E27FC236}">
                <a16:creationId xmlns:a16="http://schemas.microsoft.com/office/drawing/2014/main" id="{B4F529A1-8E27-48C0-8395-0D2C24C23CA9}"/>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endParaRPr lang="en-GB" dirty="0"/>
          </a:p>
        </p:txBody>
      </p:sp>
    </p:spTree>
    <p:extLst>
      <p:ext uri="{BB962C8B-B14F-4D97-AF65-F5344CB8AC3E}">
        <p14:creationId xmlns:p14="http://schemas.microsoft.com/office/powerpoint/2010/main" val="2119819087"/>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showMasterSp="0" preserve="1" userDrawn="1">
  <p:cSld name="Overview or quotes 01">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09ED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8" name="Text Placeholder 2"/>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1" name="Rectangle 10"/>
          <p:cNvSpPr/>
          <p:nvPr userDrawn="1"/>
        </p:nvSpPr>
        <p:spPr>
          <a:xfrm>
            <a:off x="758191" y="769620"/>
            <a:ext cx="379608" cy="110491"/>
          </a:xfrm>
          <a:prstGeom prst="rect">
            <a:avLst/>
          </a:prstGeom>
          <a:solidFill>
            <a:srgbClr val="09ED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21" name="Freeform 20">
            <a:extLst>
              <a:ext uri="{FF2B5EF4-FFF2-40B4-BE49-F238E27FC236}">
                <a16:creationId xmlns:a16="http://schemas.microsoft.com/office/drawing/2014/main" id="{61FA821A-0A50-424D-A225-45CEE1614094}"/>
              </a:ext>
            </a:extLst>
          </p:cNvPr>
          <p:cNvSpPr/>
          <p:nvPr userDrawn="1"/>
        </p:nvSpPr>
        <p:spPr>
          <a:xfrm>
            <a:off x="417802" y="4499269"/>
            <a:ext cx="4001620" cy="1963059"/>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rgbClr val="004050"/>
          </a:solidFill>
          <a:ln w="6350" cap="flat">
            <a:noFill/>
            <a:prstDash val="solid"/>
            <a:miter/>
          </a:ln>
        </p:spPr>
        <p:txBody>
          <a:bodyPr rtlCol="0" anchor="ctr"/>
          <a:lstStyle/>
          <a:p>
            <a:endParaRPr lang="en-GB" sz="1351"/>
          </a:p>
        </p:txBody>
      </p:sp>
      <p:pic>
        <p:nvPicPr>
          <p:cNvPr id="12"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9" name="Slide Number Placeholder 5">
            <a:extLst>
              <a:ext uri="{FF2B5EF4-FFF2-40B4-BE49-F238E27FC236}">
                <a16:creationId xmlns:a16="http://schemas.microsoft.com/office/drawing/2014/main" id="{7D686AB6-FF0C-4123-9325-1B0D3DE23318}"/>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0" name="Text Placeholder 2">
            <a:extLst>
              <a:ext uri="{FF2B5EF4-FFF2-40B4-BE49-F238E27FC236}">
                <a16:creationId xmlns:a16="http://schemas.microsoft.com/office/drawing/2014/main" id="{B2226ADB-845F-4C5C-A8EE-88BE65AB800D}"/>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endParaRPr lang="en-GB" dirty="0"/>
          </a:p>
        </p:txBody>
      </p:sp>
    </p:spTree>
    <p:extLst>
      <p:ext uri="{BB962C8B-B14F-4D97-AF65-F5344CB8AC3E}">
        <p14:creationId xmlns:p14="http://schemas.microsoft.com/office/powerpoint/2010/main" val="1379761529"/>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90.xml><?xml version="1.0" encoding="utf-8"?>
<p:sldLayout xmlns:a="http://schemas.openxmlformats.org/drawingml/2006/main" xmlns:r="http://schemas.openxmlformats.org/officeDocument/2006/relationships" xmlns:p="http://schemas.openxmlformats.org/presentationml/2006/main" showMasterSp="0" preserve="1" userDrawn="1">
  <p:cSld name="Overview or quotes 02">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09ED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8" name="Text Placeholder 2"/>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2" name="Rectangle 11"/>
          <p:cNvSpPr/>
          <p:nvPr userDrawn="1"/>
        </p:nvSpPr>
        <p:spPr>
          <a:xfrm>
            <a:off x="758191" y="769620"/>
            <a:ext cx="379608" cy="110491"/>
          </a:xfrm>
          <a:prstGeom prst="rect">
            <a:avLst/>
          </a:prstGeom>
          <a:solidFill>
            <a:srgbClr val="09ED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pic>
        <p:nvPicPr>
          <p:cNvPr id="14"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Freeform 9">
            <a:extLst>
              <a:ext uri="{FF2B5EF4-FFF2-40B4-BE49-F238E27FC236}">
                <a16:creationId xmlns:a16="http://schemas.microsoft.com/office/drawing/2014/main" id="{5D4E77AD-4E3B-4C4C-B2E4-D1513A99EF68}"/>
              </a:ext>
            </a:extLst>
          </p:cNvPr>
          <p:cNvSpPr/>
          <p:nvPr userDrawn="1"/>
        </p:nvSpPr>
        <p:spPr>
          <a:xfrm>
            <a:off x="495142" y="4535883"/>
            <a:ext cx="3926984" cy="1926445"/>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rgbClr val="004050"/>
          </a:solidFill>
          <a:ln w="6350" cap="flat">
            <a:noFill/>
            <a:prstDash val="solid"/>
            <a:miter/>
          </a:ln>
        </p:spPr>
        <p:txBody>
          <a:bodyPr rtlCol="0" anchor="ctr"/>
          <a:lstStyle/>
          <a:p>
            <a:endParaRPr lang="en-GB" sz="1351"/>
          </a:p>
        </p:txBody>
      </p:sp>
      <p:sp>
        <p:nvSpPr>
          <p:cNvPr id="18" name="Rectangle 17">
            <a:extLst>
              <a:ext uri="{FF2B5EF4-FFF2-40B4-BE49-F238E27FC236}">
                <a16:creationId xmlns:a16="http://schemas.microsoft.com/office/drawing/2014/main" id="{2337B3A4-A397-5342-874C-2D7CDECCB652}"/>
              </a:ext>
            </a:extLst>
          </p:cNvPr>
          <p:cNvSpPr/>
          <p:nvPr userDrawn="1"/>
        </p:nvSpPr>
        <p:spPr>
          <a:xfrm>
            <a:off x="-1" y="5361887"/>
            <a:ext cx="738525" cy="298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5">
            <a:extLst>
              <a:ext uri="{FF2B5EF4-FFF2-40B4-BE49-F238E27FC236}">
                <a16:creationId xmlns:a16="http://schemas.microsoft.com/office/drawing/2014/main" id="{339AB15F-03B0-4706-83CA-17272774B4AD}"/>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1" name="Text Placeholder 2">
            <a:extLst>
              <a:ext uri="{FF2B5EF4-FFF2-40B4-BE49-F238E27FC236}">
                <a16:creationId xmlns:a16="http://schemas.microsoft.com/office/drawing/2014/main" id="{B23A4B77-1686-450D-9C67-51B65F1B87B9}"/>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endParaRPr lang="en-GB" dirty="0"/>
          </a:p>
        </p:txBody>
      </p:sp>
    </p:spTree>
    <p:extLst>
      <p:ext uri="{BB962C8B-B14F-4D97-AF65-F5344CB8AC3E}">
        <p14:creationId xmlns:p14="http://schemas.microsoft.com/office/powerpoint/2010/main" val="139666851"/>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91.xml><?xml version="1.0" encoding="utf-8"?>
<p:sldLayout xmlns:a="http://schemas.openxmlformats.org/drawingml/2006/main" xmlns:r="http://schemas.openxmlformats.org/officeDocument/2006/relationships" xmlns:p="http://schemas.openxmlformats.org/presentationml/2006/main" showMasterSp="0" preserve="1" userDrawn="1">
  <p:cSld name="Overview or quotes 03">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Freeform 10">
            <a:extLst>
              <a:ext uri="{FF2B5EF4-FFF2-40B4-BE49-F238E27FC236}">
                <a16:creationId xmlns:a16="http://schemas.microsoft.com/office/drawing/2014/main" id="{36DE376F-0276-8A49-B76E-60C033C37B7D}"/>
              </a:ext>
            </a:extLst>
          </p:cNvPr>
          <p:cNvSpPr/>
          <p:nvPr userDrawn="1"/>
        </p:nvSpPr>
        <p:spPr>
          <a:xfrm>
            <a:off x="1083384" y="4112788"/>
            <a:ext cx="3265376" cy="371480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tx1"/>
          </a:solidFill>
          <a:ln w="6350" cap="flat">
            <a:noFill/>
            <a:prstDash val="solid"/>
            <a:miter/>
          </a:ln>
        </p:spPr>
        <p:txBody>
          <a:bodyPr rtlCol="0" anchor="ctr"/>
          <a:lstStyle/>
          <a:p>
            <a:endParaRPr lang="en-GB"/>
          </a:p>
        </p:txBody>
      </p:sp>
      <p:sp>
        <p:nvSpPr>
          <p:cNvPr id="8" name="Text Placeholder 2">
            <a:extLst>
              <a:ext uri="{FF2B5EF4-FFF2-40B4-BE49-F238E27FC236}">
                <a16:creationId xmlns:a16="http://schemas.microsoft.com/office/drawing/2014/main" id="{7B790C94-38C6-124E-A068-B27EBBE704DE}"/>
              </a:ext>
            </a:extLst>
          </p:cNvPr>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3" name="Graphic 31">
            <a:extLst>
              <a:ext uri="{FF2B5EF4-FFF2-40B4-BE49-F238E27FC236}">
                <a16:creationId xmlns:a16="http://schemas.microsoft.com/office/drawing/2014/main" id="{5D69E953-4DB2-B941-B4AE-DF2DF1970A5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7" name="Slide Number Placeholder 5">
            <a:extLst>
              <a:ext uri="{FF2B5EF4-FFF2-40B4-BE49-F238E27FC236}">
                <a16:creationId xmlns:a16="http://schemas.microsoft.com/office/drawing/2014/main" id="{F00988D2-82A2-458F-83C4-DDF528994F02}"/>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Text Placeholder 2">
            <a:extLst>
              <a:ext uri="{FF2B5EF4-FFF2-40B4-BE49-F238E27FC236}">
                <a16:creationId xmlns:a16="http://schemas.microsoft.com/office/drawing/2014/main" id="{CC859107-FD19-4226-A608-E9BE8671A66D}"/>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endParaRPr lang="en-GB" dirty="0"/>
          </a:p>
        </p:txBody>
      </p:sp>
    </p:spTree>
    <p:extLst>
      <p:ext uri="{BB962C8B-B14F-4D97-AF65-F5344CB8AC3E}">
        <p14:creationId xmlns:p14="http://schemas.microsoft.com/office/powerpoint/2010/main" val="3283552690"/>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92.xml><?xml version="1.0" encoding="utf-8"?>
<p:sldLayout xmlns:a="http://schemas.openxmlformats.org/drawingml/2006/main" xmlns:r="http://schemas.openxmlformats.org/officeDocument/2006/relationships" xmlns:p="http://schemas.openxmlformats.org/presentationml/2006/main" showMasterSp="0" preserve="1" userDrawn="1">
  <p:cSld name="2_Overview or quotes 01">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8" name="Text Placeholder 2"/>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chemeClr val="accent6"/>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21" name="Freeform 20">
            <a:extLst>
              <a:ext uri="{FF2B5EF4-FFF2-40B4-BE49-F238E27FC236}">
                <a16:creationId xmlns:a16="http://schemas.microsoft.com/office/drawing/2014/main" id="{61FA821A-0A50-424D-A225-45CEE1614094}"/>
              </a:ext>
            </a:extLst>
          </p:cNvPr>
          <p:cNvSpPr/>
          <p:nvPr userDrawn="1"/>
        </p:nvSpPr>
        <p:spPr>
          <a:xfrm>
            <a:off x="417802" y="4499269"/>
            <a:ext cx="4001620" cy="1963059"/>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accent6"/>
          </a:solidFill>
          <a:ln w="6350" cap="flat">
            <a:noFill/>
            <a:prstDash val="solid"/>
            <a:miter/>
          </a:ln>
        </p:spPr>
        <p:txBody>
          <a:bodyPr rtlCol="0" anchor="ctr"/>
          <a:lstStyle/>
          <a:p>
            <a:endParaRPr lang="en-GB" sz="1351"/>
          </a:p>
        </p:txBody>
      </p:sp>
      <p:pic>
        <p:nvPicPr>
          <p:cNvPr id="12"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7" name="Slide Number Placeholder 5">
            <a:extLst>
              <a:ext uri="{FF2B5EF4-FFF2-40B4-BE49-F238E27FC236}">
                <a16:creationId xmlns:a16="http://schemas.microsoft.com/office/drawing/2014/main" id="{BE841C89-9FC5-43A4-844D-AB62CBC2EB63}"/>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Text Placeholder 2">
            <a:extLst>
              <a:ext uri="{FF2B5EF4-FFF2-40B4-BE49-F238E27FC236}">
                <a16:creationId xmlns:a16="http://schemas.microsoft.com/office/drawing/2014/main" id="{D4877454-100C-4E10-9A9E-F6AD2F2F9F84}"/>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endParaRPr lang="en-GB" dirty="0"/>
          </a:p>
        </p:txBody>
      </p:sp>
    </p:spTree>
    <p:extLst>
      <p:ext uri="{BB962C8B-B14F-4D97-AF65-F5344CB8AC3E}">
        <p14:creationId xmlns:p14="http://schemas.microsoft.com/office/powerpoint/2010/main" val="1437337756"/>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93.xml><?xml version="1.0" encoding="utf-8"?>
<p:sldLayout xmlns:a="http://schemas.openxmlformats.org/drawingml/2006/main" xmlns:r="http://schemas.openxmlformats.org/officeDocument/2006/relationships" xmlns:p="http://schemas.openxmlformats.org/presentationml/2006/main" showMasterSp="0" preserve="1" userDrawn="1">
  <p:cSld name="2_Overview or quotes 02">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8" name="Text Placeholder 2"/>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chemeClr val="accent6"/>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4"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Freeform 9">
            <a:extLst>
              <a:ext uri="{FF2B5EF4-FFF2-40B4-BE49-F238E27FC236}">
                <a16:creationId xmlns:a16="http://schemas.microsoft.com/office/drawing/2014/main" id="{5D4E77AD-4E3B-4C4C-B2E4-D1513A99EF68}"/>
              </a:ext>
            </a:extLst>
          </p:cNvPr>
          <p:cNvSpPr/>
          <p:nvPr userDrawn="1"/>
        </p:nvSpPr>
        <p:spPr>
          <a:xfrm>
            <a:off x="495142" y="4535883"/>
            <a:ext cx="3926984" cy="1926445"/>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accent6"/>
          </a:solidFill>
          <a:ln w="6350" cap="flat">
            <a:noFill/>
            <a:prstDash val="solid"/>
            <a:miter/>
          </a:ln>
        </p:spPr>
        <p:txBody>
          <a:bodyPr rtlCol="0" anchor="ctr"/>
          <a:lstStyle/>
          <a:p>
            <a:endParaRPr lang="en-GB" sz="1351"/>
          </a:p>
        </p:txBody>
      </p:sp>
      <p:sp>
        <p:nvSpPr>
          <p:cNvPr id="18" name="Rectangle 17">
            <a:extLst>
              <a:ext uri="{FF2B5EF4-FFF2-40B4-BE49-F238E27FC236}">
                <a16:creationId xmlns:a16="http://schemas.microsoft.com/office/drawing/2014/main" id="{2337B3A4-A397-5342-874C-2D7CDECCB652}"/>
              </a:ext>
            </a:extLst>
          </p:cNvPr>
          <p:cNvSpPr/>
          <p:nvPr userDrawn="1"/>
        </p:nvSpPr>
        <p:spPr>
          <a:xfrm>
            <a:off x="-1" y="5361887"/>
            <a:ext cx="738525" cy="2988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5">
            <a:extLst>
              <a:ext uri="{FF2B5EF4-FFF2-40B4-BE49-F238E27FC236}">
                <a16:creationId xmlns:a16="http://schemas.microsoft.com/office/drawing/2014/main" id="{1AB162E7-8FD8-4304-8A81-63BF4C370318}"/>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1" name="Text Placeholder 2">
            <a:extLst>
              <a:ext uri="{FF2B5EF4-FFF2-40B4-BE49-F238E27FC236}">
                <a16:creationId xmlns:a16="http://schemas.microsoft.com/office/drawing/2014/main" id="{81FC4075-679E-4D60-938A-748CADDD962B}"/>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endParaRPr lang="en-GB" dirty="0"/>
          </a:p>
        </p:txBody>
      </p:sp>
    </p:spTree>
    <p:extLst>
      <p:ext uri="{BB962C8B-B14F-4D97-AF65-F5344CB8AC3E}">
        <p14:creationId xmlns:p14="http://schemas.microsoft.com/office/powerpoint/2010/main" val="4035375145"/>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showMasterSp="0" preserve="1" userDrawn="1">
  <p:cSld name="2_Overview or quotes 03">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Freeform 10">
            <a:extLst>
              <a:ext uri="{FF2B5EF4-FFF2-40B4-BE49-F238E27FC236}">
                <a16:creationId xmlns:a16="http://schemas.microsoft.com/office/drawing/2014/main" id="{36DE376F-0276-8A49-B76E-60C033C37B7D}"/>
              </a:ext>
            </a:extLst>
          </p:cNvPr>
          <p:cNvSpPr/>
          <p:nvPr userDrawn="1"/>
        </p:nvSpPr>
        <p:spPr>
          <a:xfrm>
            <a:off x="1083384" y="4112788"/>
            <a:ext cx="3265376" cy="371480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accent6"/>
          </a:solidFill>
          <a:ln w="6350" cap="flat">
            <a:noFill/>
            <a:prstDash val="solid"/>
            <a:miter/>
          </a:ln>
        </p:spPr>
        <p:txBody>
          <a:bodyPr rtlCol="0" anchor="ctr"/>
          <a:lstStyle/>
          <a:p>
            <a:endParaRPr lang="en-GB"/>
          </a:p>
        </p:txBody>
      </p:sp>
      <p:sp>
        <p:nvSpPr>
          <p:cNvPr id="8" name="Text Placeholder 2">
            <a:extLst>
              <a:ext uri="{FF2B5EF4-FFF2-40B4-BE49-F238E27FC236}">
                <a16:creationId xmlns:a16="http://schemas.microsoft.com/office/drawing/2014/main" id="{7B790C94-38C6-124E-A068-B27EBBE704DE}"/>
              </a:ext>
            </a:extLst>
          </p:cNvPr>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chemeClr val="accent6"/>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3" name="Graphic 31">
            <a:extLst>
              <a:ext uri="{FF2B5EF4-FFF2-40B4-BE49-F238E27FC236}">
                <a16:creationId xmlns:a16="http://schemas.microsoft.com/office/drawing/2014/main" id="{5D69E953-4DB2-B941-B4AE-DF2DF1970A5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7" name="Slide Number Placeholder 5">
            <a:extLst>
              <a:ext uri="{FF2B5EF4-FFF2-40B4-BE49-F238E27FC236}">
                <a16:creationId xmlns:a16="http://schemas.microsoft.com/office/drawing/2014/main" id="{9E10B59E-1833-44B5-8681-D09E60BD3ABC}"/>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Text Placeholder 2">
            <a:extLst>
              <a:ext uri="{FF2B5EF4-FFF2-40B4-BE49-F238E27FC236}">
                <a16:creationId xmlns:a16="http://schemas.microsoft.com/office/drawing/2014/main" id="{6A44FD2F-A8A0-4406-A893-2B023C1FBA5F}"/>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endParaRPr lang="en-GB" dirty="0"/>
          </a:p>
        </p:txBody>
      </p:sp>
    </p:spTree>
    <p:extLst>
      <p:ext uri="{BB962C8B-B14F-4D97-AF65-F5344CB8AC3E}">
        <p14:creationId xmlns:p14="http://schemas.microsoft.com/office/powerpoint/2010/main" val="3847492195"/>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showMasterSp="0" preserve="1" userDrawn="1">
  <p:cSld name="2_Overview or quotes 04">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9" name="Freeform 8">
            <a:extLst>
              <a:ext uri="{FF2B5EF4-FFF2-40B4-BE49-F238E27FC236}">
                <a16:creationId xmlns:a16="http://schemas.microsoft.com/office/drawing/2014/main" id="{35B5D0DF-4895-DB4F-85D9-C3FFDE55B8C8}"/>
              </a:ext>
            </a:extLst>
          </p:cNvPr>
          <p:cNvSpPr/>
          <p:nvPr userDrawn="1"/>
        </p:nvSpPr>
        <p:spPr>
          <a:xfrm>
            <a:off x="384784" y="4743413"/>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chemeClr val="accent5"/>
          </a:solidFill>
          <a:ln w="6350" cap="flat">
            <a:noFill/>
            <a:prstDash val="solid"/>
            <a:miter/>
          </a:ln>
        </p:spPr>
        <p:txBody>
          <a:bodyPr rtlCol="0" anchor="ctr"/>
          <a:lstStyle/>
          <a:p>
            <a:endParaRPr lang="en-GB" sz="1351"/>
          </a:p>
        </p:txBody>
      </p:sp>
      <p:sp>
        <p:nvSpPr>
          <p:cNvPr id="13" name="Text Placeholder 2">
            <a:extLst>
              <a:ext uri="{FF2B5EF4-FFF2-40B4-BE49-F238E27FC236}">
                <a16:creationId xmlns:a16="http://schemas.microsoft.com/office/drawing/2014/main" id="{F37A16D5-89FE-3B4E-BA82-DFEE96CEA3E9}"/>
              </a:ext>
            </a:extLst>
          </p:cNvPr>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4" name="Graphic 31">
            <a:extLst>
              <a:ext uri="{FF2B5EF4-FFF2-40B4-BE49-F238E27FC236}">
                <a16:creationId xmlns:a16="http://schemas.microsoft.com/office/drawing/2014/main" id="{B3164A13-D2CE-5342-8D75-2ADD2934967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7" name="Slide Number Placeholder 5">
            <a:extLst>
              <a:ext uri="{FF2B5EF4-FFF2-40B4-BE49-F238E27FC236}">
                <a16:creationId xmlns:a16="http://schemas.microsoft.com/office/drawing/2014/main" id="{B3695FF9-7CF7-4B5D-B88A-16EAD663D0CB}"/>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8" name="Text Placeholder 2">
            <a:extLst>
              <a:ext uri="{FF2B5EF4-FFF2-40B4-BE49-F238E27FC236}">
                <a16:creationId xmlns:a16="http://schemas.microsoft.com/office/drawing/2014/main" id="{92B3D6DA-C005-419A-9A80-9FA360F7CBBD}"/>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endParaRPr lang="en-GB" dirty="0"/>
          </a:p>
        </p:txBody>
      </p:sp>
    </p:spTree>
    <p:extLst>
      <p:ext uri="{BB962C8B-B14F-4D97-AF65-F5344CB8AC3E}">
        <p14:creationId xmlns:p14="http://schemas.microsoft.com/office/powerpoint/2010/main" val="1901645848"/>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showMasterSp="0" preserve="1" userDrawn="1">
  <p:cSld name="2_Overview or quotes 05">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13" name="Freeform 12">
            <a:extLst>
              <a:ext uri="{FF2B5EF4-FFF2-40B4-BE49-F238E27FC236}">
                <a16:creationId xmlns:a16="http://schemas.microsoft.com/office/drawing/2014/main" id="{DF3D0604-3EEB-7547-A86F-8B3EFC40A3EC}"/>
              </a:ext>
            </a:extLst>
          </p:cNvPr>
          <p:cNvSpPr/>
          <p:nvPr userDrawn="1"/>
        </p:nvSpPr>
        <p:spPr>
          <a:xfrm>
            <a:off x="384784" y="4504759"/>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chemeClr val="accent5"/>
          </a:solidFill>
          <a:ln w="6350" cap="flat">
            <a:noFill/>
            <a:prstDash val="solid"/>
            <a:miter/>
          </a:ln>
        </p:spPr>
        <p:txBody>
          <a:bodyPr rtlCol="0" anchor="ctr"/>
          <a:lstStyle/>
          <a:p>
            <a:endParaRPr lang="en-GB" sz="1351"/>
          </a:p>
        </p:txBody>
      </p:sp>
      <p:sp>
        <p:nvSpPr>
          <p:cNvPr id="12" name="Text Placeholder 2">
            <a:extLst>
              <a:ext uri="{FF2B5EF4-FFF2-40B4-BE49-F238E27FC236}">
                <a16:creationId xmlns:a16="http://schemas.microsoft.com/office/drawing/2014/main" id="{CC14CCF0-8BA3-264F-9F0E-ECBF2D299989}"/>
              </a:ext>
            </a:extLst>
          </p:cNvPr>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4" name="Graphic 31">
            <a:extLst>
              <a:ext uri="{FF2B5EF4-FFF2-40B4-BE49-F238E27FC236}">
                <a16:creationId xmlns:a16="http://schemas.microsoft.com/office/drawing/2014/main" id="{41CD3697-753A-0647-9FAB-C202C65A37F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7" name="Slide Number Placeholder 5">
            <a:extLst>
              <a:ext uri="{FF2B5EF4-FFF2-40B4-BE49-F238E27FC236}">
                <a16:creationId xmlns:a16="http://schemas.microsoft.com/office/drawing/2014/main" id="{F75D9748-2DD0-4FFA-A4DB-0870D106D5F5}"/>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8" name="Text Placeholder 2">
            <a:extLst>
              <a:ext uri="{FF2B5EF4-FFF2-40B4-BE49-F238E27FC236}">
                <a16:creationId xmlns:a16="http://schemas.microsoft.com/office/drawing/2014/main" id="{8FD08F0E-3E27-4620-A708-86D5F01A0B4A}"/>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endParaRPr lang="en-GB" dirty="0"/>
          </a:p>
        </p:txBody>
      </p:sp>
    </p:spTree>
    <p:extLst>
      <p:ext uri="{BB962C8B-B14F-4D97-AF65-F5344CB8AC3E}">
        <p14:creationId xmlns:p14="http://schemas.microsoft.com/office/powerpoint/2010/main" val="3822970389"/>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showMasterSp="0" preserve="1" userDrawn="1">
  <p:cSld name="2_Overview or quotes 06">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nvGrpSpPr>
          <p:cNvPr id="18" name="Group 17">
            <a:extLst>
              <a:ext uri="{FF2B5EF4-FFF2-40B4-BE49-F238E27FC236}">
                <a16:creationId xmlns:a16="http://schemas.microsoft.com/office/drawing/2014/main" id="{6583914F-58FB-B34E-8161-C66E669476AF}"/>
              </a:ext>
            </a:extLst>
          </p:cNvPr>
          <p:cNvGrpSpPr/>
          <p:nvPr userDrawn="1"/>
        </p:nvGrpSpPr>
        <p:grpSpPr>
          <a:xfrm>
            <a:off x="-562704" y="4391077"/>
            <a:ext cx="5338709" cy="2177830"/>
            <a:chOff x="-2229" y="2361812"/>
            <a:chExt cx="11067619" cy="4514835"/>
          </a:xfrm>
          <a:solidFill>
            <a:schemeClr val="accent5"/>
          </a:solidFill>
        </p:grpSpPr>
        <p:sp>
          <p:nvSpPr>
            <p:cNvPr id="19" name="Freeform 18">
              <a:extLst>
                <a:ext uri="{FF2B5EF4-FFF2-40B4-BE49-F238E27FC236}">
                  <a16:creationId xmlns:a16="http://schemas.microsoft.com/office/drawing/2014/main" id="{E1FD4820-850C-3047-9711-AD5DD789A3DD}"/>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E3AE8E64-5267-3141-A055-FBE33FE8BF5B}"/>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1" name="Freeform 20">
              <a:extLst>
                <a:ext uri="{FF2B5EF4-FFF2-40B4-BE49-F238E27FC236}">
                  <a16:creationId xmlns:a16="http://schemas.microsoft.com/office/drawing/2014/main" id="{A4413C9C-C76C-B642-B162-F8DBD3B14B9D}"/>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
        <p:nvSpPr>
          <p:cNvPr id="12" name="Text Placeholder 2">
            <a:extLst>
              <a:ext uri="{FF2B5EF4-FFF2-40B4-BE49-F238E27FC236}">
                <a16:creationId xmlns:a16="http://schemas.microsoft.com/office/drawing/2014/main" id="{5A5CFF8B-1DAA-6C49-BE97-25191944300E}"/>
              </a:ext>
            </a:extLst>
          </p:cNvPr>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3" name="Graphic 31">
            <a:extLst>
              <a:ext uri="{FF2B5EF4-FFF2-40B4-BE49-F238E27FC236}">
                <a16:creationId xmlns:a16="http://schemas.microsoft.com/office/drawing/2014/main" id="{F0A764D6-0F7D-EB44-A897-7F9C735CB5F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Slide Number Placeholder 5">
            <a:extLst>
              <a:ext uri="{FF2B5EF4-FFF2-40B4-BE49-F238E27FC236}">
                <a16:creationId xmlns:a16="http://schemas.microsoft.com/office/drawing/2014/main" id="{5E0FDA98-D83C-4F8D-8C06-E1EC33D32395}"/>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1" name="Text Placeholder 2">
            <a:extLst>
              <a:ext uri="{FF2B5EF4-FFF2-40B4-BE49-F238E27FC236}">
                <a16:creationId xmlns:a16="http://schemas.microsoft.com/office/drawing/2014/main" id="{B8C97BD8-4E1D-420B-BED8-058F92E1D6DE}"/>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endParaRPr lang="en-GB" dirty="0"/>
          </a:p>
        </p:txBody>
      </p:sp>
    </p:spTree>
    <p:extLst>
      <p:ext uri="{BB962C8B-B14F-4D97-AF65-F5344CB8AC3E}">
        <p14:creationId xmlns:p14="http://schemas.microsoft.com/office/powerpoint/2010/main" val="4235492802"/>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showMasterSp="0" preserve="1" userDrawn="1">
  <p:cSld name="2_Overview or quotes 07">
    <p:spTree>
      <p:nvGrpSpPr>
        <p:cNvPr id="1" name=""/>
        <p:cNvGrpSpPr/>
        <p:nvPr/>
      </p:nvGrpSpPr>
      <p:grpSpPr>
        <a:xfrm>
          <a:off x="0" y="0"/>
          <a:ext cx="0" cy="0"/>
          <a:chOff x="0" y="0"/>
          <a:chExt cx="0" cy="0"/>
        </a:xfrm>
      </p:grpSpPr>
      <p:sp>
        <p:nvSpPr>
          <p:cNvPr id="6" name="Rectangle 5"/>
          <p:cNvSpPr/>
          <p:nvPr userDrawn="1"/>
        </p:nvSpPr>
        <p:spPr>
          <a:xfrm>
            <a:off x="0" y="0"/>
            <a:ext cx="407035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Freeform 10">
            <a:extLst>
              <a:ext uri="{FF2B5EF4-FFF2-40B4-BE49-F238E27FC236}">
                <a16:creationId xmlns:a16="http://schemas.microsoft.com/office/drawing/2014/main" id="{8857B351-2725-8440-AA09-147EA78EACC8}"/>
              </a:ext>
            </a:extLst>
          </p:cNvPr>
          <p:cNvSpPr/>
          <p:nvPr userDrawn="1"/>
        </p:nvSpPr>
        <p:spPr>
          <a:xfrm>
            <a:off x="-84149" y="4328581"/>
            <a:ext cx="4637893" cy="1993841"/>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accent5"/>
          </a:solidFill>
          <a:ln w="6350" cap="flat">
            <a:noFill/>
            <a:prstDash val="solid"/>
            <a:miter/>
          </a:ln>
        </p:spPr>
        <p:txBody>
          <a:bodyPr rtlCol="0" anchor="ctr"/>
          <a:lstStyle/>
          <a:p>
            <a:endParaRPr lang="en-GB"/>
          </a:p>
        </p:txBody>
      </p:sp>
      <p:sp>
        <p:nvSpPr>
          <p:cNvPr id="10" name="Text Placeholder 2">
            <a:extLst>
              <a:ext uri="{FF2B5EF4-FFF2-40B4-BE49-F238E27FC236}">
                <a16:creationId xmlns:a16="http://schemas.microsoft.com/office/drawing/2014/main" id="{A451FE4A-F1CC-BF41-8328-846960CA95E5}"/>
              </a:ext>
            </a:extLst>
          </p:cNvPr>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4" name="Graphic 31">
            <a:extLst>
              <a:ext uri="{FF2B5EF4-FFF2-40B4-BE49-F238E27FC236}">
                <a16:creationId xmlns:a16="http://schemas.microsoft.com/office/drawing/2014/main" id="{BCFD0822-3499-0C44-8A3C-3118EA298E6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7" name="Slide Number Placeholder 5">
            <a:extLst>
              <a:ext uri="{FF2B5EF4-FFF2-40B4-BE49-F238E27FC236}">
                <a16:creationId xmlns:a16="http://schemas.microsoft.com/office/drawing/2014/main" id="{88F1BEC4-B7C8-40F3-80A4-023EE62D7FEB}"/>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8" name="Text Placeholder 2">
            <a:extLst>
              <a:ext uri="{FF2B5EF4-FFF2-40B4-BE49-F238E27FC236}">
                <a16:creationId xmlns:a16="http://schemas.microsoft.com/office/drawing/2014/main" id="{DCCDF01D-4284-4B49-922B-CC5473380BBB}"/>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endParaRPr lang="en-GB" dirty="0"/>
          </a:p>
        </p:txBody>
      </p:sp>
    </p:spTree>
    <p:extLst>
      <p:ext uri="{BB962C8B-B14F-4D97-AF65-F5344CB8AC3E}">
        <p14:creationId xmlns:p14="http://schemas.microsoft.com/office/powerpoint/2010/main" val="2997324002"/>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99.xml><?xml version="1.0" encoding="utf-8"?>
<p:sldLayout xmlns:a="http://schemas.openxmlformats.org/drawingml/2006/main" xmlns:r="http://schemas.openxmlformats.org/officeDocument/2006/relationships" xmlns:p="http://schemas.openxmlformats.org/presentationml/2006/main" showMasterSp="0" preserve="1" userDrawn="1">
  <p:cSld name="1_Overview or quotes 01">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FFFFFF"/>
              </a:solidFill>
              <a:effectLst/>
              <a:uLnTx/>
              <a:uFillTx/>
              <a:latin typeface="Montserrat"/>
              <a:ea typeface="+mn-ea"/>
              <a:cs typeface="+mn-cs"/>
            </a:endParaRPr>
          </a:p>
        </p:txBody>
      </p:sp>
      <p:sp>
        <p:nvSpPr>
          <p:cNvPr id="8" name="Text Placeholder 2"/>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21" name="Freeform 20">
            <a:extLst>
              <a:ext uri="{FF2B5EF4-FFF2-40B4-BE49-F238E27FC236}">
                <a16:creationId xmlns:a16="http://schemas.microsoft.com/office/drawing/2014/main" id="{61FA821A-0A50-424D-A225-45CEE1614094}"/>
              </a:ext>
            </a:extLst>
          </p:cNvPr>
          <p:cNvSpPr/>
          <p:nvPr userDrawn="1"/>
        </p:nvSpPr>
        <p:spPr>
          <a:xfrm>
            <a:off x="417802" y="4499269"/>
            <a:ext cx="4001620" cy="1963059"/>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accent3"/>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004050"/>
              </a:solidFill>
              <a:effectLst/>
              <a:uLnTx/>
              <a:uFillTx/>
              <a:latin typeface="Montserrat"/>
              <a:ea typeface="+mn-ea"/>
              <a:cs typeface="+mn-cs"/>
            </a:endParaRPr>
          </a:p>
        </p:txBody>
      </p:sp>
      <p:pic>
        <p:nvPicPr>
          <p:cNvPr id="12"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7" name="Slide Number Placeholder 5">
            <a:extLst>
              <a:ext uri="{FF2B5EF4-FFF2-40B4-BE49-F238E27FC236}">
                <a16:creationId xmlns:a16="http://schemas.microsoft.com/office/drawing/2014/main" id="{C0D79F22-9145-4FB6-A417-23EAEBAE0E89}"/>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Text Placeholder 2">
            <a:extLst>
              <a:ext uri="{FF2B5EF4-FFF2-40B4-BE49-F238E27FC236}">
                <a16:creationId xmlns:a16="http://schemas.microsoft.com/office/drawing/2014/main" id="{03F35AFB-525B-4610-8ABA-620C36499EEE}"/>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endParaRPr lang="en-GB" dirty="0"/>
          </a:p>
        </p:txBody>
      </p:sp>
    </p:spTree>
    <p:extLst>
      <p:ext uri="{BB962C8B-B14F-4D97-AF65-F5344CB8AC3E}">
        <p14:creationId xmlns:p14="http://schemas.microsoft.com/office/powerpoint/2010/main" val="604882053"/>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00.xml><?xml version="1.0" encoding="utf-8"?>
<p:sldLayout xmlns:a="http://schemas.openxmlformats.org/drawingml/2006/main" xmlns:r="http://schemas.openxmlformats.org/officeDocument/2006/relationships" xmlns:p="http://schemas.openxmlformats.org/presentationml/2006/main" showMasterSp="0" preserve="1" userDrawn="1">
  <p:cSld name="1_Overview or quotes 02">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FFFFFF"/>
              </a:solidFill>
              <a:effectLst/>
              <a:uLnTx/>
              <a:uFillTx/>
              <a:latin typeface="Montserrat"/>
              <a:ea typeface="+mn-ea"/>
              <a:cs typeface="+mn-cs"/>
            </a:endParaRPr>
          </a:p>
        </p:txBody>
      </p:sp>
      <p:pic>
        <p:nvPicPr>
          <p:cNvPr id="14"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Freeform 9">
            <a:extLst>
              <a:ext uri="{FF2B5EF4-FFF2-40B4-BE49-F238E27FC236}">
                <a16:creationId xmlns:a16="http://schemas.microsoft.com/office/drawing/2014/main" id="{5D4E77AD-4E3B-4C4C-B2E4-D1513A99EF68}"/>
              </a:ext>
            </a:extLst>
          </p:cNvPr>
          <p:cNvSpPr/>
          <p:nvPr userDrawn="1"/>
        </p:nvSpPr>
        <p:spPr>
          <a:xfrm>
            <a:off x="495142" y="4535883"/>
            <a:ext cx="3926984" cy="1926445"/>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accent3"/>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004050"/>
              </a:solidFill>
              <a:effectLst/>
              <a:uLnTx/>
              <a:uFillTx/>
              <a:latin typeface="Montserrat"/>
              <a:ea typeface="+mn-ea"/>
              <a:cs typeface="+mn-cs"/>
            </a:endParaRPr>
          </a:p>
        </p:txBody>
      </p:sp>
      <p:sp>
        <p:nvSpPr>
          <p:cNvPr id="18" name="Rectangle 17">
            <a:extLst>
              <a:ext uri="{FF2B5EF4-FFF2-40B4-BE49-F238E27FC236}">
                <a16:creationId xmlns:a16="http://schemas.microsoft.com/office/drawing/2014/main" id="{2337B3A4-A397-5342-874C-2D7CDECCB652}"/>
              </a:ext>
            </a:extLst>
          </p:cNvPr>
          <p:cNvSpPr/>
          <p:nvPr userDrawn="1"/>
        </p:nvSpPr>
        <p:spPr>
          <a:xfrm>
            <a:off x="-1" y="5361887"/>
            <a:ext cx="738525" cy="2988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Montserrat"/>
              <a:ea typeface="+mn-ea"/>
              <a:cs typeface="+mn-cs"/>
            </a:endParaRPr>
          </a:p>
        </p:txBody>
      </p:sp>
      <p:sp>
        <p:nvSpPr>
          <p:cNvPr id="9" name="Text Placeholder 2">
            <a:extLst>
              <a:ext uri="{FF2B5EF4-FFF2-40B4-BE49-F238E27FC236}">
                <a16:creationId xmlns:a16="http://schemas.microsoft.com/office/drawing/2014/main" id="{80A7D019-BBAC-4645-9DB8-682AF9377C73}"/>
              </a:ext>
            </a:extLst>
          </p:cNvPr>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8" name="Slide Number Placeholder 5">
            <a:extLst>
              <a:ext uri="{FF2B5EF4-FFF2-40B4-BE49-F238E27FC236}">
                <a16:creationId xmlns:a16="http://schemas.microsoft.com/office/drawing/2014/main" id="{3D08D196-F460-485B-9B5F-F9309E615A46}"/>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1" name="Text Placeholder 2">
            <a:extLst>
              <a:ext uri="{FF2B5EF4-FFF2-40B4-BE49-F238E27FC236}">
                <a16:creationId xmlns:a16="http://schemas.microsoft.com/office/drawing/2014/main" id="{CE46A15D-5D47-4F9D-AE82-7850CDF907EC}"/>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endParaRPr lang="en-GB" dirty="0"/>
          </a:p>
        </p:txBody>
      </p:sp>
    </p:spTree>
    <p:extLst>
      <p:ext uri="{BB962C8B-B14F-4D97-AF65-F5344CB8AC3E}">
        <p14:creationId xmlns:p14="http://schemas.microsoft.com/office/powerpoint/2010/main" val="4030285536"/>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01.xml><?xml version="1.0" encoding="utf-8"?>
<p:sldLayout xmlns:a="http://schemas.openxmlformats.org/drawingml/2006/main" xmlns:r="http://schemas.openxmlformats.org/officeDocument/2006/relationships" xmlns:p="http://schemas.openxmlformats.org/presentationml/2006/main" showMasterSp="0" preserve="1" userDrawn="1">
  <p:cSld name="1_Overview or quotes 03">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Montserrat"/>
              <a:ea typeface="+mn-ea"/>
              <a:cs typeface="+mn-cs"/>
            </a:endParaRPr>
          </a:p>
        </p:txBody>
      </p:sp>
      <p:sp>
        <p:nvSpPr>
          <p:cNvPr id="11" name="Freeform 10">
            <a:extLst>
              <a:ext uri="{FF2B5EF4-FFF2-40B4-BE49-F238E27FC236}">
                <a16:creationId xmlns:a16="http://schemas.microsoft.com/office/drawing/2014/main" id="{36DE376F-0276-8A49-B76E-60C033C37B7D}"/>
              </a:ext>
            </a:extLst>
          </p:cNvPr>
          <p:cNvSpPr/>
          <p:nvPr userDrawn="1"/>
        </p:nvSpPr>
        <p:spPr>
          <a:xfrm>
            <a:off x="1083384" y="4112788"/>
            <a:ext cx="3265376" cy="371480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accent3"/>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pic>
        <p:nvPicPr>
          <p:cNvPr id="13" name="Graphic 31">
            <a:extLst>
              <a:ext uri="{FF2B5EF4-FFF2-40B4-BE49-F238E27FC236}">
                <a16:creationId xmlns:a16="http://schemas.microsoft.com/office/drawing/2014/main" id="{5D69E953-4DB2-B941-B4AE-DF2DF1970A5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Text Placeholder 2">
            <a:extLst>
              <a:ext uri="{FF2B5EF4-FFF2-40B4-BE49-F238E27FC236}">
                <a16:creationId xmlns:a16="http://schemas.microsoft.com/office/drawing/2014/main" id="{6AE6F906-CC5F-42C7-9475-87635D73613A}"/>
              </a:ext>
            </a:extLst>
          </p:cNvPr>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7" name="Slide Number Placeholder 5">
            <a:extLst>
              <a:ext uri="{FF2B5EF4-FFF2-40B4-BE49-F238E27FC236}">
                <a16:creationId xmlns:a16="http://schemas.microsoft.com/office/drawing/2014/main" id="{42AD2262-AEBC-4DD5-8680-6A6F55F0479B}"/>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8" name="Text Placeholder 2">
            <a:extLst>
              <a:ext uri="{FF2B5EF4-FFF2-40B4-BE49-F238E27FC236}">
                <a16:creationId xmlns:a16="http://schemas.microsoft.com/office/drawing/2014/main" id="{9FD150A3-A188-4177-AC97-4337644B63B8}"/>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endParaRPr lang="en-GB" dirty="0"/>
          </a:p>
        </p:txBody>
      </p:sp>
    </p:spTree>
    <p:extLst>
      <p:ext uri="{BB962C8B-B14F-4D97-AF65-F5344CB8AC3E}">
        <p14:creationId xmlns:p14="http://schemas.microsoft.com/office/powerpoint/2010/main" val="331669748"/>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02.xml><?xml version="1.0" encoding="utf-8"?>
<p:sldLayout xmlns:a="http://schemas.openxmlformats.org/drawingml/2006/main" xmlns:r="http://schemas.openxmlformats.org/officeDocument/2006/relationships" xmlns:p="http://schemas.openxmlformats.org/presentationml/2006/main" showMasterSp="0" preserve="1" userDrawn="1">
  <p:cSld name="1_Overview or quotes 04">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FFFFFF"/>
              </a:solidFill>
              <a:effectLst/>
              <a:uLnTx/>
              <a:uFillTx/>
              <a:latin typeface="Montserrat"/>
              <a:ea typeface="+mn-ea"/>
              <a:cs typeface="+mn-cs"/>
            </a:endParaRPr>
          </a:p>
        </p:txBody>
      </p:sp>
      <p:sp>
        <p:nvSpPr>
          <p:cNvPr id="9" name="Freeform 8">
            <a:extLst>
              <a:ext uri="{FF2B5EF4-FFF2-40B4-BE49-F238E27FC236}">
                <a16:creationId xmlns:a16="http://schemas.microsoft.com/office/drawing/2014/main" id="{35B5D0DF-4895-DB4F-85D9-C3FFDE55B8C8}"/>
              </a:ext>
            </a:extLst>
          </p:cNvPr>
          <p:cNvSpPr/>
          <p:nvPr userDrawn="1"/>
        </p:nvSpPr>
        <p:spPr>
          <a:xfrm>
            <a:off x="384784" y="4743413"/>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chemeClr val="accent4"/>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004050"/>
              </a:solidFill>
              <a:effectLst/>
              <a:uLnTx/>
              <a:uFillTx/>
              <a:latin typeface="Montserrat"/>
              <a:ea typeface="+mn-ea"/>
              <a:cs typeface="+mn-cs"/>
            </a:endParaRPr>
          </a:p>
        </p:txBody>
      </p:sp>
      <p:pic>
        <p:nvPicPr>
          <p:cNvPr id="14" name="Graphic 31">
            <a:extLst>
              <a:ext uri="{FF2B5EF4-FFF2-40B4-BE49-F238E27FC236}">
                <a16:creationId xmlns:a16="http://schemas.microsoft.com/office/drawing/2014/main" id="{B3164A13-D2CE-5342-8D75-2ADD2934967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E791B42B-198C-425F-B793-3ED8FA182CDE}"/>
              </a:ext>
            </a:extLst>
          </p:cNvPr>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7" name="Slide Number Placeholder 5">
            <a:extLst>
              <a:ext uri="{FF2B5EF4-FFF2-40B4-BE49-F238E27FC236}">
                <a16:creationId xmlns:a16="http://schemas.microsoft.com/office/drawing/2014/main" id="{0A1DF176-8FAA-466E-A7A3-4168C09538F5}"/>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0" name="Text Placeholder 2">
            <a:extLst>
              <a:ext uri="{FF2B5EF4-FFF2-40B4-BE49-F238E27FC236}">
                <a16:creationId xmlns:a16="http://schemas.microsoft.com/office/drawing/2014/main" id="{EC65070B-DD11-4B89-A8A8-6D8C6468C290}"/>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endParaRPr lang="en-GB" dirty="0"/>
          </a:p>
        </p:txBody>
      </p:sp>
    </p:spTree>
    <p:extLst>
      <p:ext uri="{BB962C8B-B14F-4D97-AF65-F5344CB8AC3E}">
        <p14:creationId xmlns:p14="http://schemas.microsoft.com/office/powerpoint/2010/main" val="3158783063"/>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03.xml><?xml version="1.0" encoding="utf-8"?>
<p:sldLayout xmlns:a="http://schemas.openxmlformats.org/drawingml/2006/main" xmlns:r="http://schemas.openxmlformats.org/officeDocument/2006/relationships" xmlns:p="http://schemas.openxmlformats.org/presentationml/2006/main" showMasterSp="0" preserve="1" userDrawn="1">
  <p:cSld name="1_Overview or quotes 05">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FFFFFF"/>
              </a:solidFill>
              <a:effectLst/>
              <a:uLnTx/>
              <a:uFillTx/>
              <a:latin typeface="Montserrat"/>
              <a:ea typeface="+mn-ea"/>
              <a:cs typeface="+mn-cs"/>
            </a:endParaRPr>
          </a:p>
        </p:txBody>
      </p:sp>
      <p:sp>
        <p:nvSpPr>
          <p:cNvPr id="13" name="Freeform 12">
            <a:extLst>
              <a:ext uri="{FF2B5EF4-FFF2-40B4-BE49-F238E27FC236}">
                <a16:creationId xmlns:a16="http://schemas.microsoft.com/office/drawing/2014/main" id="{DF3D0604-3EEB-7547-A86F-8B3EFC40A3EC}"/>
              </a:ext>
            </a:extLst>
          </p:cNvPr>
          <p:cNvSpPr/>
          <p:nvPr userDrawn="1"/>
        </p:nvSpPr>
        <p:spPr>
          <a:xfrm>
            <a:off x="384784" y="4504759"/>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chemeClr val="accent4"/>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004050"/>
              </a:solidFill>
              <a:effectLst/>
              <a:uLnTx/>
              <a:uFillTx/>
              <a:latin typeface="Montserrat"/>
              <a:ea typeface="+mn-ea"/>
              <a:cs typeface="+mn-cs"/>
            </a:endParaRPr>
          </a:p>
        </p:txBody>
      </p:sp>
      <p:pic>
        <p:nvPicPr>
          <p:cNvPr id="14" name="Graphic 31">
            <a:extLst>
              <a:ext uri="{FF2B5EF4-FFF2-40B4-BE49-F238E27FC236}">
                <a16:creationId xmlns:a16="http://schemas.microsoft.com/office/drawing/2014/main" id="{41CD3697-753A-0647-9FAB-C202C65A37F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62D94233-C7E7-4738-A0C4-B99795516696}"/>
              </a:ext>
            </a:extLst>
          </p:cNvPr>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7" name="Slide Number Placeholder 5">
            <a:extLst>
              <a:ext uri="{FF2B5EF4-FFF2-40B4-BE49-F238E27FC236}">
                <a16:creationId xmlns:a16="http://schemas.microsoft.com/office/drawing/2014/main" id="{8AB7AED6-4DFA-4DBB-B3DC-591078FB0DD4}"/>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Text Placeholder 2">
            <a:extLst>
              <a:ext uri="{FF2B5EF4-FFF2-40B4-BE49-F238E27FC236}">
                <a16:creationId xmlns:a16="http://schemas.microsoft.com/office/drawing/2014/main" id="{69E3DC87-BE48-4B96-B86C-00DB8A66CF41}"/>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endParaRPr lang="en-GB" dirty="0"/>
          </a:p>
        </p:txBody>
      </p:sp>
    </p:spTree>
    <p:extLst>
      <p:ext uri="{BB962C8B-B14F-4D97-AF65-F5344CB8AC3E}">
        <p14:creationId xmlns:p14="http://schemas.microsoft.com/office/powerpoint/2010/main" val="3463672686"/>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04.xml><?xml version="1.0" encoding="utf-8"?>
<p:sldLayout xmlns:a="http://schemas.openxmlformats.org/drawingml/2006/main" xmlns:r="http://schemas.openxmlformats.org/officeDocument/2006/relationships" xmlns:p="http://schemas.openxmlformats.org/presentationml/2006/main" showMasterSp="0" preserve="1" userDrawn="1">
  <p:cSld name="1_Overview or quotes 06">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Montserrat"/>
              <a:ea typeface="+mn-ea"/>
              <a:cs typeface="+mn-cs"/>
            </a:endParaRPr>
          </a:p>
        </p:txBody>
      </p:sp>
      <p:grpSp>
        <p:nvGrpSpPr>
          <p:cNvPr id="18" name="Group 17">
            <a:extLst>
              <a:ext uri="{FF2B5EF4-FFF2-40B4-BE49-F238E27FC236}">
                <a16:creationId xmlns:a16="http://schemas.microsoft.com/office/drawing/2014/main" id="{6583914F-58FB-B34E-8161-C66E669476AF}"/>
              </a:ext>
            </a:extLst>
          </p:cNvPr>
          <p:cNvGrpSpPr/>
          <p:nvPr userDrawn="1"/>
        </p:nvGrpSpPr>
        <p:grpSpPr>
          <a:xfrm>
            <a:off x="-562704" y="4391077"/>
            <a:ext cx="5338709" cy="2177830"/>
            <a:chOff x="-2229" y="2361812"/>
            <a:chExt cx="11067619" cy="4514835"/>
          </a:xfrm>
          <a:solidFill>
            <a:schemeClr val="accent4"/>
          </a:solidFill>
        </p:grpSpPr>
        <p:sp>
          <p:nvSpPr>
            <p:cNvPr id="19" name="Freeform 18">
              <a:extLst>
                <a:ext uri="{FF2B5EF4-FFF2-40B4-BE49-F238E27FC236}">
                  <a16:creationId xmlns:a16="http://schemas.microsoft.com/office/drawing/2014/main" id="{E1FD4820-850C-3047-9711-AD5DD789A3DD}"/>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sp>
          <p:nvSpPr>
            <p:cNvPr id="20" name="Freeform 19">
              <a:extLst>
                <a:ext uri="{FF2B5EF4-FFF2-40B4-BE49-F238E27FC236}">
                  <a16:creationId xmlns:a16="http://schemas.microsoft.com/office/drawing/2014/main" id="{E3AE8E64-5267-3141-A055-FBE33FE8BF5B}"/>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sp>
          <p:nvSpPr>
            <p:cNvPr id="21" name="Freeform 20">
              <a:extLst>
                <a:ext uri="{FF2B5EF4-FFF2-40B4-BE49-F238E27FC236}">
                  <a16:creationId xmlns:a16="http://schemas.microsoft.com/office/drawing/2014/main" id="{A4413C9C-C76C-B642-B162-F8DBD3B14B9D}"/>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grpSp>
      <p:pic>
        <p:nvPicPr>
          <p:cNvPr id="13" name="Graphic 31">
            <a:extLst>
              <a:ext uri="{FF2B5EF4-FFF2-40B4-BE49-F238E27FC236}">
                <a16:creationId xmlns:a16="http://schemas.microsoft.com/office/drawing/2014/main" id="{F0A764D6-0F7D-EB44-A897-7F9C735CB5F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1" name="Text Placeholder 2">
            <a:extLst>
              <a:ext uri="{FF2B5EF4-FFF2-40B4-BE49-F238E27FC236}">
                <a16:creationId xmlns:a16="http://schemas.microsoft.com/office/drawing/2014/main" id="{BE8967D6-25B5-4098-82D9-0802D221932F}"/>
              </a:ext>
            </a:extLst>
          </p:cNvPr>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0" name="Slide Number Placeholder 5">
            <a:extLst>
              <a:ext uri="{FF2B5EF4-FFF2-40B4-BE49-F238E27FC236}">
                <a16:creationId xmlns:a16="http://schemas.microsoft.com/office/drawing/2014/main" id="{68F9D1C8-5795-4F0C-8DB2-F08769294463}"/>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2" name="Text Placeholder 2">
            <a:extLst>
              <a:ext uri="{FF2B5EF4-FFF2-40B4-BE49-F238E27FC236}">
                <a16:creationId xmlns:a16="http://schemas.microsoft.com/office/drawing/2014/main" id="{D5393A2A-51FC-43E8-88C3-4A77760C4527}"/>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endParaRPr lang="en-GB" dirty="0"/>
          </a:p>
        </p:txBody>
      </p:sp>
    </p:spTree>
    <p:extLst>
      <p:ext uri="{BB962C8B-B14F-4D97-AF65-F5344CB8AC3E}">
        <p14:creationId xmlns:p14="http://schemas.microsoft.com/office/powerpoint/2010/main" val="2111994010"/>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05.xml><?xml version="1.0" encoding="utf-8"?>
<p:sldLayout xmlns:a="http://schemas.openxmlformats.org/drawingml/2006/main" xmlns:r="http://schemas.openxmlformats.org/officeDocument/2006/relationships" xmlns:p="http://schemas.openxmlformats.org/presentationml/2006/main" showMasterSp="0" preserve="1" userDrawn="1">
  <p:cSld name="1_Overview or quotes 07">
    <p:spTree>
      <p:nvGrpSpPr>
        <p:cNvPr id="1" name=""/>
        <p:cNvGrpSpPr/>
        <p:nvPr/>
      </p:nvGrpSpPr>
      <p:grpSpPr>
        <a:xfrm>
          <a:off x="0" y="0"/>
          <a:ext cx="0" cy="0"/>
          <a:chOff x="0" y="0"/>
          <a:chExt cx="0" cy="0"/>
        </a:xfrm>
      </p:grpSpPr>
      <p:sp>
        <p:nvSpPr>
          <p:cNvPr id="6" name="Rectangle 5"/>
          <p:cNvSpPr/>
          <p:nvPr userDrawn="1"/>
        </p:nvSpPr>
        <p:spPr>
          <a:xfrm>
            <a:off x="0" y="0"/>
            <a:ext cx="4070352"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Montserrat"/>
              <a:ea typeface="+mn-ea"/>
              <a:cs typeface="+mn-cs"/>
            </a:endParaRPr>
          </a:p>
        </p:txBody>
      </p:sp>
      <p:sp>
        <p:nvSpPr>
          <p:cNvPr id="11" name="Freeform 10">
            <a:extLst>
              <a:ext uri="{FF2B5EF4-FFF2-40B4-BE49-F238E27FC236}">
                <a16:creationId xmlns:a16="http://schemas.microsoft.com/office/drawing/2014/main" id="{8857B351-2725-8440-AA09-147EA78EACC8}"/>
              </a:ext>
            </a:extLst>
          </p:cNvPr>
          <p:cNvSpPr/>
          <p:nvPr userDrawn="1"/>
        </p:nvSpPr>
        <p:spPr>
          <a:xfrm>
            <a:off x="-84149" y="4328581"/>
            <a:ext cx="4637893" cy="1993841"/>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accent4"/>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pic>
        <p:nvPicPr>
          <p:cNvPr id="14" name="Graphic 31">
            <a:extLst>
              <a:ext uri="{FF2B5EF4-FFF2-40B4-BE49-F238E27FC236}">
                <a16:creationId xmlns:a16="http://schemas.microsoft.com/office/drawing/2014/main" id="{BCFD0822-3499-0C44-8A3C-3118EA298E6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497A7600-9EBB-4083-BCDD-6A176587090D}"/>
              </a:ext>
            </a:extLst>
          </p:cNvPr>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7" name="Slide Number Placeholder 5">
            <a:extLst>
              <a:ext uri="{FF2B5EF4-FFF2-40B4-BE49-F238E27FC236}">
                <a16:creationId xmlns:a16="http://schemas.microsoft.com/office/drawing/2014/main" id="{7A4F5004-F0DD-4BC5-9E39-C91C6C0C954C}"/>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Text Placeholder 2">
            <a:extLst>
              <a:ext uri="{FF2B5EF4-FFF2-40B4-BE49-F238E27FC236}">
                <a16:creationId xmlns:a16="http://schemas.microsoft.com/office/drawing/2014/main" id="{BE24FC32-9812-4DB8-8622-1007B7A817B0}"/>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endParaRPr lang="en-GB" dirty="0"/>
          </a:p>
        </p:txBody>
      </p:sp>
    </p:spTree>
    <p:extLst>
      <p:ext uri="{BB962C8B-B14F-4D97-AF65-F5344CB8AC3E}">
        <p14:creationId xmlns:p14="http://schemas.microsoft.com/office/powerpoint/2010/main" val="1169289914"/>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06.xml><?xml version="1.0" encoding="utf-8"?>
<p:sldLayout xmlns:a="http://schemas.openxmlformats.org/drawingml/2006/main" xmlns:r="http://schemas.openxmlformats.org/officeDocument/2006/relationships" xmlns:p="http://schemas.openxmlformats.org/presentationml/2006/main" showMasterSp="0" preserve="1" userDrawn="1">
  <p:cSld name="Text Slide - With side bar B1">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7F007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3" name="Picture 2"/>
          <p:cNvPicPr>
            <a:picLocks noChangeAspect="1"/>
          </p:cNvPicPr>
          <p:nvPr userDrawn="1"/>
        </p:nvPicPr>
        <p:blipFill rotWithShape="1">
          <a:blip r:embed="rId2">
            <a:extLst>
              <a:ext uri="{28A0092B-C50C-407E-A947-70E740481C1C}">
                <a14:useLocalDpi xmlns:a14="http://schemas.microsoft.com/office/drawing/2010/main" val="0"/>
              </a:ext>
            </a:extLst>
          </a:blip>
          <a:srcRect l="2277"/>
          <a:stretch/>
        </p:blipFill>
        <p:spPr>
          <a:xfrm>
            <a:off x="0" y="4485899"/>
            <a:ext cx="4401082" cy="1874860"/>
          </a:xfrm>
          <a:prstGeom prst="rect">
            <a:avLst/>
          </a:prstGeom>
        </p:spPr>
      </p:pic>
      <p:sp>
        <p:nvSpPr>
          <p:cNvPr id="8" name="Text Placeholder 2"/>
          <p:cNvSpPr>
            <a:spLocks noGrp="1"/>
          </p:cNvSpPr>
          <p:nvPr>
            <p:ph type="body" sz="quarter" idx="10" hasCustomPrompt="1"/>
          </p:nvPr>
        </p:nvSpPr>
        <p:spPr>
          <a:xfrm>
            <a:off x="384784" y="1349984"/>
            <a:ext cx="3443732" cy="2751998"/>
          </a:xfrm>
          <a:prstGeom prst="rect">
            <a:avLst/>
          </a:prstGeom>
        </p:spPr>
        <p:txBody>
          <a:bodyPr/>
          <a:lstStyle>
            <a:lvl1pPr marL="0" indent="0">
              <a:lnSpc>
                <a:spcPct val="90000"/>
              </a:lnSpc>
              <a:spcAft>
                <a:spcPts val="0"/>
              </a:spcAft>
              <a:buFont typeface="Arial" panose="020B0604020202020204" pitchFamily="34" charset="0"/>
              <a:buNone/>
              <a:defRPr sz="3600" cap="all" baseline="0">
                <a:solidFill>
                  <a:schemeClr val="bg1"/>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slide title to sit here</a:t>
            </a:r>
          </a:p>
        </p:txBody>
      </p:sp>
      <p:pic>
        <p:nvPicPr>
          <p:cNvPr id="7" name="Graphic 31">
            <a:extLst>
              <a:ext uri="{FF2B5EF4-FFF2-40B4-BE49-F238E27FC236}">
                <a16:creationId xmlns:a16="http://schemas.microsoft.com/office/drawing/2014/main" id="{1AABA4C8-3AF1-D94B-A8D4-5A6363015C9B}"/>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9732" t="-5388" r="-9847" b="6180"/>
          <a:stretch/>
        </p:blipFill>
        <p:spPr>
          <a:xfrm>
            <a:off x="265143" y="388189"/>
            <a:ext cx="776377" cy="483079"/>
          </a:xfrm>
          <a:prstGeom prst="rect">
            <a:avLst/>
          </a:prstGeom>
        </p:spPr>
      </p:pic>
      <p:sp>
        <p:nvSpPr>
          <p:cNvPr id="9" name="Slide Number Placeholder 5">
            <a:extLst>
              <a:ext uri="{FF2B5EF4-FFF2-40B4-BE49-F238E27FC236}">
                <a16:creationId xmlns:a16="http://schemas.microsoft.com/office/drawing/2014/main" id="{23D6ABAC-98C2-4A0D-8B8C-8A597A57D625}"/>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0" name="Text Placeholder 2">
            <a:extLst>
              <a:ext uri="{FF2B5EF4-FFF2-40B4-BE49-F238E27FC236}">
                <a16:creationId xmlns:a16="http://schemas.microsoft.com/office/drawing/2014/main" id="{FFD0FE0C-257E-4211-9CAC-9BA769FC94D1}"/>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endParaRPr lang="en-GB" dirty="0"/>
          </a:p>
        </p:txBody>
      </p:sp>
    </p:spTree>
    <p:extLst>
      <p:ext uri="{BB962C8B-B14F-4D97-AF65-F5344CB8AC3E}">
        <p14:creationId xmlns:p14="http://schemas.microsoft.com/office/powerpoint/2010/main" val="3413658315"/>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07.xml><?xml version="1.0" encoding="utf-8"?>
<p:sldLayout xmlns:a="http://schemas.openxmlformats.org/drawingml/2006/main" xmlns:r="http://schemas.openxmlformats.org/officeDocument/2006/relationships" xmlns:p="http://schemas.openxmlformats.org/presentationml/2006/main" showMasterSp="0" preserve="1" userDrawn="1">
  <p:cSld name="1_Text Slide - With side bar B2">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7F007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4" name="Picture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77531" y="4614727"/>
            <a:ext cx="4244154" cy="1944001"/>
          </a:xfrm>
          <a:prstGeom prst="rect">
            <a:avLst/>
          </a:prstGeom>
        </p:spPr>
      </p:pic>
      <p:sp>
        <p:nvSpPr>
          <p:cNvPr id="8" name="Text Placeholder 2"/>
          <p:cNvSpPr>
            <a:spLocks noGrp="1"/>
          </p:cNvSpPr>
          <p:nvPr>
            <p:ph type="body" sz="quarter" idx="10" hasCustomPrompt="1"/>
          </p:nvPr>
        </p:nvSpPr>
        <p:spPr>
          <a:xfrm>
            <a:off x="384784" y="1349984"/>
            <a:ext cx="3443732" cy="2751998"/>
          </a:xfrm>
          <a:prstGeom prst="rect">
            <a:avLst/>
          </a:prstGeom>
        </p:spPr>
        <p:txBody>
          <a:bodyPr/>
          <a:lstStyle>
            <a:lvl1pPr marL="0" indent="0">
              <a:lnSpc>
                <a:spcPct val="90000"/>
              </a:lnSpc>
              <a:spcAft>
                <a:spcPts val="0"/>
              </a:spcAft>
              <a:buFont typeface="Arial" panose="020B0604020202020204" pitchFamily="34" charset="0"/>
              <a:buNone/>
              <a:defRPr sz="3600" cap="all" baseline="0">
                <a:solidFill>
                  <a:schemeClr val="bg1"/>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slide title to sit here</a:t>
            </a:r>
          </a:p>
        </p:txBody>
      </p:sp>
      <p:pic>
        <p:nvPicPr>
          <p:cNvPr id="12" name="Graphic 31">
            <a:extLst>
              <a:ext uri="{FF2B5EF4-FFF2-40B4-BE49-F238E27FC236}">
                <a16:creationId xmlns:a16="http://schemas.microsoft.com/office/drawing/2014/main" id="{1AABA4C8-3AF1-D94B-A8D4-5A6363015C9B}"/>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9732" t="-5388" r="-9847" b="6180"/>
          <a:stretch/>
        </p:blipFill>
        <p:spPr>
          <a:xfrm>
            <a:off x="265143" y="388189"/>
            <a:ext cx="776377" cy="483079"/>
          </a:xfrm>
          <a:prstGeom prst="rect">
            <a:avLst/>
          </a:prstGeom>
        </p:spPr>
      </p:pic>
      <p:sp>
        <p:nvSpPr>
          <p:cNvPr id="7" name="Slide Number Placeholder 5">
            <a:extLst>
              <a:ext uri="{FF2B5EF4-FFF2-40B4-BE49-F238E27FC236}">
                <a16:creationId xmlns:a16="http://schemas.microsoft.com/office/drawing/2014/main" id="{ADB9D501-C2FE-4F4E-B0F6-FE58A17AB6F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Text Placeholder 2">
            <a:extLst>
              <a:ext uri="{FF2B5EF4-FFF2-40B4-BE49-F238E27FC236}">
                <a16:creationId xmlns:a16="http://schemas.microsoft.com/office/drawing/2014/main" id="{FA961E50-B6CC-47F7-8DF6-C0AE1ADFAB7A}"/>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endParaRPr lang="en-GB" dirty="0"/>
          </a:p>
        </p:txBody>
      </p:sp>
    </p:spTree>
    <p:extLst>
      <p:ext uri="{BB962C8B-B14F-4D97-AF65-F5344CB8AC3E}">
        <p14:creationId xmlns:p14="http://schemas.microsoft.com/office/powerpoint/2010/main" val="56812387"/>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08.xml><?xml version="1.0" encoding="utf-8"?>
<p:sldLayout xmlns:a="http://schemas.openxmlformats.org/drawingml/2006/main" xmlns:r="http://schemas.openxmlformats.org/officeDocument/2006/relationships" xmlns:p="http://schemas.openxmlformats.org/presentationml/2006/main" showMasterSp="0" preserve="1" userDrawn="1">
  <p:cSld name="3_Overview or quotes 01">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20D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FFFFFF"/>
              </a:solidFill>
              <a:effectLst/>
              <a:uLnTx/>
              <a:uFillTx/>
              <a:latin typeface="Montserrat"/>
              <a:ea typeface="+mn-ea"/>
              <a:cs typeface="+mn-cs"/>
            </a:endParaRPr>
          </a:p>
        </p:txBody>
      </p:sp>
      <p:sp>
        <p:nvSpPr>
          <p:cNvPr id="8" name="Text Placeholder 2"/>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21" name="Freeform 20">
            <a:extLst>
              <a:ext uri="{FF2B5EF4-FFF2-40B4-BE49-F238E27FC236}">
                <a16:creationId xmlns:a16="http://schemas.microsoft.com/office/drawing/2014/main" id="{61FA821A-0A50-424D-A225-45CEE1614094}"/>
              </a:ext>
            </a:extLst>
          </p:cNvPr>
          <p:cNvSpPr/>
          <p:nvPr userDrawn="1"/>
        </p:nvSpPr>
        <p:spPr>
          <a:xfrm>
            <a:off x="417802" y="4499269"/>
            <a:ext cx="4001620" cy="1963059"/>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rgbClr val="004050"/>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004050"/>
              </a:solidFill>
              <a:effectLst/>
              <a:uLnTx/>
              <a:uFillTx/>
              <a:latin typeface="Montserrat"/>
              <a:ea typeface="+mn-ea"/>
              <a:cs typeface="+mn-cs"/>
            </a:endParaRPr>
          </a:p>
        </p:txBody>
      </p:sp>
      <p:pic>
        <p:nvPicPr>
          <p:cNvPr id="12"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7" name="Slide Number Placeholder 5">
            <a:extLst>
              <a:ext uri="{FF2B5EF4-FFF2-40B4-BE49-F238E27FC236}">
                <a16:creationId xmlns:a16="http://schemas.microsoft.com/office/drawing/2014/main" id="{3F427447-CE66-4582-B744-A32983AD3D91}"/>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Text Placeholder 2">
            <a:extLst>
              <a:ext uri="{FF2B5EF4-FFF2-40B4-BE49-F238E27FC236}">
                <a16:creationId xmlns:a16="http://schemas.microsoft.com/office/drawing/2014/main" id="{AF92F08D-E18C-48DE-85CF-0EEBD344D781}"/>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endParaRPr lang="en-GB" dirty="0"/>
          </a:p>
        </p:txBody>
      </p:sp>
    </p:spTree>
    <p:extLst>
      <p:ext uri="{BB962C8B-B14F-4D97-AF65-F5344CB8AC3E}">
        <p14:creationId xmlns:p14="http://schemas.microsoft.com/office/powerpoint/2010/main" val="872309430"/>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09.xml><?xml version="1.0" encoding="utf-8"?>
<p:sldLayout xmlns:a="http://schemas.openxmlformats.org/drawingml/2006/main" xmlns:r="http://schemas.openxmlformats.org/officeDocument/2006/relationships" xmlns:p="http://schemas.openxmlformats.org/presentationml/2006/main" showMasterSp="0" preserve="1" userDrawn="1">
  <p:cSld name="3_Overview or quotes 02">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20D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FFFFFF"/>
              </a:solidFill>
              <a:effectLst/>
              <a:uLnTx/>
              <a:uFillTx/>
              <a:latin typeface="Montserrat"/>
              <a:ea typeface="+mn-ea"/>
              <a:cs typeface="+mn-cs"/>
            </a:endParaRPr>
          </a:p>
        </p:txBody>
      </p:sp>
      <p:pic>
        <p:nvPicPr>
          <p:cNvPr id="14"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Freeform 9">
            <a:extLst>
              <a:ext uri="{FF2B5EF4-FFF2-40B4-BE49-F238E27FC236}">
                <a16:creationId xmlns:a16="http://schemas.microsoft.com/office/drawing/2014/main" id="{5D4E77AD-4E3B-4C4C-B2E4-D1513A99EF68}"/>
              </a:ext>
            </a:extLst>
          </p:cNvPr>
          <p:cNvSpPr/>
          <p:nvPr userDrawn="1"/>
        </p:nvSpPr>
        <p:spPr>
          <a:xfrm>
            <a:off x="495142" y="4535883"/>
            <a:ext cx="3926984" cy="1926445"/>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rgbClr val="004050"/>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004050"/>
              </a:solidFill>
              <a:effectLst/>
              <a:uLnTx/>
              <a:uFillTx/>
              <a:latin typeface="Montserrat"/>
              <a:ea typeface="+mn-ea"/>
              <a:cs typeface="+mn-cs"/>
            </a:endParaRPr>
          </a:p>
        </p:txBody>
      </p:sp>
      <p:sp>
        <p:nvSpPr>
          <p:cNvPr id="18" name="Rectangle 17">
            <a:extLst>
              <a:ext uri="{FF2B5EF4-FFF2-40B4-BE49-F238E27FC236}">
                <a16:creationId xmlns:a16="http://schemas.microsoft.com/office/drawing/2014/main" id="{2337B3A4-A397-5342-874C-2D7CDECCB652}"/>
              </a:ext>
            </a:extLst>
          </p:cNvPr>
          <p:cNvSpPr/>
          <p:nvPr userDrawn="1"/>
        </p:nvSpPr>
        <p:spPr>
          <a:xfrm>
            <a:off x="-1" y="5361887"/>
            <a:ext cx="738525" cy="2988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Montserrat"/>
              <a:ea typeface="+mn-ea"/>
              <a:cs typeface="+mn-cs"/>
            </a:endParaRPr>
          </a:p>
        </p:txBody>
      </p:sp>
      <p:sp>
        <p:nvSpPr>
          <p:cNvPr id="9" name="Text Placeholder 2">
            <a:extLst>
              <a:ext uri="{FF2B5EF4-FFF2-40B4-BE49-F238E27FC236}">
                <a16:creationId xmlns:a16="http://schemas.microsoft.com/office/drawing/2014/main" id="{80A7D019-BBAC-4645-9DB8-682AF9377C73}"/>
              </a:ext>
            </a:extLst>
          </p:cNvPr>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8" name="Slide Number Placeholder 5">
            <a:extLst>
              <a:ext uri="{FF2B5EF4-FFF2-40B4-BE49-F238E27FC236}">
                <a16:creationId xmlns:a16="http://schemas.microsoft.com/office/drawing/2014/main" id="{3A6C8B8C-BDD5-43B9-8C27-354C810E1C4B}"/>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Tree>
    <p:extLst>
      <p:ext uri="{BB962C8B-B14F-4D97-AF65-F5344CB8AC3E}">
        <p14:creationId xmlns:p14="http://schemas.microsoft.com/office/powerpoint/2010/main" val="670629438"/>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10.xml><?xml version="1.0" encoding="utf-8"?>
<p:sldLayout xmlns:a="http://schemas.openxmlformats.org/drawingml/2006/main" xmlns:r="http://schemas.openxmlformats.org/officeDocument/2006/relationships" xmlns:p="http://schemas.openxmlformats.org/presentationml/2006/main" showMasterSp="0" preserve="1" userDrawn="1">
  <p:cSld name="3_Overview or quotes 03">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20D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Montserrat"/>
              <a:ea typeface="+mn-ea"/>
              <a:cs typeface="+mn-cs"/>
            </a:endParaRPr>
          </a:p>
        </p:txBody>
      </p:sp>
      <p:sp>
        <p:nvSpPr>
          <p:cNvPr id="11" name="Freeform 10">
            <a:extLst>
              <a:ext uri="{FF2B5EF4-FFF2-40B4-BE49-F238E27FC236}">
                <a16:creationId xmlns:a16="http://schemas.microsoft.com/office/drawing/2014/main" id="{36DE376F-0276-8A49-B76E-60C033C37B7D}"/>
              </a:ext>
            </a:extLst>
          </p:cNvPr>
          <p:cNvSpPr/>
          <p:nvPr userDrawn="1"/>
        </p:nvSpPr>
        <p:spPr>
          <a:xfrm>
            <a:off x="1083384" y="4112788"/>
            <a:ext cx="3265376" cy="371480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rgbClr val="004050"/>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pic>
        <p:nvPicPr>
          <p:cNvPr id="13" name="Graphic 31">
            <a:extLst>
              <a:ext uri="{FF2B5EF4-FFF2-40B4-BE49-F238E27FC236}">
                <a16:creationId xmlns:a16="http://schemas.microsoft.com/office/drawing/2014/main" id="{5D69E953-4DB2-B941-B4AE-DF2DF1970A5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Text Placeholder 2">
            <a:extLst>
              <a:ext uri="{FF2B5EF4-FFF2-40B4-BE49-F238E27FC236}">
                <a16:creationId xmlns:a16="http://schemas.microsoft.com/office/drawing/2014/main" id="{6AE6F906-CC5F-42C7-9475-87635D73613A}"/>
              </a:ext>
            </a:extLst>
          </p:cNvPr>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7" name="Slide Number Placeholder 5">
            <a:extLst>
              <a:ext uri="{FF2B5EF4-FFF2-40B4-BE49-F238E27FC236}">
                <a16:creationId xmlns:a16="http://schemas.microsoft.com/office/drawing/2014/main" id="{421F0A2D-AF77-453A-A628-E5249AE85BC4}"/>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8" name="Text Placeholder 2">
            <a:extLst>
              <a:ext uri="{FF2B5EF4-FFF2-40B4-BE49-F238E27FC236}">
                <a16:creationId xmlns:a16="http://schemas.microsoft.com/office/drawing/2014/main" id="{8022B908-BA31-4E35-AAA8-AA6869D9D896}"/>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endParaRPr lang="en-GB" dirty="0"/>
          </a:p>
        </p:txBody>
      </p:sp>
    </p:spTree>
    <p:extLst>
      <p:ext uri="{BB962C8B-B14F-4D97-AF65-F5344CB8AC3E}">
        <p14:creationId xmlns:p14="http://schemas.microsoft.com/office/powerpoint/2010/main" val="1895494654"/>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11.xml><?xml version="1.0" encoding="utf-8"?>
<p:sldLayout xmlns:a="http://schemas.openxmlformats.org/drawingml/2006/main" xmlns:r="http://schemas.openxmlformats.org/officeDocument/2006/relationships" xmlns:p="http://schemas.openxmlformats.org/presentationml/2006/main" showMasterSp="0" preserve="1" userDrawn="1">
  <p:cSld name="3_Overview or quotes 04">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20D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FFFFFF"/>
              </a:solidFill>
              <a:effectLst/>
              <a:uLnTx/>
              <a:uFillTx/>
              <a:latin typeface="Montserrat"/>
              <a:ea typeface="+mn-ea"/>
              <a:cs typeface="+mn-cs"/>
            </a:endParaRPr>
          </a:p>
        </p:txBody>
      </p:sp>
      <p:sp>
        <p:nvSpPr>
          <p:cNvPr id="9" name="Freeform 8">
            <a:extLst>
              <a:ext uri="{FF2B5EF4-FFF2-40B4-BE49-F238E27FC236}">
                <a16:creationId xmlns:a16="http://schemas.microsoft.com/office/drawing/2014/main" id="{35B5D0DF-4895-DB4F-85D9-C3FFDE55B8C8}"/>
              </a:ext>
            </a:extLst>
          </p:cNvPr>
          <p:cNvSpPr/>
          <p:nvPr userDrawn="1"/>
        </p:nvSpPr>
        <p:spPr>
          <a:xfrm>
            <a:off x="384784" y="4743413"/>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rgbClr val="004050"/>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004050"/>
              </a:solidFill>
              <a:effectLst/>
              <a:uLnTx/>
              <a:uFillTx/>
              <a:latin typeface="Montserrat"/>
              <a:ea typeface="+mn-ea"/>
              <a:cs typeface="+mn-cs"/>
            </a:endParaRPr>
          </a:p>
        </p:txBody>
      </p:sp>
      <p:pic>
        <p:nvPicPr>
          <p:cNvPr id="14" name="Graphic 31">
            <a:extLst>
              <a:ext uri="{FF2B5EF4-FFF2-40B4-BE49-F238E27FC236}">
                <a16:creationId xmlns:a16="http://schemas.microsoft.com/office/drawing/2014/main" id="{B3164A13-D2CE-5342-8D75-2ADD2934967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E791B42B-198C-425F-B793-3ED8FA182CDE}"/>
              </a:ext>
            </a:extLst>
          </p:cNvPr>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7" name="Slide Number Placeholder 5">
            <a:extLst>
              <a:ext uri="{FF2B5EF4-FFF2-40B4-BE49-F238E27FC236}">
                <a16:creationId xmlns:a16="http://schemas.microsoft.com/office/drawing/2014/main" id="{3DAB8CF2-F221-497D-8A4A-9E369C2BEE15}"/>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0" name="Text Placeholder 2">
            <a:extLst>
              <a:ext uri="{FF2B5EF4-FFF2-40B4-BE49-F238E27FC236}">
                <a16:creationId xmlns:a16="http://schemas.microsoft.com/office/drawing/2014/main" id="{7E3635FE-6F90-4286-8EBE-FEE651E560F8}"/>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endParaRPr lang="en-GB" dirty="0"/>
          </a:p>
        </p:txBody>
      </p:sp>
    </p:spTree>
    <p:extLst>
      <p:ext uri="{BB962C8B-B14F-4D97-AF65-F5344CB8AC3E}">
        <p14:creationId xmlns:p14="http://schemas.microsoft.com/office/powerpoint/2010/main" val="1945939103"/>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12.xml><?xml version="1.0" encoding="utf-8"?>
<p:sldLayout xmlns:a="http://schemas.openxmlformats.org/drawingml/2006/main" xmlns:r="http://schemas.openxmlformats.org/officeDocument/2006/relationships" xmlns:p="http://schemas.openxmlformats.org/presentationml/2006/main" showMasterSp="0" preserve="1" userDrawn="1">
  <p:cSld name="3_Overview or quotes 05">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20D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FFFFFF"/>
              </a:solidFill>
              <a:effectLst/>
              <a:uLnTx/>
              <a:uFillTx/>
              <a:latin typeface="Montserrat"/>
              <a:ea typeface="+mn-ea"/>
              <a:cs typeface="+mn-cs"/>
            </a:endParaRPr>
          </a:p>
        </p:txBody>
      </p:sp>
      <p:sp>
        <p:nvSpPr>
          <p:cNvPr id="13" name="Freeform 12">
            <a:extLst>
              <a:ext uri="{FF2B5EF4-FFF2-40B4-BE49-F238E27FC236}">
                <a16:creationId xmlns:a16="http://schemas.microsoft.com/office/drawing/2014/main" id="{DF3D0604-3EEB-7547-A86F-8B3EFC40A3EC}"/>
              </a:ext>
            </a:extLst>
          </p:cNvPr>
          <p:cNvSpPr/>
          <p:nvPr userDrawn="1"/>
        </p:nvSpPr>
        <p:spPr>
          <a:xfrm>
            <a:off x="384784" y="4504759"/>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rgbClr val="004050"/>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004050"/>
              </a:solidFill>
              <a:effectLst/>
              <a:uLnTx/>
              <a:uFillTx/>
              <a:latin typeface="Montserrat"/>
              <a:ea typeface="+mn-ea"/>
              <a:cs typeface="+mn-cs"/>
            </a:endParaRPr>
          </a:p>
        </p:txBody>
      </p:sp>
      <p:pic>
        <p:nvPicPr>
          <p:cNvPr id="14" name="Graphic 31">
            <a:extLst>
              <a:ext uri="{FF2B5EF4-FFF2-40B4-BE49-F238E27FC236}">
                <a16:creationId xmlns:a16="http://schemas.microsoft.com/office/drawing/2014/main" id="{41CD3697-753A-0647-9FAB-C202C65A37F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62D94233-C7E7-4738-A0C4-B99795516696}"/>
              </a:ext>
            </a:extLst>
          </p:cNvPr>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7" name="Slide Number Placeholder 5">
            <a:extLst>
              <a:ext uri="{FF2B5EF4-FFF2-40B4-BE49-F238E27FC236}">
                <a16:creationId xmlns:a16="http://schemas.microsoft.com/office/drawing/2014/main" id="{ED3A38F4-26AB-473F-A76C-F9BCE73BE57F}"/>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Text Placeholder 2">
            <a:extLst>
              <a:ext uri="{FF2B5EF4-FFF2-40B4-BE49-F238E27FC236}">
                <a16:creationId xmlns:a16="http://schemas.microsoft.com/office/drawing/2014/main" id="{C4EF76EF-23E8-4453-97F1-6B565EFFD6BD}"/>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endParaRPr lang="en-GB" dirty="0"/>
          </a:p>
        </p:txBody>
      </p:sp>
    </p:spTree>
    <p:extLst>
      <p:ext uri="{BB962C8B-B14F-4D97-AF65-F5344CB8AC3E}">
        <p14:creationId xmlns:p14="http://schemas.microsoft.com/office/powerpoint/2010/main" val="2733247027"/>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13.xml><?xml version="1.0" encoding="utf-8"?>
<p:sldLayout xmlns:a="http://schemas.openxmlformats.org/drawingml/2006/main" xmlns:r="http://schemas.openxmlformats.org/officeDocument/2006/relationships" xmlns:p="http://schemas.openxmlformats.org/presentationml/2006/main" showMasterSp="0" preserve="1" userDrawn="1">
  <p:cSld name="3_Overview or quotes 06">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20D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Montserrat"/>
              <a:ea typeface="+mn-ea"/>
              <a:cs typeface="+mn-cs"/>
            </a:endParaRPr>
          </a:p>
        </p:txBody>
      </p:sp>
      <p:grpSp>
        <p:nvGrpSpPr>
          <p:cNvPr id="18" name="Group 17">
            <a:extLst>
              <a:ext uri="{FF2B5EF4-FFF2-40B4-BE49-F238E27FC236}">
                <a16:creationId xmlns:a16="http://schemas.microsoft.com/office/drawing/2014/main" id="{6583914F-58FB-B34E-8161-C66E669476AF}"/>
              </a:ext>
            </a:extLst>
          </p:cNvPr>
          <p:cNvGrpSpPr/>
          <p:nvPr userDrawn="1"/>
        </p:nvGrpSpPr>
        <p:grpSpPr>
          <a:xfrm>
            <a:off x="-562704" y="4391077"/>
            <a:ext cx="5338709" cy="2177830"/>
            <a:chOff x="-2229" y="2361812"/>
            <a:chExt cx="11067619" cy="4514835"/>
          </a:xfrm>
          <a:solidFill>
            <a:srgbClr val="004050"/>
          </a:solidFill>
        </p:grpSpPr>
        <p:sp>
          <p:nvSpPr>
            <p:cNvPr id="19" name="Freeform 18">
              <a:extLst>
                <a:ext uri="{FF2B5EF4-FFF2-40B4-BE49-F238E27FC236}">
                  <a16:creationId xmlns:a16="http://schemas.microsoft.com/office/drawing/2014/main" id="{E1FD4820-850C-3047-9711-AD5DD789A3DD}"/>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sp>
          <p:nvSpPr>
            <p:cNvPr id="20" name="Freeform 19">
              <a:extLst>
                <a:ext uri="{FF2B5EF4-FFF2-40B4-BE49-F238E27FC236}">
                  <a16:creationId xmlns:a16="http://schemas.microsoft.com/office/drawing/2014/main" id="{E3AE8E64-5267-3141-A055-FBE33FE8BF5B}"/>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sp>
          <p:nvSpPr>
            <p:cNvPr id="21" name="Freeform 20">
              <a:extLst>
                <a:ext uri="{FF2B5EF4-FFF2-40B4-BE49-F238E27FC236}">
                  <a16:creationId xmlns:a16="http://schemas.microsoft.com/office/drawing/2014/main" id="{A4413C9C-C76C-B642-B162-F8DBD3B14B9D}"/>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grpSp>
      <p:pic>
        <p:nvPicPr>
          <p:cNvPr id="13" name="Graphic 31">
            <a:extLst>
              <a:ext uri="{FF2B5EF4-FFF2-40B4-BE49-F238E27FC236}">
                <a16:creationId xmlns:a16="http://schemas.microsoft.com/office/drawing/2014/main" id="{F0A764D6-0F7D-EB44-A897-7F9C735CB5F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1" name="Text Placeholder 2">
            <a:extLst>
              <a:ext uri="{FF2B5EF4-FFF2-40B4-BE49-F238E27FC236}">
                <a16:creationId xmlns:a16="http://schemas.microsoft.com/office/drawing/2014/main" id="{BE8967D6-25B5-4098-82D9-0802D221932F}"/>
              </a:ext>
            </a:extLst>
          </p:cNvPr>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0" name="Slide Number Placeholder 5">
            <a:extLst>
              <a:ext uri="{FF2B5EF4-FFF2-40B4-BE49-F238E27FC236}">
                <a16:creationId xmlns:a16="http://schemas.microsoft.com/office/drawing/2014/main" id="{53D750DE-56D0-4BC9-AA2A-42BE390D2959}"/>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2" name="Text Placeholder 2">
            <a:extLst>
              <a:ext uri="{FF2B5EF4-FFF2-40B4-BE49-F238E27FC236}">
                <a16:creationId xmlns:a16="http://schemas.microsoft.com/office/drawing/2014/main" id="{5680B404-A54E-4E7E-8BBE-C0FAF5A135C8}"/>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endParaRPr lang="en-GB" dirty="0"/>
          </a:p>
        </p:txBody>
      </p:sp>
    </p:spTree>
    <p:extLst>
      <p:ext uri="{BB962C8B-B14F-4D97-AF65-F5344CB8AC3E}">
        <p14:creationId xmlns:p14="http://schemas.microsoft.com/office/powerpoint/2010/main" val="1094052057"/>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14.xml><?xml version="1.0" encoding="utf-8"?>
<p:sldLayout xmlns:a="http://schemas.openxmlformats.org/drawingml/2006/main" xmlns:r="http://schemas.openxmlformats.org/officeDocument/2006/relationships" xmlns:p="http://schemas.openxmlformats.org/presentationml/2006/main" showMasterSp="0" preserve="1" userDrawn="1">
  <p:cSld name="3_Overview or quotes 07">
    <p:spTree>
      <p:nvGrpSpPr>
        <p:cNvPr id="1" name=""/>
        <p:cNvGrpSpPr/>
        <p:nvPr/>
      </p:nvGrpSpPr>
      <p:grpSpPr>
        <a:xfrm>
          <a:off x="0" y="0"/>
          <a:ext cx="0" cy="0"/>
          <a:chOff x="0" y="0"/>
          <a:chExt cx="0" cy="0"/>
        </a:xfrm>
      </p:grpSpPr>
      <p:sp>
        <p:nvSpPr>
          <p:cNvPr id="6" name="Rectangle 5"/>
          <p:cNvSpPr/>
          <p:nvPr userDrawn="1"/>
        </p:nvSpPr>
        <p:spPr>
          <a:xfrm>
            <a:off x="0" y="0"/>
            <a:ext cx="4070352" cy="6858000"/>
          </a:xfrm>
          <a:prstGeom prst="rect">
            <a:avLst/>
          </a:prstGeom>
          <a:solidFill>
            <a:srgbClr val="20D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Montserrat"/>
              <a:ea typeface="+mn-ea"/>
              <a:cs typeface="+mn-cs"/>
            </a:endParaRPr>
          </a:p>
        </p:txBody>
      </p:sp>
      <p:sp>
        <p:nvSpPr>
          <p:cNvPr id="11" name="Freeform 10">
            <a:extLst>
              <a:ext uri="{FF2B5EF4-FFF2-40B4-BE49-F238E27FC236}">
                <a16:creationId xmlns:a16="http://schemas.microsoft.com/office/drawing/2014/main" id="{8857B351-2725-8440-AA09-147EA78EACC8}"/>
              </a:ext>
            </a:extLst>
          </p:cNvPr>
          <p:cNvSpPr/>
          <p:nvPr userDrawn="1"/>
        </p:nvSpPr>
        <p:spPr>
          <a:xfrm>
            <a:off x="-84149" y="4328581"/>
            <a:ext cx="4637893" cy="1993841"/>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rgbClr val="004050"/>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pic>
        <p:nvPicPr>
          <p:cNvPr id="14" name="Graphic 31">
            <a:extLst>
              <a:ext uri="{FF2B5EF4-FFF2-40B4-BE49-F238E27FC236}">
                <a16:creationId xmlns:a16="http://schemas.microsoft.com/office/drawing/2014/main" id="{BCFD0822-3499-0C44-8A3C-3118EA298E6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497A7600-9EBB-4083-BCDD-6A176587090D}"/>
              </a:ext>
            </a:extLst>
          </p:cNvPr>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7" name="Slide Number Placeholder 5">
            <a:extLst>
              <a:ext uri="{FF2B5EF4-FFF2-40B4-BE49-F238E27FC236}">
                <a16:creationId xmlns:a16="http://schemas.microsoft.com/office/drawing/2014/main" id="{3C313C4C-13AF-45F6-A71B-8AA193623E66}"/>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Text Placeholder 2">
            <a:extLst>
              <a:ext uri="{FF2B5EF4-FFF2-40B4-BE49-F238E27FC236}">
                <a16:creationId xmlns:a16="http://schemas.microsoft.com/office/drawing/2014/main" id="{7FD30B99-C964-41A2-983E-292CAEE023B0}"/>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endParaRPr lang="en-GB" dirty="0"/>
          </a:p>
        </p:txBody>
      </p:sp>
    </p:spTree>
    <p:extLst>
      <p:ext uri="{BB962C8B-B14F-4D97-AF65-F5344CB8AC3E}">
        <p14:creationId xmlns:p14="http://schemas.microsoft.com/office/powerpoint/2010/main" val="913170026"/>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image" Target="../media/image3.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image" Target="../media/image2.sv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41.xml"/><Relationship Id="rId18" Type="http://schemas.openxmlformats.org/officeDocument/2006/relationships/slideLayout" Target="../slideLayouts/slideLayout46.xml"/><Relationship Id="rId26" Type="http://schemas.openxmlformats.org/officeDocument/2006/relationships/slideLayout" Target="../slideLayouts/slideLayout54.xml"/><Relationship Id="rId39" Type="http://schemas.openxmlformats.org/officeDocument/2006/relationships/slideLayout" Target="../slideLayouts/slideLayout67.xml"/><Relationship Id="rId21" Type="http://schemas.openxmlformats.org/officeDocument/2006/relationships/slideLayout" Target="../slideLayouts/slideLayout49.xml"/><Relationship Id="rId34" Type="http://schemas.openxmlformats.org/officeDocument/2006/relationships/slideLayout" Target="../slideLayouts/slideLayout62.xml"/><Relationship Id="rId42" Type="http://schemas.openxmlformats.org/officeDocument/2006/relationships/slideLayout" Target="../slideLayouts/slideLayout70.xml"/><Relationship Id="rId47" Type="http://schemas.openxmlformats.org/officeDocument/2006/relationships/slideLayout" Target="../slideLayouts/slideLayout75.xml"/><Relationship Id="rId50" Type="http://schemas.openxmlformats.org/officeDocument/2006/relationships/slideLayout" Target="../slideLayouts/slideLayout78.xml"/><Relationship Id="rId55" Type="http://schemas.openxmlformats.org/officeDocument/2006/relationships/slideLayout" Target="../slideLayouts/slideLayout83.xml"/><Relationship Id="rId7" Type="http://schemas.openxmlformats.org/officeDocument/2006/relationships/slideLayout" Target="../slideLayouts/slideLayout35.xml"/><Relationship Id="rId2" Type="http://schemas.openxmlformats.org/officeDocument/2006/relationships/slideLayout" Target="../slideLayouts/slideLayout30.xml"/><Relationship Id="rId16" Type="http://schemas.openxmlformats.org/officeDocument/2006/relationships/slideLayout" Target="../slideLayouts/slideLayout44.xml"/><Relationship Id="rId29" Type="http://schemas.openxmlformats.org/officeDocument/2006/relationships/slideLayout" Target="../slideLayouts/slideLayout57.xml"/><Relationship Id="rId11" Type="http://schemas.openxmlformats.org/officeDocument/2006/relationships/slideLayout" Target="../slideLayouts/slideLayout39.xml"/><Relationship Id="rId24" Type="http://schemas.openxmlformats.org/officeDocument/2006/relationships/slideLayout" Target="../slideLayouts/slideLayout52.xml"/><Relationship Id="rId32" Type="http://schemas.openxmlformats.org/officeDocument/2006/relationships/slideLayout" Target="../slideLayouts/slideLayout60.xml"/><Relationship Id="rId37" Type="http://schemas.openxmlformats.org/officeDocument/2006/relationships/slideLayout" Target="../slideLayouts/slideLayout65.xml"/><Relationship Id="rId40" Type="http://schemas.openxmlformats.org/officeDocument/2006/relationships/slideLayout" Target="../slideLayouts/slideLayout68.xml"/><Relationship Id="rId45" Type="http://schemas.openxmlformats.org/officeDocument/2006/relationships/slideLayout" Target="../slideLayouts/slideLayout73.xml"/><Relationship Id="rId53" Type="http://schemas.openxmlformats.org/officeDocument/2006/relationships/slideLayout" Target="../slideLayouts/slideLayout81.xml"/><Relationship Id="rId58" Type="http://schemas.openxmlformats.org/officeDocument/2006/relationships/image" Target="../media/image1.png"/><Relationship Id="rId5" Type="http://schemas.openxmlformats.org/officeDocument/2006/relationships/slideLayout" Target="../slideLayouts/slideLayout33.xml"/><Relationship Id="rId19" Type="http://schemas.openxmlformats.org/officeDocument/2006/relationships/slideLayout" Target="../slideLayouts/slideLayout47.xml"/><Relationship Id="rId4" Type="http://schemas.openxmlformats.org/officeDocument/2006/relationships/slideLayout" Target="../slideLayouts/slideLayout32.xml"/><Relationship Id="rId9" Type="http://schemas.openxmlformats.org/officeDocument/2006/relationships/slideLayout" Target="../slideLayouts/slideLayout37.xml"/><Relationship Id="rId14" Type="http://schemas.openxmlformats.org/officeDocument/2006/relationships/slideLayout" Target="../slideLayouts/slideLayout42.xml"/><Relationship Id="rId22" Type="http://schemas.openxmlformats.org/officeDocument/2006/relationships/slideLayout" Target="../slideLayouts/slideLayout50.xml"/><Relationship Id="rId27" Type="http://schemas.openxmlformats.org/officeDocument/2006/relationships/slideLayout" Target="../slideLayouts/slideLayout55.xml"/><Relationship Id="rId30" Type="http://schemas.openxmlformats.org/officeDocument/2006/relationships/slideLayout" Target="../slideLayouts/slideLayout58.xml"/><Relationship Id="rId35" Type="http://schemas.openxmlformats.org/officeDocument/2006/relationships/slideLayout" Target="../slideLayouts/slideLayout63.xml"/><Relationship Id="rId43" Type="http://schemas.openxmlformats.org/officeDocument/2006/relationships/slideLayout" Target="../slideLayouts/slideLayout71.xml"/><Relationship Id="rId48" Type="http://schemas.openxmlformats.org/officeDocument/2006/relationships/slideLayout" Target="../slideLayouts/slideLayout76.xml"/><Relationship Id="rId56" Type="http://schemas.openxmlformats.org/officeDocument/2006/relationships/slideLayout" Target="../slideLayouts/slideLayout84.xml"/><Relationship Id="rId8" Type="http://schemas.openxmlformats.org/officeDocument/2006/relationships/slideLayout" Target="../slideLayouts/slideLayout36.xml"/><Relationship Id="rId51" Type="http://schemas.openxmlformats.org/officeDocument/2006/relationships/slideLayout" Target="../slideLayouts/slideLayout79.xml"/><Relationship Id="rId3" Type="http://schemas.openxmlformats.org/officeDocument/2006/relationships/slideLayout" Target="../slideLayouts/slideLayout31.xml"/><Relationship Id="rId12" Type="http://schemas.openxmlformats.org/officeDocument/2006/relationships/slideLayout" Target="../slideLayouts/slideLayout40.xml"/><Relationship Id="rId17" Type="http://schemas.openxmlformats.org/officeDocument/2006/relationships/slideLayout" Target="../slideLayouts/slideLayout45.xml"/><Relationship Id="rId25" Type="http://schemas.openxmlformats.org/officeDocument/2006/relationships/slideLayout" Target="../slideLayouts/slideLayout53.xml"/><Relationship Id="rId33" Type="http://schemas.openxmlformats.org/officeDocument/2006/relationships/slideLayout" Target="../slideLayouts/slideLayout61.xml"/><Relationship Id="rId38" Type="http://schemas.openxmlformats.org/officeDocument/2006/relationships/slideLayout" Target="../slideLayouts/slideLayout66.xml"/><Relationship Id="rId46" Type="http://schemas.openxmlformats.org/officeDocument/2006/relationships/slideLayout" Target="../slideLayouts/slideLayout74.xml"/><Relationship Id="rId59" Type="http://schemas.openxmlformats.org/officeDocument/2006/relationships/image" Target="../media/image2.svg"/><Relationship Id="rId20" Type="http://schemas.openxmlformats.org/officeDocument/2006/relationships/slideLayout" Target="../slideLayouts/slideLayout48.xml"/><Relationship Id="rId41" Type="http://schemas.openxmlformats.org/officeDocument/2006/relationships/slideLayout" Target="../slideLayouts/slideLayout69.xml"/><Relationship Id="rId54" Type="http://schemas.openxmlformats.org/officeDocument/2006/relationships/slideLayout" Target="../slideLayouts/slideLayout82.xml"/><Relationship Id="rId1" Type="http://schemas.openxmlformats.org/officeDocument/2006/relationships/slideLayout" Target="../slideLayouts/slideLayout29.xml"/><Relationship Id="rId6" Type="http://schemas.openxmlformats.org/officeDocument/2006/relationships/slideLayout" Target="../slideLayouts/slideLayout34.xml"/><Relationship Id="rId15" Type="http://schemas.openxmlformats.org/officeDocument/2006/relationships/slideLayout" Target="../slideLayouts/slideLayout43.xml"/><Relationship Id="rId23" Type="http://schemas.openxmlformats.org/officeDocument/2006/relationships/slideLayout" Target="../slideLayouts/slideLayout51.xml"/><Relationship Id="rId28" Type="http://schemas.openxmlformats.org/officeDocument/2006/relationships/slideLayout" Target="../slideLayouts/slideLayout56.xml"/><Relationship Id="rId36" Type="http://schemas.openxmlformats.org/officeDocument/2006/relationships/slideLayout" Target="../slideLayouts/slideLayout64.xml"/><Relationship Id="rId49" Type="http://schemas.openxmlformats.org/officeDocument/2006/relationships/slideLayout" Target="../slideLayouts/slideLayout77.xml"/><Relationship Id="rId57" Type="http://schemas.openxmlformats.org/officeDocument/2006/relationships/theme" Target="../theme/theme2.xml"/><Relationship Id="rId10" Type="http://schemas.openxmlformats.org/officeDocument/2006/relationships/slideLayout" Target="../slideLayouts/slideLayout38.xml"/><Relationship Id="rId31" Type="http://schemas.openxmlformats.org/officeDocument/2006/relationships/slideLayout" Target="../slideLayouts/slideLayout59.xml"/><Relationship Id="rId44" Type="http://schemas.openxmlformats.org/officeDocument/2006/relationships/slideLayout" Target="../slideLayouts/slideLayout72.xml"/><Relationship Id="rId52" Type="http://schemas.openxmlformats.org/officeDocument/2006/relationships/slideLayout" Target="../slideLayouts/slideLayout80.xml"/><Relationship Id="rId60" Type="http://schemas.openxmlformats.org/officeDocument/2006/relationships/image" Target="../media/image3.png"/></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97.xml"/><Relationship Id="rId18" Type="http://schemas.openxmlformats.org/officeDocument/2006/relationships/slideLayout" Target="../slideLayouts/slideLayout102.xml"/><Relationship Id="rId26" Type="http://schemas.openxmlformats.org/officeDocument/2006/relationships/slideLayout" Target="../slideLayouts/slideLayout110.xml"/><Relationship Id="rId3" Type="http://schemas.openxmlformats.org/officeDocument/2006/relationships/slideLayout" Target="../slideLayouts/slideLayout87.xml"/><Relationship Id="rId21" Type="http://schemas.openxmlformats.org/officeDocument/2006/relationships/slideLayout" Target="../slideLayouts/slideLayout105.xml"/><Relationship Id="rId34" Type="http://schemas.openxmlformats.org/officeDocument/2006/relationships/image" Target="../media/image3.png"/><Relationship Id="rId7" Type="http://schemas.openxmlformats.org/officeDocument/2006/relationships/slideLayout" Target="../slideLayouts/slideLayout91.xml"/><Relationship Id="rId12" Type="http://schemas.openxmlformats.org/officeDocument/2006/relationships/slideLayout" Target="../slideLayouts/slideLayout96.xml"/><Relationship Id="rId17" Type="http://schemas.openxmlformats.org/officeDocument/2006/relationships/slideLayout" Target="../slideLayouts/slideLayout101.xml"/><Relationship Id="rId25" Type="http://schemas.openxmlformats.org/officeDocument/2006/relationships/slideLayout" Target="../slideLayouts/slideLayout109.xml"/><Relationship Id="rId33" Type="http://schemas.openxmlformats.org/officeDocument/2006/relationships/image" Target="../media/image2.svg"/><Relationship Id="rId2" Type="http://schemas.openxmlformats.org/officeDocument/2006/relationships/slideLayout" Target="../slideLayouts/slideLayout86.xml"/><Relationship Id="rId16" Type="http://schemas.openxmlformats.org/officeDocument/2006/relationships/slideLayout" Target="../slideLayouts/slideLayout100.xml"/><Relationship Id="rId20" Type="http://schemas.openxmlformats.org/officeDocument/2006/relationships/slideLayout" Target="../slideLayouts/slideLayout104.xml"/><Relationship Id="rId29" Type="http://schemas.openxmlformats.org/officeDocument/2006/relationships/slideLayout" Target="../slideLayouts/slideLayout113.xml"/><Relationship Id="rId1" Type="http://schemas.openxmlformats.org/officeDocument/2006/relationships/slideLayout" Target="../slideLayouts/slideLayout85.xml"/><Relationship Id="rId6" Type="http://schemas.openxmlformats.org/officeDocument/2006/relationships/slideLayout" Target="../slideLayouts/slideLayout90.xml"/><Relationship Id="rId11" Type="http://schemas.openxmlformats.org/officeDocument/2006/relationships/slideLayout" Target="../slideLayouts/slideLayout95.xml"/><Relationship Id="rId24" Type="http://schemas.openxmlformats.org/officeDocument/2006/relationships/slideLayout" Target="../slideLayouts/slideLayout108.xml"/><Relationship Id="rId32" Type="http://schemas.openxmlformats.org/officeDocument/2006/relationships/image" Target="../media/image1.png"/><Relationship Id="rId5" Type="http://schemas.openxmlformats.org/officeDocument/2006/relationships/slideLayout" Target="../slideLayouts/slideLayout89.xml"/><Relationship Id="rId15" Type="http://schemas.openxmlformats.org/officeDocument/2006/relationships/slideLayout" Target="../slideLayouts/slideLayout99.xml"/><Relationship Id="rId23" Type="http://schemas.openxmlformats.org/officeDocument/2006/relationships/slideLayout" Target="../slideLayouts/slideLayout107.xml"/><Relationship Id="rId28" Type="http://schemas.openxmlformats.org/officeDocument/2006/relationships/slideLayout" Target="../slideLayouts/slideLayout112.xml"/><Relationship Id="rId10" Type="http://schemas.openxmlformats.org/officeDocument/2006/relationships/slideLayout" Target="../slideLayouts/slideLayout94.xml"/><Relationship Id="rId19" Type="http://schemas.openxmlformats.org/officeDocument/2006/relationships/slideLayout" Target="../slideLayouts/slideLayout103.xml"/><Relationship Id="rId31" Type="http://schemas.openxmlformats.org/officeDocument/2006/relationships/theme" Target="../theme/theme3.xml"/><Relationship Id="rId4" Type="http://schemas.openxmlformats.org/officeDocument/2006/relationships/slideLayout" Target="../slideLayouts/slideLayout88.xml"/><Relationship Id="rId9" Type="http://schemas.openxmlformats.org/officeDocument/2006/relationships/slideLayout" Target="../slideLayouts/slideLayout93.xml"/><Relationship Id="rId14" Type="http://schemas.openxmlformats.org/officeDocument/2006/relationships/slideLayout" Target="../slideLayouts/slideLayout98.xml"/><Relationship Id="rId22" Type="http://schemas.openxmlformats.org/officeDocument/2006/relationships/slideLayout" Target="../slideLayouts/slideLayout106.xml"/><Relationship Id="rId27" Type="http://schemas.openxmlformats.org/officeDocument/2006/relationships/slideLayout" Target="../slideLayouts/slideLayout111.xml"/><Relationship Id="rId30" Type="http://schemas.openxmlformats.org/officeDocument/2006/relationships/slideLayout" Target="../slideLayouts/slideLayout114.xml"/><Relationship Id="rId8" Type="http://schemas.openxmlformats.org/officeDocument/2006/relationships/slideLayout" Target="../slideLayouts/slideLayout9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1FB68A7-A656-A348-AE42-02B5F30E1E55}"/>
              </a:ext>
            </a:extLst>
          </p:cNvPr>
          <p:cNvSpPr>
            <a:spLocks noGrp="1"/>
          </p:cNvSpPr>
          <p:nvPr userDrawn="1">
            <p:ph type="title"/>
          </p:nvPr>
        </p:nvSpPr>
        <p:spPr>
          <a:xfrm>
            <a:off x="1349374" y="1138012"/>
            <a:ext cx="9491663" cy="687614"/>
          </a:xfrm>
          <a:prstGeom prst="rect">
            <a:avLst/>
          </a:prstGeom>
        </p:spPr>
        <p:txBody>
          <a:bodyPr vert="horz" lIns="0" tIns="0" rIns="0" bIns="0" rtlCol="0" anchor="t" anchorCtr="0">
            <a:noAutofit/>
          </a:bodyPr>
          <a:lstStyle/>
          <a:p>
            <a:r>
              <a:rPr lang="en-US"/>
              <a:t>Click to edit Master title style</a:t>
            </a:r>
            <a:endParaRPr lang="en-GB" dirty="0"/>
          </a:p>
        </p:txBody>
      </p:sp>
      <p:sp>
        <p:nvSpPr>
          <p:cNvPr id="3" name="Text Placeholder 2">
            <a:extLst>
              <a:ext uri="{FF2B5EF4-FFF2-40B4-BE49-F238E27FC236}">
                <a16:creationId xmlns:a16="http://schemas.microsoft.com/office/drawing/2014/main" id="{B623AAC1-38C0-EC41-AF66-7EC76ACCB83E}"/>
              </a:ext>
            </a:extLst>
          </p:cNvPr>
          <p:cNvSpPr>
            <a:spLocks noGrp="1"/>
          </p:cNvSpPr>
          <p:nvPr userDrawn="1">
            <p:ph type="body" idx="1"/>
          </p:nvPr>
        </p:nvSpPr>
        <p:spPr>
          <a:xfrm>
            <a:off x="1350676" y="1944209"/>
            <a:ext cx="9490362" cy="4232753"/>
          </a:xfrm>
          <a:prstGeom prst="rect">
            <a:avLst/>
          </a:prstGeom>
        </p:spPr>
        <p:txBody>
          <a:bodyPr vert="horz" lIns="0" tIns="0" rIns="0" bIns="0" rtlCol="0" anchor="t" anchorCtr="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pic>
        <p:nvPicPr>
          <p:cNvPr id="4" name="Graphic 31">
            <a:extLst>
              <a:ext uri="{FF2B5EF4-FFF2-40B4-BE49-F238E27FC236}">
                <a16:creationId xmlns:a16="http://schemas.microsoft.com/office/drawing/2014/main" id="{E04B9394-820E-45B1-AED1-10AA3CC584A2}"/>
              </a:ext>
            </a:extLst>
          </p:cNvPr>
          <p:cNvPicPr>
            <a:picLocks noChangeAspect="1"/>
          </p:cNvPicPr>
          <p:nvPr userDrawn="1"/>
        </p:nvPicPr>
        <p:blipFill>
          <a:blip r:embed="rId30">
            <a:extLst>
              <a:ext uri="{96DAC541-7B7A-43D3-8B79-37D633B846F1}">
                <asvg:svgBlip xmlns:asvg="http://schemas.microsoft.com/office/drawing/2016/SVG/main" r:embed="rId31"/>
              </a:ext>
            </a:extLst>
          </a:blip>
          <a:stretch>
            <a:fillRect/>
          </a:stretch>
        </p:blipFill>
        <p:spPr>
          <a:xfrm>
            <a:off x="269737" y="377825"/>
            <a:ext cx="781218" cy="552176"/>
          </a:xfrm>
          <a:prstGeom prst="rect">
            <a:avLst/>
          </a:prstGeom>
        </p:spPr>
      </p:pic>
      <p:sp>
        <p:nvSpPr>
          <p:cNvPr id="5" name="Slide Number Placeholder 5">
            <a:extLst>
              <a:ext uri="{FF2B5EF4-FFF2-40B4-BE49-F238E27FC236}">
                <a16:creationId xmlns:a16="http://schemas.microsoft.com/office/drawing/2014/main" id="{F25BFF78-5EE7-4B04-B46B-A0F8EF1FD0A7}"/>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Tree>
    <p:extLst>
      <p:ext uri="{BB962C8B-B14F-4D97-AF65-F5344CB8AC3E}">
        <p14:creationId xmlns:p14="http://schemas.microsoft.com/office/powerpoint/2010/main" val="300464794"/>
      </p:ext>
    </p:extLst>
  </p:cSld>
  <p:clrMap bg1="lt1" tx1="dk1" bg2="lt2" tx2="dk2" accent1="accent1" accent2="accent2" accent3="accent3" accent4="accent4" accent5="accent5" accent6="accent6" hlink="hlink" folHlink="folHlink"/>
  <p:sldLayoutIdLst>
    <p:sldLayoutId id="2147483709" r:id="rId1"/>
    <p:sldLayoutId id="2147483649" r:id="rId2"/>
    <p:sldLayoutId id="2147483710" r:id="rId3"/>
    <p:sldLayoutId id="2147483711" r:id="rId4"/>
    <p:sldLayoutId id="2147483921" r:id="rId5"/>
    <p:sldLayoutId id="2147483922" r:id="rId6"/>
    <p:sldLayoutId id="2147483713" r:id="rId7"/>
    <p:sldLayoutId id="2147483823" r:id="rId8"/>
    <p:sldLayoutId id="2147483712" r:id="rId9"/>
    <p:sldLayoutId id="2147483714" r:id="rId10"/>
    <p:sldLayoutId id="2147483718" r:id="rId11"/>
    <p:sldLayoutId id="2147483806" r:id="rId12"/>
    <p:sldLayoutId id="2147483819" r:id="rId13"/>
    <p:sldLayoutId id="2147483822" r:id="rId14"/>
    <p:sldLayoutId id="2147483847" r:id="rId15"/>
    <p:sldLayoutId id="2147483848" r:id="rId16"/>
    <p:sldLayoutId id="2147483849" r:id="rId17"/>
    <p:sldLayoutId id="2147483821" r:id="rId18"/>
    <p:sldLayoutId id="2147483923" r:id="rId19"/>
    <p:sldLayoutId id="2147483924" r:id="rId20"/>
    <p:sldLayoutId id="2147483925" r:id="rId21"/>
    <p:sldLayoutId id="2147483926" r:id="rId22"/>
    <p:sldLayoutId id="2147483928" r:id="rId23"/>
    <p:sldLayoutId id="2147483929" r:id="rId24"/>
    <p:sldLayoutId id="2147483930" r:id="rId25"/>
    <p:sldLayoutId id="2147483931" r:id="rId26"/>
    <p:sldLayoutId id="2147483932" r:id="rId27"/>
    <p:sldLayoutId id="2147483933" r:id="rId28"/>
  </p:sldLayoutIdLst>
  <p:hf hdr="0" ftr="0" dt="0"/>
  <p:txStyles>
    <p:titleStyle>
      <a:lvl1pPr algn="l" defTabSz="914400" rtl="0" eaLnBrk="1" latinLnBrk="0" hangingPunct="1">
        <a:lnSpc>
          <a:spcPts val="4200"/>
        </a:lnSpc>
        <a:spcBef>
          <a:spcPct val="0"/>
        </a:spcBef>
        <a:buNone/>
        <a:defRPr sz="3600" b="0" i="0" kern="1200" cap="none" baseline="0">
          <a:solidFill>
            <a:schemeClr val="tx1"/>
          </a:solidFill>
          <a:latin typeface="Montserrat Black" panose="00000A00000000000000" pitchFamily="2" charset="0"/>
          <a:ea typeface="+mj-ea"/>
          <a:cs typeface="+mj-cs"/>
        </a:defRPr>
      </a:lvl1pPr>
    </p:titleStyle>
    <p:bodyStyle>
      <a:lvl1pPr marL="270000" indent="-270000" algn="l" defTabSz="914400" rtl="0" eaLnBrk="1" latinLnBrk="0" hangingPunct="1">
        <a:lnSpc>
          <a:spcPts val="2200"/>
        </a:lnSpc>
        <a:spcBef>
          <a:spcPts val="0"/>
        </a:spcBef>
        <a:spcAft>
          <a:spcPts val="650"/>
        </a:spcAft>
        <a:buSzPct val="115000"/>
        <a:buFontTx/>
        <a:buBlip>
          <a:blip r:embed="rId32"/>
        </a:buBlip>
        <a:defRPr sz="1800" b="1" i="0" kern="1200">
          <a:solidFill>
            <a:schemeClr val="tx1"/>
          </a:solidFill>
          <a:latin typeface="Montserrat" pitchFamily="2" charset="77"/>
          <a:ea typeface="+mn-ea"/>
          <a:cs typeface="+mn-cs"/>
        </a:defRPr>
      </a:lvl1pPr>
      <a:lvl2pPr marL="180000" indent="-180000" algn="l" defTabSz="914400" rtl="0" eaLnBrk="1" latinLnBrk="0" hangingPunct="1">
        <a:lnSpc>
          <a:spcPts val="1400"/>
        </a:lnSpc>
        <a:spcBef>
          <a:spcPts val="0"/>
        </a:spcBef>
        <a:spcAft>
          <a:spcPts val="650"/>
        </a:spcAft>
        <a:buSzPct val="125000"/>
        <a:buFontTx/>
        <a:buBlip>
          <a:blip r:embed="rId32"/>
        </a:buBlip>
        <a:tabLst/>
        <a:defRPr sz="1200" kern="1200">
          <a:solidFill>
            <a:schemeClr val="tx1"/>
          </a:solidFill>
          <a:latin typeface="Montserrat" pitchFamily="2" charset="77"/>
          <a:ea typeface="+mn-ea"/>
          <a:cs typeface="+mn-cs"/>
        </a:defRPr>
      </a:lvl2pPr>
      <a:lvl3pPr marL="180000" indent="-180000" algn="l" defTabSz="914400" rtl="0" eaLnBrk="1" latinLnBrk="0" hangingPunct="1">
        <a:lnSpc>
          <a:spcPts val="1400"/>
        </a:lnSpc>
        <a:spcBef>
          <a:spcPts val="0"/>
        </a:spcBef>
        <a:spcAft>
          <a:spcPts val="650"/>
        </a:spcAft>
        <a:buSzPct val="120000"/>
        <a:buFontTx/>
        <a:buBlip>
          <a:blip r:embed="rId32"/>
        </a:buBlip>
        <a:tabLst/>
        <a:defRPr sz="1000" b="1" i="0" kern="1200">
          <a:solidFill>
            <a:schemeClr val="tx1"/>
          </a:solidFill>
          <a:latin typeface="Montserrat" pitchFamily="2" charset="77"/>
          <a:ea typeface="+mn-ea"/>
          <a:cs typeface="+mn-cs"/>
        </a:defRPr>
      </a:lvl3pPr>
      <a:lvl4pPr marL="180000" indent="-180000" algn="l" defTabSz="914400" rtl="0" eaLnBrk="1" latinLnBrk="0" hangingPunct="1">
        <a:lnSpc>
          <a:spcPts val="1200"/>
        </a:lnSpc>
        <a:spcBef>
          <a:spcPts val="0"/>
        </a:spcBef>
        <a:spcAft>
          <a:spcPts val="650"/>
        </a:spcAft>
        <a:buSzPct val="120000"/>
        <a:buFontTx/>
        <a:buBlip>
          <a:blip r:embed="rId32"/>
        </a:buBlip>
        <a:tabLst/>
        <a:defRPr sz="1000" kern="1200">
          <a:solidFill>
            <a:schemeClr val="tx1"/>
          </a:solidFill>
          <a:latin typeface="Montserrat" pitchFamily="2" charset="77"/>
          <a:ea typeface="+mn-ea"/>
          <a:cs typeface="+mn-cs"/>
        </a:defRPr>
      </a:lvl4pPr>
      <a:lvl5pPr marL="180000" indent="-180000" algn="l" defTabSz="914400" rtl="0" eaLnBrk="1" latinLnBrk="0" hangingPunct="1">
        <a:lnSpc>
          <a:spcPts val="1000"/>
        </a:lnSpc>
        <a:spcBef>
          <a:spcPts val="0"/>
        </a:spcBef>
        <a:spcAft>
          <a:spcPts val="650"/>
        </a:spcAft>
        <a:buSzPct val="125000"/>
        <a:buFontTx/>
        <a:buBlip>
          <a:blip r:embed="rId32"/>
        </a:buBlip>
        <a:tabLst/>
        <a:defRPr sz="800" kern="1200">
          <a:solidFill>
            <a:schemeClr val="tx1"/>
          </a:solidFill>
          <a:latin typeface="Montserra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38" userDrawn="1">
          <p15:clr>
            <a:srgbClr val="F26B43"/>
          </p15:clr>
        </p15:guide>
        <p15:guide id="2" orient="horz" pos="4081" userDrawn="1">
          <p15:clr>
            <a:srgbClr val="F26B43"/>
          </p15:clr>
        </p15:guide>
        <p15:guide id="3" pos="237" userDrawn="1">
          <p15:clr>
            <a:srgbClr val="F26B43"/>
          </p15:clr>
        </p15:guide>
        <p15:guide id="4" pos="732" userDrawn="1">
          <p15:clr>
            <a:srgbClr val="F26B43"/>
          </p15:clr>
        </p15:guide>
        <p15:guide id="5" pos="850" userDrawn="1">
          <p15:clr>
            <a:srgbClr val="F26B43"/>
          </p15:clr>
        </p15:guide>
        <p15:guide id="6" pos="1345" userDrawn="1">
          <p15:clr>
            <a:srgbClr val="F26B43"/>
          </p15:clr>
        </p15:guide>
        <p15:guide id="7" pos="1460" userDrawn="1">
          <p15:clr>
            <a:srgbClr val="F26B43"/>
          </p15:clr>
        </p15:guide>
        <p15:guide id="8" pos="1954" userDrawn="1">
          <p15:clr>
            <a:srgbClr val="F26B43"/>
          </p15:clr>
        </p15:guide>
        <p15:guide id="9" pos="2069" userDrawn="1">
          <p15:clr>
            <a:srgbClr val="F26B43"/>
          </p15:clr>
        </p15:guide>
        <p15:guide id="10" pos="2564" userDrawn="1">
          <p15:clr>
            <a:srgbClr val="F26B43"/>
          </p15:clr>
        </p15:guide>
        <p15:guide id="11" pos="2678" userDrawn="1">
          <p15:clr>
            <a:srgbClr val="F26B43"/>
          </p15:clr>
        </p15:guide>
        <p15:guide id="12" pos="3173" userDrawn="1">
          <p15:clr>
            <a:srgbClr val="F26B43"/>
          </p15:clr>
        </p15:guide>
        <p15:guide id="13" pos="3288" userDrawn="1">
          <p15:clr>
            <a:srgbClr val="F26B43"/>
          </p15:clr>
        </p15:guide>
        <p15:guide id="14" pos="3782" userDrawn="1">
          <p15:clr>
            <a:srgbClr val="F26B43"/>
          </p15:clr>
        </p15:guide>
        <p15:guide id="15" pos="3897" userDrawn="1">
          <p15:clr>
            <a:srgbClr val="F26B43"/>
          </p15:clr>
        </p15:guide>
        <p15:guide id="16" pos="4392" userDrawn="1">
          <p15:clr>
            <a:srgbClr val="F26B43"/>
          </p15:clr>
        </p15:guide>
        <p15:guide id="17" pos="4506" userDrawn="1">
          <p15:clr>
            <a:srgbClr val="F26B43"/>
          </p15:clr>
        </p15:guide>
        <p15:guide id="18" pos="5001" userDrawn="1">
          <p15:clr>
            <a:srgbClr val="F26B43"/>
          </p15:clr>
        </p15:guide>
        <p15:guide id="19" pos="5115" userDrawn="1">
          <p15:clr>
            <a:srgbClr val="F26B43"/>
          </p15:clr>
        </p15:guide>
        <p15:guide id="20" pos="5610" userDrawn="1">
          <p15:clr>
            <a:srgbClr val="F26B43"/>
          </p15:clr>
        </p15:guide>
        <p15:guide id="21" pos="5725" userDrawn="1">
          <p15:clr>
            <a:srgbClr val="F26B43"/>
          </p15:clr>
        </p15:guide>
        <p15:guide id="22" pos="6220" userDrawn="1">
          <p15:clr>
            <a:srgbClr val="F26B43"/>
          </p15:clr>
        </p15:guide>
        <p15:guide id="23" pos="6334" userDrawn="1">
          <p15:clr>
            <a:srgbClr val="F26B43"/>
          </p15:clr>
        </p15:guide>
        <p15:guide id="24" pos="6829" userDrawn="1">
          <p15:clr>
            <a:srgbClr val="F26B43"/>
          </p15:clr>
        </p15:guide>
        <p15:guide id="25" pos="6943" userDrawn="1">
          <p15:clr>
            <a:srgbClr val="F26B43"/>
          </p15:clr>
        </p15:guide>
        <p15:guide id="26" pos="7438" userDrawn="1">
          <p15:clr>
            <a:srgbClr val="F26B43"/>
          </p15:clr>
        </p15:guide>
        <p15:guide id="27" pos="3840" userDrawn="1">
          <p15:clr>
            <a:srgbClr val="9FCC3B"/>
          </p15:clr>
        </p15:guide>
        <p15:guide id="28" orient="horz" pos="2160" userDrawn="1">
          <p15:clr>
            <a:srgbClr val="9FCC3B"/>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1FB68A7-A656-A348-AE42-02B5F30E1E55}"/>
              </a:ext>
            </a:extLst>
          </p:cNvPr>
          <p:cNvSpPr>
            <a:spLocks noGrp="1"/>
          </p:cNvSpPr>
          <p:nvPr userDrawn="1">
            <p:ph type="title"/>
          </p:nvPr>
        </p:nvSpPr>
        <p:spPr>
          <a:xfrm>
            <a:off x="1349374" y="1138012"/>
            <a:ext cx="9491663" cy="687614"/>
          </a:xfrm>
          <a:prstGeom prst="rect">
            <a:avLst/>
          </a:prstGeom>
        </p:spPr>
        <p:txBody>
          <a:bodyPr vert="horz" lIns="0" tIns="0" rIns="0" bIns="0" rtlCol="0" anchor="t" anchorCtr="0">
            <a:noAutofit/>
          </a:bodyPr>
          <a:lstStyle/>
          <a:p>
            <a:r>
              <a:rPr lang="en-US" dirty="0"/>
              <a:t>Click to edit Master title style</a:t>
            </a:r>
            <a:endParaRPr lang="en-GB" dirty="0"/>
          </a:p>
        </p:txBody>
      </p:sp>
      <p:sp>
        <p:nvSpPr>
          <p:cNvPr id="3" name="Text Placeholder 2">
            <a:extLst>
              <a:ext uri="{FF2B5EF4-FFF2-40B4-BE49-F238E27FC236}">
                <a16:creationId xmlns:a16="http://schemas.microsoft.com/office/drawing/2014/main" id="{B623AAC1-38C0-EC41-AF66-7EC76ACCB83E}"/>
              </a:ext>
            </a:extLst>
          </p:cNvPr>
          <p:cNvSpPr>
            <a:spLocks noGrp="1"/>
          </p:cNvSpPr>
          <p:nvPr userDrawn="1">
            <p:ph type="body" idx="1"/>
          </p:nvPr>
        </p:nvSpPr>
        <p:spPr>
          <a:xfrm>
            <a:off x="1350676" y="1944209"/>
            <a:ext cx="9490362" cy="4232753"/>
          </a:xfrm>
          <a:prstGeom prst="rect">
            <a:avLst/>
          </a:prstGeom>
        </p:spPr>
        <p:txBody>
          <a:bodyPr vert="horz" lIns="0" tIns="0" rIns="0" bIns="0" rtlCol="0" anchor="t" anchorCtr="0">
            <a:no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pic>
        <p:nvPicPr>
          <p:cNvPr id="4" name="Graphic 31">
            <a:extLst>
              <a:ext uri="{FF2B5EF4-FFF2-40B4-BE49-F238E27FC236}">
                <a16:creationId xmlns:a16="http://schemas.microsoft.com/office/drawing/2014/main" id="{4DA8F496-1848-4375-BD96-37C7C2C8E927}"/>
              </a:ext>
            </a:extLst>
          </p:cNvPr>
          <p:cNvPicPr>
            <a:picLocks noChangeAspect="1"/>
          </p:cNvPicPr>
          <p:nvPr userDrawn="1"/>
        </p:nvPicPr>
        <p:blipFill>
          <a:blip r:embed="rId58">
            <a:extLst>
              <a:ext uri="{96DAC541-7B7A-43D3-8B79-37D633B846F1}">
                <asvg:svgBlip xmlns:asvg="http://schemas.microsoft.com/office/drawing/2016/SVG/main" r:embed="rId59"/>
              </a:ext>
            </a:extLst>
          </a:blip>
          <a:stretch>
            <a:fillRect/>
          </a:stretch>
        </p:blipFill>
        <p:spPr>
          <a:xfrm>
            <a:off x="269737" y="377825"/>
            <a:ext cx="781218" cy="552176"/>
          </a:xfrm>
          <a:prstGeom prst="rect">
            <a:avLst/>
          </a:prstGeom>
        </p:spPr>
      </p:pic>
      <p:sp>
        <p:nvSpPr>
          <p:cNvPr id="5" name="Slide Number Placeholder 5">
            <a:extLst>
              <a:ext uri="{FF2B5EF4-FFF2-40B4-BE49-F238E27FC236}">
                <a16:creationId xmlns:a16="http://schemas.microsoft.com/office/drawing/2014/main" id="{77A34765-C083-4AF8-9D73-1E6C4EA3B5C9}"/>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Tree>
    <p:extLst>
      <p:ext uri="{BB962C8B-B14F-4D97-AF65-F5344CB8AC3E}">
        <p14:creationId xmlns:p14="http://schemas.microsoft.com/office/powerpoint/2010/main" val="2616675508"/>
      </p:ext>
    </p:extLst>
  </p:cSld>
  <p:clrMap bg1="lt1" tx1="dk1" bg2="lt2" tx2="dk2" accent1="accent1" accent2="accent2" accent3="accent3" accent4="accent4" accent5="accent5" accent6="accent6" hlink="hlink" folHlink="folHlink"/>
  <p:sldLayoutIdLst>
    <p:sldLayoutId id="2147483851" r:id="rId1"/>
    <p:sldLayoutId id="2147483852" r:id="rId2"/>
    <p:sldLayoutId id="2147483853" r:id="rId3"/>
    <p:sldLayoutId id="2147483854" r:id="rId4"/>
    <p:sldLayoutId id="2147483855" r:id="rId5"/>
    <p:sldLayoutId id="2147483856" r:id="rId6"/>
    <p:sldLayoutId id="2147483857" r:id="rId7"/>
    <p:sldLayoutId id="2147483858" r:id="rId8"/>
    <p:sldLayoutId id="2147483860" r:id="rId9"/>
    <p:sldLayoutId id="2147483861" r:id="rId10"/>
    <p:sldLayoutId id="2147483862" r:id="rId11"/>
    <p:sldLayoutId id="2147483863" r:id="rId12"/>
    <p:sldLayoutId id="2147483864" r:id="rId13"/>
    <p:sldLayoutId id="2147483865" r:id="rId14"/>
    <p:sldLayoutId id="2147483866" r:id="rId15"/>
    <p:sldLayoutId id="2147483867" r:id="rId16"/>
    <p:sldLayoutId id="2147483876" r:id="rId17"/>
    <p:sldLayoutId id="2147483877" r:id="rId18"/>
    <p:sldLayoutId id="2147483878" r:id="rId19"/>
    <p:sldLayoutId id="2147483879" r:id="rId20"/>
    <p:sldLayoutId id="2147483868" r:id="rId21"/>
    <p:sldLayoutId id="2147483869" r:id="rId22"/>
    <p:sldLayoutId id="2147483870" r:id="rId23"/>
    <p:sldLayoutId id="2147483872" r:id="rId24"/>
    <p:sldLayoutId id="2147483873" r:id="rId25"/>
    <p:sldLayoutId id="2147483874" r:id="rId26"/>
    <p:sldLayoutId id="2147483875" r:id="rId27"/>
    <p:sldLayoutId id="2147483880" r:id="rId28"/>
    <p:sldLayoutId id="2147483881" r:id="rId29"/>
    <p:sldLayoutId id="2147483882" r:id="rId30"/>
    <p:sldLayoutId id="2147483900" r:id="rId31"/>
    <p:sldLayoutId id="2147483896" r:id="rId32"/>
    <p:sldLayoutId id="2147483897" r:id="rId33"/>
    <p:sldLayoutId id="2147483898" r:id="rId34"/>
    <p:sldLayoutId id="2147483899" r:id="rId35"/>
    <p:sldLayoutId id="2147483883" r:id="rId36"/>
    <p:sldLayoutId id="2147483884" r:id="rId37"/>
    <p:sldLayoutId id="2147483885" r:id="rId38"/>
    <p:sldLayoutId id="2147483886" r:id="rId39"/>
    <p:sldLayoutId id="2147483888" r:id="rId40"/>
    <p:sldLayoutId id="2147483887" r:id="rId41"/>
    <p:sldLayoutId id="2147483889" r:id="rId42"/>
    <p:sldLayoutId id="2147483894" r:id="rId43"/>
    <p:sldLayoutId id="2147483908" r:id="rId44"/>
    <p:sldLayoutId id="2147483909" r:id="rId45"/>
    <p:sldLayoutId id="2147483910" r:id="rId46"/>
    <p:sldLayoutId id="2147483911" r:id="rId47"/>
    <p:sldLayoutId id="2147483912" r:id="rId48"/>
    <p:sldLayoutId id="2147483913" r:id="rId49"/>
    <p:sldLayoutId id="2147483914" r:id="rId50"/>
    <p:sldLayoutId id="2147483915" r:id="rId51"/>
    <p:sldLayoutId id="2147483916" r:id="rId52"/>
    <p:sldLayoutId id="2147483917" r:id="rId53"/>
    <p:sldLayoutId id="2147483918" r:id="rId54"/>
    <p:sldLayoutId id="2147483919" r:id="rId55"/>
    <p:sldLayoutId id="2147483920" r:id="rId56"/>
  </p:sldLayoutIdLst>
  <p:hf hdr="0" ftr="0" dt="0"/>
  <p:txStyles>
    <p:titleStyle>
      <a:lvl1pPr algn="l" defTabSz="914400" rtl="0" eaLnBrk="1" latinLnBrk="0" hangingPunct="1">
        <a:lnSpc>
          <a:spcPts val="4200"/>
        </a:lnSpc>
        <a:spcBef>
          <a:spcPct val="0"/>
        </a:spcBef>
        <a:buNone/>
        <a:defRPr sz="3600" b="0" i="0" kern="1200" cap="none" baseline="0">
          <a:solidFill>
            <a:schemeClr val="tx1"/>
          </a:solidFill>
          <a:latin typeface="Montserrat Black" panose="00000A00000000000000" pitchFamily="2" charset="0"/>
          <a:ea typeface="+mj-ea"/>
          <a:cs typeface="+mj-cs"/>
        </a:defRPr>
      </a:lvl1pPr>
    </p:titleStyle>
    <p:bodyStyle>
      <a:lvl1pPr marL="270000" indent="-270000" algn="l" defTabSz="914400" rtl="0" eaLnBrk="1" latinLnBrk="0" hangingPunct="1">
        <a:lnSpc>
          <a:spcPts val="2200"/>
        </a:lnSpc>
        <a:spcBef>
          <a:spcPts val="0"/>
        </a:spcBef>
        <a:spcAft>
          <a:spcPts val="650"/>
        </a:spcAft>
        <a:buSzPct val="115000"/>
        <a:buFontTx/>
        <a:buBlip>
          <a:blip r:embed="rId60"/>
        </a:buBlip>
        <a:defRPr sz="1800" b="1" i="0" kern="1200">
          <a:solidFill>
            <a:schemeClr val="tx1"/>
          </a:solidFill>
          <a:latin typeface="Montserrat" pitchFamily="2" charset="77"/>
          <a:ea typeface="+mn-ea"/>
          <a:cs typeface="+mn-cs"/>
        </a:defRPr>
      </a:lvl1pPr>
      <a:lvl2pPr marL="180000" indent="-180000" algn="l" defTabSz="914400" rtl="0" eaLnBrk="1" latinLnBrk="0" hangingPunct="1">
        <a:lnSpc>
          <a:spcPts val="1400"/>
        </a:lnSpc>
        <a:spcBef>
          <a:spcPts val="0"/>
        </a:spcBef>
        <a:spcAft>
          <a:spcPts val="650"/>
        </a:spcAft>
        <a:buSzPct val="125000"/>
        <a:buFontTx/>
        <a:buBlip>
          <a:blip r:embed="rId60"/>
        </a:buBlip>
        <a:tabLst/>
        <a:defRPr sz="1200" kern="1200">
          <a:solidFill>
            <a:schemeClr val="tx1"/>
          </a:solidFill>
          <a:latin typeface="Montserrat" pitchFamily="2" charset="77"/>
          <a:ea typeface="+mn-ea"/>
          <a:cs typeface="+mn-cs"/>
        </a:defRPr>
      </a:lvl2pPr>
      <a:lvl3pPr marL="180000" indent="-180000" algn="l" defTabSz="914400" rtl="0" eaLnBrk="1" latinLnBrk="0" hangingPunct="1">
        <a:lnSpc>
          <a:spcPts val="1400"/>
        </a:lnSpc>
        <a:spcBef>
          <a:spcPts val="0"/>
        </a:spcBef>
        <a:spcAft>
          <a:spcPts val="650"/>
        </a:spcAft>
        <a:buSzPct val="120000"/>
        <a:buFontTx/>
        <a:buBlip>
          <a:blip r:embed="rId60"/>
        </a:buBlip>
        <a:tabLst/>
        <a:defRPr sz="1000" b="1" i="0" kern="1200">
          <a:solidFill>
            <a:schemeClr val="tx1"/>
          </a:solidFill>
          <a:latin typeface="Montserrat" pitchFamily="2" charset="77"/>
          <a:ea typeface="+mn-ea"/>
          <a:cs typeface="+mn-cs"/>
        </a:defRPr>
      </a:lvl3pPr>
      <a:lvl4pPr marL="180000" indent="-180000" algn="l" defTabSz="914400" rtl="0" eaLnBrk="1" latinLnBrk="0" hangingPunct="1">
        <a:lnSpc>
          <a:spcPts val="1200"/>
        </a:lnSpc>
        <a:spcBef>
          <a:spcPts val="0"/>
        </a:spcBef>
        <a:spcAft>
          <a:spcPts val="650"/>
        </a:spcAft>
        <a:buSzPct val="120000"/>
        <a:buFontTx/>
        <a:buBlip>
          <a:blip r:embed="rId60"/>
        </a:buBlip>
        <a:tabLst/>
        <a:defRPr sz="1000" kern="1200">
          <a:solidFill>
            <a:schemeClr val="tx1"/>
          </a:solidFill>
          <a:latin typeface="Montserrat" pitchFamily="2" charset="77"/>
          <a:ea typeface="+mn-ea"/>
          <a:cs typeface="+mn-cs"/>
        </a:defRPr>
      </a:lvl4pPr>
      <a:lvl5pPr marL="180000" indent="-180000" algn="l" defTabSz="914400" rtl="0" eaLnBrk="1" latinLnBrk="0" hangingPunct="1">
        <a:lnSpc>
          <a:spcPts val="1000"/>
        </a:lnSpc>
        <a:spcBef>
          <a:spcPts val="0"/>
        </a:spcBef>
        <a:spcAft>
          <a:spcPts val="650"/>
        </a:spcAft>
        <a:buSzPct val="125000"/>
        <a:buFontTx/>
        <a:buBlip>
          <a:blip r:embed="rId60"/>
        </a:buBlip>
        <a:tabLst/>
        <a:defRPr sz="800" kern="1200">
          <a:solidFill>
            <a:schemeClr val="tx1"/>
          </a:solidFill>
          <a:latin typeface="Montserra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38">
          <p15:clr>
            <a:srgbClr val="F26B43"/>
          </p15:clr>
        </p15:guide>
        <p15:guide id="2" orient="horz" pos="4081">
          <p15:clr>
            <a:srgbClr val="F26B43"/>
          </p15:clr>
        </p15:guide>
        <p15:guide id="3" pos="237">
          <p15:clr>
            <a:srgbClr val="F26B43"/>
          </p15:clr>
        </p15:guide>
        <p15:guide id="4" pos="732">
          <p15:clr>
            <a:srgbClr val="F26B43"/>
          </p15:clr>
        </p15:guide>
        <p15:guide id="5" pos="850">
          <p15:clr>
            <a:srgbClr val="F26B43"/>
          </p15:clr>
        </p15:guide>
        <p15:guide id="6" pos="1345">
          <p15:clr>
            <a:srgbClr val="F26B43"/>
          </p15:clr>
        </p15:guide>
        <p15:guide id="7" pos="1460">
          <p15:clr>
            <a:srgbClr val="F26B43"/>
          </p15:clr>
        </p15:guide>
        <p15:guide id="8" pos="1954">
          <p15:clr>
            <a:srgbClr val="F26B43"/>
          </p15:clr>
        </p15:guide>
        <p15:guide id="9" pos="2069">
          <p15:clr>
            <a:srgbClr val="F26B43"/>
          </p15:clr>
        </p15:guide>
        <p15:guide id="10" pos="2564">
          <p15:clr>
            <a:srgbClr val="F26B43"/>
          </p15:clr>
        </p15:guide>
        <p15:guide id="11" pos="2678">
          <p15:clr>
            <a:srgbClr val="F26B43"/>
          </p15:clr>
        </p15:guide>
        <p15:guide id="12" pos="3173">
          <p15:clr>
            <a:srgbClr val="F26B43"/>
          </p15:clr>
        </p15:guide>
        <p15:guide id="13" pos="3288">
          <p15:clr>
            <a:srgbClr val="F26B43"/>
          </p15:clr>
        </p15:guide>
        <p15:guide id="14" pos="3782">
          <p15:clr>
            <a:srgbClr val="F26B43"/>
          </p15:clr>
        </p15:guide>
        <p15:guide id="15" pos="3897">
          <p15:clr>
            <a:srgbClr val="F26B43"/>
          </p15:clr>
        </p15:guide>
        <p15:guide id="16" pos="4392">
          <p15:clr>
            <a:srgbClr val="F26B43"/>
          </p15:clr>
        </p15:guide>
        <p15:guide id="17" pos="4506">
          <p15:clr>
            <a:srgbClr val="F26B43"/>
          </p15:clr>
        </p15:guide>
        <p15:guide id="18" pos="5001">
          <p15:clr>
            <a:srgbClr val="F26B43"/>
          </p15:clr>
        </p15:guide>
        <p15:guide id="19" pos="5115">
          <p15:clr>
            <a:srgbClr val="F26B43"/>
          </p15:clr>
        </p15:guide>
        <p15:guide id="20" pos="5610">
          <p15:clr>
            <a:srgbClr val="F26B43"/>
          </p15:clr>
        </p15:guide>
        <p15:guide id="21" pos="5725">
          <p15:clr>
            <a:srgbClr val="F26B43"/>
          </p15:clr>
        </p15:guide>
        <p15:guide id="22" pos="6220">
          <p15:clr>
            <a:srgbClr val="F26B43"/>
          </p15:clr>
        </p15:guide>
        <p15:guide id="23" pos="6334">
          <p15:clr>
            <a:srgbClr val="F26B43"/>
          </p15:clr>
        </p15:guide>
        <p15:guide id="24" pos="6829">
          <p15:clr>
            <a:srgbClr val="F26B43"/>
          </p15:clr>
        </p15:guide>
        <p15:guide id="25" pos="6943">
          <p15:clr>
            <a:srgbClr val="F26B43"/>
          </p15:clr>
        </p15:guide>
        <p15:guide id="26" pos="7438">
          <p15:clr>
            <a:srgbClr val="F26B43"/>
          </p15:clr>
        </p15:guide>
        <p15:guide id="27" pos="3840">
          <p15:clr>
            <a:srgbClr val="9FCC3B"/>
          </p15:clr>
        </p15:guide>
        <p15:guide id="28" orient="horz" pos="2160">
          <p15:clr>
            <a:srgbClr val="9FCC3B"/>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Title Placeholder 1">
            <a:extLst>
              <a:ext uri="{FF2B5EF4-FFF2-40B4-BE49-F238E27FC236}">
                <a16:creationId xmlns:a16="http://schemas.microsoft.com/office/drawing/2014/main" id="{59DFF0C5-4C99-4CAF-9A83-22496076BB8D}"/>
              </a:ext>
            </a:extLst>
          </p:cNvPr>
          <p:cNvSpPr txBox="1">
            <a:spLocks/>
          </p:cNvSpPr>
          <p:nvPr userDrawn="1"/>
        </p:nvSpPr>
        <p:spPr>
          <a:xfrm>
            <a:off x="1125959" y="377825"/>
            <a:ext cx="9491663" cy="687614"/>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400" b="0" i="0" u="none" strike="noStrike" kern="1200" cap="none" spc="0" normalizeH="0" baseline="0" noProof="0" dirty="0">
                <a:ln>
                  <a:noFill/>
                </a:ln>
                <a:solidFill>
                  <a:srgbClr val="004050"/>
                </a:solidFill>
                <a:effectLst/>
                <a:uLnTx/>
                <a:uFillTx/>
                <a:latin typeface="Montserrat Black" panose="00000A00000000000000" pitchFamily="2" charset="0"/>
                <a:ea typeface="+mj-ea"/>
                <a:cs typeface="+mj-cs"/>
              </a:rPr>
              <a:t>Click to edit Master title style</a:t>
            </a:r>
            <a:endParaRPr kumimoji="0" lang="en-GB" sz="4400" b="0" i="0" u="none" strike="noStrike" kern="1200" cap="none" spc="0" normalizeH="0" baseline="0" noProof="0" dirty="0">
              <a:ln>
                <a:noFill/>
              </a:ln>
              <a:solidFill>
                <a:srgbClr val="004050"/>
              </a:solidFill>
              <a:effectLst/>
              <a:uLnTx/>
              <a:uFillTx/>
              <a:latin typeface="Montserrat Black" panose="00000A00000000000000" pitchFamily="2" charset="0"/>
              <a:ea typeface="+mj-ea"/>
              <a:cs typeface="+mj-cs"/>
            </a:endParaRPr>
          </a:p>
        </p:txBody>
      </p:sp>
      <p:pic>
        <p:nvPicPr>
          <p:cNvPr id="8" name="Graphic 31">
            <a:extLst>
              <a:ext uri="{FF2B5EF4-FFF2-40B4-BE49-F238E27FC236}">
                <a16:creationId xmlns:a16="http://schemas.microsoft.com/office/drawing/2014/main" id="{15850D63-A695-4E54-9B50-1380DF3F2934}"/>
              </a:ext>
            </a:extLst>
          </p:cNvPr>
          <p:cNvPicPr>
            <a:picLocks noChangeAspect="1"/>
          </p:cNvPicPr>
          <p:nvPr userDrawn="1"/>
        </p:nvPicPr>
        <p:blipFill>
          <a:blip r:embed="rId32">
            <a:extLst>
              <a:ext uri="{96DAC541-7B7A-43D3-8B79-37D633B846F1}">
                <asvg:svgBlip xmlns:asvg="http://schemas.microsoft.com/office/drawing/2016/SVG/main" r:embed="rId33"/>
              </a:ext>
            </a:extLst>
          </a:blip>
          <a:stretch>
            <a:fillRect/>
          </a:stretch>
        </p:blipFill>
        <p:spPr>
          <a:xfrm>
            <a:off x="269739" y="377825"/>
            <a:ext cx="738525" cy="522000"/>
          </a:xfrm>
          <a:prstGeom prst="rect">
            <a:avLst/>
          </a:prstGeom>
        </p:spPr>
      </p:pic>
      <p:sp>
        <p:nvSpPr>
          <p:cNvPr id="4" name="Slide Number Placeholder 5">
            <a:extLst>
              <a:ext uri="{FF2B5EF4-FFF2-40B4-BE49-F238E27FC236}">
                <a16:creationId xmlns:a16="http://schemas.microsoft.com/office/drawing/2014/main" id="{53D5031B-6036-416C-A339-3FB0379D4B53}"/>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Tree>
    <p:extLst>
      <p:ext uri="{BB962C8B-B14F-4D97-AF65-F5344CB8AC3E}">
        <p14:creationId xmlns:p14="http://schemas.microsoft.com/office/powerpoint/2010/main" val="115572109"/>
      </p:ext>
    </p:extLst>
  </p:cSld>
  <p:clrMap bg1="lt1" tx1="dk1" bg2="lt2" tx2="dk2" accent1="accent1" accent2="accent2" accent3="accent3" accent4="accent4" accent5="accent5" accent6="accent6" hlink="hlink" folHlink="folHlink"/>
  <p:sldLayoutIdLst>
    <p:sldLayoutId id="2147483735" r:id="rId1"/>
    <p:sldLayoutId id="2147483736" r:id="rId2"/>
    <p:sldLayoutId id="2147483737" r:id="rId3"/>
    <p:sldLayoutId id="2147483738" r:id="rId4"/>
    <p:sldLayoutId id="2147483732" r:id="rId5"/>
    <p:sldLayoutId id="2147483733" r:id="rId6"/>
    <p:sldLayoutId id="2147483734" r:id="rId7"/>
    <p:sldLayoutId id="2147483778" r:id="rId8"/>
    <p:sldLayoutId id="2147483779" r:id="rId9"/>
    <p:sldLayoutId id="2147483780" r:id="rId10"/>
    <p:sldLayoutId id="2147483781" r:id="rId11"/>
    <p:sldLayoutId id="2147483782" r:id="rId12"/>
    <p:sldLayoutId id="2147483783" r:id="rId13"/>
    <p:sldLayoutId id="2147483784" r:id="rId14"/>
    <p:sldLayoutId id="2147483837" r:id="rId15"/>
    <p:sldLayoutId id="2147483838" r:id="rId16"/>
    <p:sldLayoutId id="2147483839" r:id="rId17"/>
    <p:sldLayoutId id="2147483840" r:id="rId18"/>
    <p:sldLayoutId id="2147483841" r:id="rId19"/>
    <p:sldLayoutId id="2147483842" r:id="rId20"/>
    <p:sldLayoutId id="2147483843" r:id="rId21"/>
    <p:sldLayoutId id="2147483844" r:id="rId22"/>
    <p:sldLayoutId id="2147483845" r:id="rId23"/>
    <p:sldLayoutId id="2147483901" r:id="rId24"/>
    <p:sldLayoutId id="2147483902" r:id="rId25"/>
    <p:sldLayoutId id="2147483903" r:id="rId26"/>
    <p:sldLayoutId id="2147483904" r:id="rId27"/>
    <p:sldLayoutId id="2147483905" r:id="rId28"/>
    <p:sldLayoutId id="2147483906" r:id="rId29"/>
    <p:sldLayoutId id="2147483907" r:id="rId30"/>
  </p:sldLayoutIdLst>
  <p:hf hdr="0" ftr="0" dt="0"/>
  <p:txStyles>
    <p:titleStyle>
      <a:lvl1pPr algn="l" defTabSz="914400" rtl="0" eaLnBrk="1" latinLnBrk="0" hangingPunct="1">
        <a:lnSpc>
          <a:spcPts val="4200"/>
        </a:lnSpc>
        <a:spcBef>
          <a:spcPct val="0"/>
        </a:spcBef>
        <a:buNone/>
        <a:defRPr sz="3600" b="0" i="0" kern="1200" cap="none" baseline="0">
          <a:solidFill>
            <a:schemeClr val="tx1"/>
          </a:solidFill>
          <a:latin typeface="Montserrat Black" panose="00000A00000000000000" pitchFamily="2" charset="0"/>
          <a:ea typeface="+mj-ea"/>
          <a:cs typeface="+mj-cs"/>
        </a:defRPr>
      </a:lvl1pPr>
    </p:titleStyle>
    <p:bodyStyle>
      <a:lvl1pPr marL="270000" indent="-270000" algn="l" defTabSz="914400" rtl="0" eaLnBrk="1" latinLnBrk="0" hangingPunct="1">
        <a:lnSpc>
          <a:spcPts val="2200"/>
        </a:lnSpc>
        <a:spcBef>
          <a:spcPts val="0"/>
        </a:spcBef>
        <a:spcAft>
          <a:spcPts val="650"/>
        </a:spcAft>
        <a:buSzPct val="115000"/>
        <a:buFontTx/>
        <a:buBlip>
          <a:blip r:embed="rId34"/>
        </a:buBlip>
        <a:defRPr sz="1800" b="1" i="0" kern="1200">
          <a:solidFill>
            <a:schemeClr val="tx1"/>
          </a:solidFill>
          <a:latin typeface="Montserrat" pitchFamily="2" charset="77"/>
          <a:ea typeface="+mn-ea"/>
          <a:cs typeface="+mn-cs"/>
        </a:defRPr>
      </a:lvl1pPr>
      <a:lvl2pPr marL="180000" indent="-180000" algn="l" defTabSz="914400" rtl="0" eaLnBrk="1" latinLnBrk="0" hangingPunct="1">
        <a:lnSpc>
          <a:spcPts val="1400"/>
        </a:lnSpc>
        <a:spcBef>
          <a:spcPts val="0"/>
        </a:spcBef>
        <a:spcAft>
          <a:spcPts val="650"/>
        </a:spcAft>
        <a:buSzPct val="125000"/>
        <a:buFontTx/>
        <a:buBlip>
          <a:blip r:embed="rId34"/>
        </a:buBlip>
        <a:tabLst/>
        <a:defRPr sz="1200" kern="1200">
          <a:solidFill>
            <a:schemeClr val="tx1"/>
          </a:solidFill>
          <a:latin typeface="Montserrat" pitchFamily="2" charset="77"/>
          <a:ea typeface="+mn-ea"/>
          <a:cs typeface="+mn-cs"/>
        </a:defRPr>
      </a:lvl2pPr>
      <a:lvl3pPr marL="180000" indent="-180000" algn="l" defTabSz="914400" rtl="0" eaLnBrk="1" latinLnBrk="0" hangingPunct="1">
        <a:lnSpc>
          <a:spcPts val="1400"/>
        </a:lnSpc>
        <a:spcBef>
          <a:spcPts val="0"/>
        </a:spcBef>
        <a:spcAft>
          <a:spcPts val="650"/>
        </a:spcAft>
        <a:buSzPct val="120000"/>
        <a:buFontTx/>
        <a:buBlip>
          <a:blip r:embed="rId34"/>
        </a:buBlip>
        <a:tabLst/>
        <a:defRPr sz="1000" b="1" i="0" kern="1200">
          <a:solidFill>
            <a:schemeClr val="tx1"/>
          </a:solidFill>
          <a:latin typeface="Montserrat" pitchFamily="2" charset="77"/>
          <a:ea typeface="+mn-ea"/>
          <a:cs typeface="+mn-cs"/>
        </a:defRPr>
      </a:lvl3pPr>
      <a:lvl4pPr marL="180000" indent="-180000" algn="l" defTabSz="914400" rtl="0" eaLnBrk="1" latinLnBrk="0" hangingPunct="1">
        <a:lnSpc>
          <a:spcPts val="1200"/>
        </a:lnSpc>
        <a:spcBef>
          <a:spcPts val="0"/>
        </a:spcBef>
        <a:spcAft>
          <a:spcPts val="650"/>
        </a:spcAft>
        <a:buSzPct val="120000"/>
        <a:buFontTx/>
        <a:buBlip>
          <a:blip r:embed="rId34"/>
        </a:buBlip>
        <a:tabLst/>
        <a:defRPr sz="1000" kern="1200">
          <a:solidFill>
            <a:schemeClr val="tx1"/>
          </a:solidFill>
          <a:latin typeface="Montserrat" pitchFamily="2" charset="77"/>
          <a:ea typeface="+mn-ea"/>
          <a:cs typeface="+mn-cs"/>
        </a:defRPr>
      </a:lvl4pPr>
      <a:lvl5pPr marL="180000" indent="-180000" algn="l" defTabSz="914400" rtl="0" eaLnBrk="1" latinLnBrk="0" hangingPunct="1">
        <a:lnSpc>
          <a:spcPts val="1000"/>
        </a:lnSpc>
        <a:spcBef>
          <a:spcPts val="0"/>
        </a:spcBef>
        <a:spcAft>
          <a:spcPts val="650"/>
        </a:spcAft>
        <a:buSzPct val="125000"/>
        <a:buFontTx/>
        <a:buBlip>
          <a:blip r:embed="rId34"/>
        </a:buBlip>
        <a:tabLst/>
        <a:defRPr sz="800" kern="1200">
          <a:solidFill>
            <a:schemeClr val="tx1"/>
          </a:solidFill>
          <a:latin typeface="Montserra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38">
          <p15:clr>
            <a:srgbClr val="F26B43"/>
          </p15:clr>
        </p15:guide>
        <p15:guide id="2" orient="horz" pos="4081">
          <p15:clr>
            <a:srgbClr val="F26B43"/>
          </p15:clr>
        </p15:guide>
        <p15:guide id="3" pos="237">
          <p15:clr>
            <a:srgbClr val="F26B43"/>
          </p15:clr>
        </p15:guide>
        <p15:guide id="4" pos="732">
          <p15:clr>
            <a:srgbClr val="F26B43"/>
          </p15:clr>
        </p15:guide>
        <p15:guide id="5" pos="850">
          <p15:clr>
            <a:srgbClr val="F26B43"/>
          </p15:clr>
        </p15:guide>
        <p15:guide id="6" pos="1345">
          <p15:clr>
            <a:srgbClr val="F26B43"/>
          </p15:clr>
        </p15:guide>
        <p15:guide id="7" pos="1460">
          <p15:clr>
            <a:srgbClr val="F26B43"/>
          </p15:clr>
        </p15:guide>
        <p15:guide id="8" pos="1954">
          <p15:clr>
            <a:srgbClr val="F26B43"/>
          </p15:clr>
        </p15:guide>
        <p15:guide id="9" pos="2069">
          <p15:clr>
            <a:srgbClr val="F26B43"/>
          </p15:clr>
        </p15:guide>
        <p15:guide id="10" pos="2564">
          <p15:clr>
            <a:srgbClr val="F26B43"/>
          </p15:clr>
        </p15:guide>
        <p15:guide id="11" pos="2678">
          <p15:clr>
            <a:srgbClr val="F26B43"/>
          </p15:clr>
        </p15:guide>
        <p15:guide id="12" pos="3173">
          <p15:clr>
            <a:srgbClr val="F26B43"/>
          </p15:clr>
        </p15:guide>
        <p15:guide id="13" pos="3288">
          <p15:clr>
            <a:srgbClr val="F26B43"/>
          </p15:clr>
        </p15:guide>
        <p15:guide id="14" pos="3782">
          <p15:clr>
            <a:srgbClr val="F26B43"/>
          </p15:clr>
        </p15:guide>
        <p15:guide id="15" pos="3897">
          <p15:clr>
            <a:srgbClr val="F26B43"/>
          </p15:clr>
        </p15:guide>
        <p15:guide id="16" pos="4392">
          <p15:clr>
            <a:srgbClr val="F26B43"/>
          </p15:clr>
        </p15:guide>
        <p15:guide id="17" pos="4506">
          <p15:clr>
            <a:srgbClr val="F26B43"/>
          </p15:clr>
        </p15:guide>
        <p15:guide id="18" pos="5001">
          <p15:clr>
            <a:srgbClr val="F26B43"/>
          </p15:clr>
        </p15:guide>
        <p15:guide id="19" pos="5115">
          <p15:clr>
            <a:srgbClr val="F26B43"/>
          </p15:clr>
        </p15:guide>
        <p15:guide id="20" pos="5610">
          <p15:clr>
            <a:srgbClr val="F26B43"/>
          </p15:clr>
        </p15:guide>
        <p15:guide id="21" pos="5725">
          <p15:clr>
            <a:srgbClr val="F26B43"/>
          </p15:clr>
        </p15:guide>
        <p15:guide id="22" pos="6220">
          <p15:clr>
            <a:srgbClr val="F26B43"/>
          </p15:clr>
        </p15:guide>
        <p15:guide id="23" pos="6334">
          <p15:clr>
            <a:srgbClr val="F26B43"/>
          </p15:clr>
        </p15:guide>
        <p15:guide id="24" pos="6829">
          <p15:clr>
            <a:srgbClr val="F26B43"/>
          </p15:clr>
        </p15:guide>
        <p15:guide id="25" pos="6943">
          <p15:clr>
            <a:srgbClr val="F26B43"/>
          </p15:clr>
        </p15:guide>
        <p15:guide id="26" pos="7438">
          <p15:clr>
            <a:srgbClr val="F26B43"/>
          </p15:clr>
        </p15:guide>
        <p15:guide id="27" pos="3840">
          <p15:clr>
            <a:srgbClr val="9FCC3B"/>
          </p15:clr>
        </p15:guide>
        <p15:guide id="28" orient="horz" pos="2160">
          <p15:clr>
            <a:srgbClr val="9FCC3B"/>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3.xml"/></Relationships>
</file>

<file path=ppt/slides/_rels/slide1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5.xml"/><Relationship Id="rId1" Type="http://schemas.openxmlformats.org/officeDocument/2006/relationships/slideLayout" Target="../slideLayouts/slideLayout63.xml"/><Relationship Id="rId4" Type="http://schemas.openxmlformats.org/officeDocument/2006/relationships/image" Target="../media/image32.png"/></Relationships>
</file>

<file path=ppt/slides/_rels/slide1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6.xml"/><Relationship Id="rId1" Type="http://schemas.openxmlformats.org/officeDocument/2006/relationships/slideLayout" Target="../slideLayouts/slideLayout26.xml"/><Relationship Id="rId4" Type="http://schemas.openxmlformats.org/officeDocument/2006/relationships/image" Target="../media/image34.png"/></Relationships>
</file>

<file path=ppt/slides/_rels/slide1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7.xml"/><Relationship Id="rId1" Type="http://schemas.openxmlformats.org/officeDocument/2006/relationships/slideLayout" Target="../slideLayouts/slideLayout26.xml"/></Relationships>
</file>

<file path=ppt/slides/_rels/slide1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8.xml"/><Relationship Id="rId1" Type="http://schemas.openxmlformats.org/officeDocument/2006/relationships/slideLayout" Target="../slideLayouts/slideLayout26.xml"/></Relationships>
</file>

<file path=ppt/slides/_rels/slide1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9.xml"/><Relationship Id="rId1" Type="http://schemas.openxmlformats.org/officeDocument/2006/relationships/slideLayout" Target="../slideLayouts/slideLayout26.xml"/><Relationship Id="rId4" Type="http://schemas.openxmlformats.org/officeDocument/2006/relationships/image" Target="../media/image37.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1.xml"/><Relationship Id="rId1" Type="http://schemas.openxmlformats.org/officeDocument/2006/relationships/slideLayout" Target="../slideLayouts/slideLayout26.xml"/><Relationship Id="rId4" Type="http://schemas.openxmlformats.org/officeDocument/2006/relationships/image" Target="../media/image3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ctrTitle"/>
          </p:nvPr>
        </p:nvSpPr>
        <p:spPr/>
        <p:txBody>
          <a:bodyPr/>
          <a:lstStyle/>
          <a:p>
            <a:r>
              <a:rPr lang="en-GB" dirty="0"/>
              <a:t>Filtering Rows</a:t>
            </a:r>
          </a:p>
        </p:txBody>
      </p:sp>
      <p:sp>
        <p:nvSpPr>
          <p:cNvPr id="5" name="Content Placeholder 2"/>
          <p:cNvSpPr txBox="1">
            <a:spLocks/>
          </p:cNvSpPr>
          <p:nvPr/>
        </p:nvSpPr>
        <p:spPr>
          <a:xfrm>
            <a:off x="385299" y="5768975"/>
            <a:ext cx="5627171" cy="705846"/>
          </a:xfrm>
          <a:prstGeom prst="rect">
            <a:avLst/>
          </a:prstGeom>
        </p:spPr>
        <p:txBody>
          <a:bodyPr/>
          <a:lstStyle>
            <a:lvl1pPr marL="0" indent="0" algn="l" defTabSz="914400" rtl="0" eaLnBrk="1" latinLnBrk="0" hangingPunct="1">
              <a:lnSpc>
                <a:spcPct val="100000"/>
              </a:lnSpc>
              <a:spcBef>
                <a:spcPts val="0"/>
              </a:spcBef>
              <a:spcAft>
                <a:spcPts val="650"/>
              </a:spcAft>
              <a:buSzPct val="115000"/>
              <a:buFontTx/>
              <a:buNone/>
              <a:defRPr sz="1800" b="0" i="0" kern="1200">
                <a:solidFill>
                  <a:schemeClr val="tx1"/>
                </a:solidFill>
                <a:latin typeface="Montserrat" pitchFamily="2" charset="77"/>
                <a:ea typeface="+mn-ea"/>
                <a:cs typeface="+mn-cs"/>
              </a:defRPr>
            </a:lvl1pPr>
            <a:lvl2pPr marL="355600" indent="-266700" algn="l" defTabSz="914400" rtl="0" eaLnBrk="1" latinLnBrk="0" hangingPunct="1">
              <a:lnSpc>
                <a:spcPct val="100000"/>
              </a:lnSpc>
              <a:spcBef>
                <a:spcPts val="0"/>
              </a:spcBef>
              <a:spcAft>
                <a:spcPts val="650"/>
              </a:spcAft>
              <a:buSzPct val="125000"/>
              <a:buFontTx/>
              <a:buBlip>
                <a:blip r:embed="rId2"/>
              </a:buBlip>
              <a:tabLst/>
              <a:defRPr sz="1800" b="0" kern="1200">
                <a:solidFill>
                  <a:schemeClr val="tx1"/>
                </a:solidFill>
                <a:latin typeface="Montserrat" pitchFamily="2" charset="77"/>
                <a:ea typeface="+mn-ea"/>
                <a:cs typeface="+mn-cs"/>
              </a:defRPr>
            </a:lvl2pPr>
            <a:lvl3pPr marL="355600" indent="-266700" algn="l" defTabSz="914400" rtl="0" eaLnBrk="1" latinLnBrk="0" hangingPunct="1">
              <a:lnSpc>
                <a:spcPct val="100000"/>
              </a:lnSpc>
              <a:spcBef>
                <a:spcPts val="0"/>
              </a:spcBef>
              <a:spcAft>
                <a:spcPts val="650"/>
              </a:spcAft>
              <a:buSzPct val="120000"/>
              <a:buFontTx/>
              <a:buBlip>
                <a:blip r:embed="rId2"/>
              </a:buBlip>
              <a:tabLst/>
              <a:defRPr sz="1800" b="0" i="0" kern="1200">
                <a:solidFill>
                  <a:schemeClr val="tx1"/>
                </a:solidFill>
                <a:latin typeface="Montserrat" pitchFamily="2" charset="77"/>
                <a:ea typeface="+mn-ea"/>
                <a:cs typeface="+mn-cs"/>
              </a:defRPr>
            </a:lvl3pPr>
            <a:lvl4pPr marL="355600" indent="-266700" algn="l" defTabSz="914400" rtl="0" eaLnBrk="1" latinLnBrk="0" hangingPunct="1">
              <a:lnSpc>
                <a:spcPct val="100000"/>
              </a:lnSpc>
              <a:spcBef>
                <a:spcPts val="0"/>
              </a:spcBef>
              <a:spcAft>
                <a:spcPts val="650"/>
              </a:spcAft>
              <a:buSzPct val="120000"/>
              <a:buFontTx/>
              <a:buBlip>
                <a:blip r:embed="rId2"/>
              </a:buBlip>
              <a:tabLst/>
              <a:defRPr sz="1800" b="0" kern="1200">
                <a:solidFill>
                  <a:schemeClr val="tx1"/>
                </a:solidFill>
                <a:latin typeface="Montserrat" pitchFamily="2" charset="77"/>
                <a:ea typeface="+mn-ea"/>
                <a:cs typeface="+mn-cs"/>
              </a:defRPr>
            </a:lvl4pPr>
            <a:lvl5pPr marL="355600" indent="-266700" algn="l" defTabSz="914400" rtl="0" eaLnBrk="1" latinLnBrk="0" hangingPunct="1">
              <a:lnSpc>
                <a:spcPct val="100000"/>
              </a:lnSpc>
              <a:spcBef>
                <a:spcPts val="0"/>
              </a:spcBef>
              <a:spcAft>
                <a:spcPts val="650"/>
              </a:spcAft>
              <a:buSzPct val="125000"/>
              <a:buFontTx/>
              <a:buBlip>
                <a:blip r:embed="rId2"/>
              </a:buBlip>
              <a:tabLst/>
              <a:defRPr sz="1800" b="0" kern="1200">
                <a:solidFill>
                  <a:schemeClr val="tx1"/>
                </a:solidFill>
                <a:latin typeface="Montserra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GB" sz="1400" dirty="0"/>
          </a:p>
        </p:txBody>
      </p:sp>
      <p:sp>
        <p:nvSpPr>
          <p:cNvPr id="2" name="TextBox 2">
            <a:extLst>
              <a:ext uri="{FF2B5EF4-FFF2-40B4-BE49-F238E27FC236}">
                <a16:creationId xmlns:a16="http://schemas.microsoft.com/office/drawing/2014/main" id="{F33CB094-6F10-BBB3-4ECD-CAD64FD083DC}"/>
              </a:ext>
            </a:extLst>
          </p:cNvPr>
          <p:cNvSpPr txBox="1"/>
          <p:nvPr/>
        </p:nvSpPr>
        <p:spPr>
          <a:xfrm>
            <a:off x="10720316" y="6460468"/>
            <a:ext cx="1471684" cy="330958"/>
          </a:xfrm>
          <a:prstGeom prst="rect">
            <a:avLst/>
          </a:prstGeom>
        </p:spPr>
        <p:txBody>
          <a:bodyPr vert="horz" wrap="none" lIns="0" tIns="0" rIns="0" bIns="0" rtlCol="0" anchor="t"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GB"/>
              <a:t>Version 1.5</a:t>
            </a:r>
            <a:endParaRPr lang="en-GB" dirty="0"/>
          </a:p>
        </p:txBody>
      </p:sp>
    </p:spTree>
    <p:extLst>
      <p:ext uri="{BB962C8B-B14F-4D97-AF65-F5344CB8AC3E}">
        <p14:creationId xmlns:p14="http://schemas.microsoft.com/office/powerpoint/2010/main" val="17921010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4"/>
          <p:cNvSpPr>
            <a:spLocks noGrp="1"/>
          </p:cNvSpPr>
          <p:nvPr>
            <p:ph type="ctrTitle"/>
          </p:nvPr>
        </p:nvSpPr>
        <p:spPr/>
        <p:txBody>
          <a:bodyPr/>
          <a:lstStyle/>
          <a:p>
            <a:r>
              <a:rPr lang="en-GB"/>
              <a:t>Overview</a:t>
            </a:r>
            <a:endParaRPr lang="en-GB" dirty="0"/>
          </a:p>
        </p:txBody>
      </p:sp>
      <p:sp>
        <p:nvSpPr>
          <p:cNvPr id="6" name="Text Placeholder 5"/>
          <p:cNvSpPr>
            <a:spLocks noGrp="1"/>
          </p:cNvSpPr>
          <p:nvPr>
            <p:ph type="body" sz="quarter" idx="4294967295"/>
          </p:nvPr>
        </p:nvSpPr>
        <p:spPr>
          <a:xfrm>
            <a:off x="468312" y="4656138"/>
            <a:ext cx="5627688" cy="1187450"/>
          </a:xfrm>
        </p:spPr>
        <p:txBody>
          <a:bodyPr/>
          <a:lstStyle/>
          <a:p>
            <a:pPr>
              <a:buFont typeface="Arial" panose="020B0604020202020204" pitchFamily="34" charset="0"/>
              <a:buChar char="•"/>
            </a:pPr>
            <a:r>
              <a:rPr lang="en-GB" dirty="0">
                <a:solidFill>
                  <a:schemeClr val="bg1"/>
                </a:solidFill>
              </a:rPr>
              <a:t>WHERE clause</a:t>
            </a:r>
          </a:p>
          <a:p>
            <a:pPr>
              <a:buFont typeface="Arial" panose="020B0604020202020204" pitchFamily="34" charset="0"/>
              <a:buChar char="•"/>
            </a:pPr>
            <a:r>
              <a:rPr lang="en-GB" dirty="0">
                <a:solidFill>
                  <a:schemeClr val="bg1"/>
                </a:solidFill>
              </a:rPr>
              <a:t>WHERE expression</a:t>
            </a:r>
          </a:p>
          <a:p>
            <a:pPr>
              <a:buFont typeface="Arial" panose="020B0604020202020204" pitchFamily="34" charset="0"/>
              <a:buChar char="•"/>
            </a:pPr>
            <a:r>
              <a:rPr lang="en-GB" dirty="0">
                <a:solidFill>
                  <a:schemeClr val="bg1"/>
                </a:solidFill>
              </a:rPr>
              <a:t>Operators</a:t>
            </a:r>
          </a:p>
          <a:p>
            <a:pPr>
              <a:buFont typeface="Arial" panose="020B0604020202020204" pitchFamily="34" charset="0"/>
              <a:buChar char="•"/>
            </a:pPr>
            <a:r>
              <a:rPr lang="en-GB" dirty="0">
                <a:solidFill>
                  <a:schemeClr val="bg1"/>
                </a:solidFill>
              </a:rPr>
              <a:t>Unknown values Null</a:t>
            </a:r>
          </a:p>
          <a:p>
            <a:pPr>
              <a:buFont typeface="Arial" panose="020B0604020202020204" pitchFamily="34" charset="0"/>
              <a:buChar char="•"/>
            </a:pPr>
            <a:r>
              <a:rPr lang="en-GB" dirty="0">
                <a:solidFill>
                  <a:schemeClr val="bg1"/>
                </a:solidFill>
              </a:rPr>
              <a:t>Best practices</a:t>
            </a:r>
          </a:p>
          <a:p>
            <a:pPr>
              <a:buFont typeface="Arial" panose="020B0604020202020204" pitchFamily="34" charset="0"/>
              <a:buChar char="•"/>
            </a:pPr>
            <a:r>
              <a:rPr lang="en-GB" dirty="0">
                <a:solidFill>
                  <a:schemeClr val="bg1"/>
                </a:solidFill>
              </a:rPr>
              <a:t>Hands-on lab</a:t>
            </a:r>
          </a:p>
        </p:txBody>
      </p:sp>
    </p:spTree>
    <p:extLst>
      <p:ext uri="{BB962C8B-B14F-4D97-AF65-F5344CB8AC3E}">
        <p14:creationId xmlns:p14="http://schemas.microsoft.com/office/powerpoint/2010/main" val="29291372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GB"/>
              <a:t>Objectives</a:t>
            </a:r>
            <a:endParaRPr lang="en-IN" dirty="0"/>
          </a:p>
        </p:txBody>
      </p:sp>
      <p:sp>
        <p:nvSpPr>
          <p:cNvPr id="3" name="Text Placeholder 2"/>
          <p:cNvSpPr>
            <a:spLocks noGrp="1"/>
          </p:cNvSpPr>
          <p:nvPr>
            <p:ph type="body" sz="quarter" idx="11"/>
          </p:nvPr>
        </p:nvSpPr>
        <p:spPr/>
        <p:txBody>
          <a:bodyPr/>
          <a:lstStyle/>
          <a:p>
            <a:r>
              <a:rPr lang="en-GB" b="1" dirty="0"/>
              <a:t>At the end of this module you will be able to:</a:t>
            </a:r>
          </a:p>
          <a:p>
            <a:pPr lvl="1"/>
            <a:endParaRPr lang="en-GB" dirty="0"/>
          </a:p>
          <a:p>
            <a:pPr marL="355600" lvl="1" indent="-266700">
              <a:buFont typeface="Arial" panose="020B0604020202020204" pitchFamily="34" charset="0"/>
              <a:buChar char="•"/>
            </a:pPr>
            <a:r>
              <a:rPr lang="en-GB" sz="1600" dirty="0"/>
              <a:t>write a query that uses an equality filter</a:t>
            </a:r>
          </a:p>
          <a:p>
            <a:pPr marL="355600" lvl="1" indent="-266700">
              <a:buFont typeface="Arial" panose="020B0604020202020204" pitchFamily="34" charset="0"/>
              <a:buChar char="•"/>
            </a:pPr>
            <a:r>
              <a:rPr lang="en-GB" sz="1600" dirty="0"/>
              <a:t>write a query that use a comparison filter</a:t>
            </a:r>
          </a:p>
          <a:p>
            <a:pPr marL="355600" lvl="1" indent="-266700">
              <a:buFont typeface="Arial" panose="020B0604020202020204" pitchFamily="34" charset="0"/>
              <a:buChar char="•"/>
            </a:pPr>
            <a:r>
              <a:rPr lang="en-GB" sz="1600" dirty="0"/>
              <a:t>write a query that uses the IN and BETWEEN operators</a:t>
            </a:r>
          </a:p>
          <a:p>
            <a:pPr marL="355600" lvl="1" indent="-266700">
              <a:buFont typeface="Arial" panose="020B0604020202020204" pitchFamily="34" charset="0"/>
              <a:buChar char="•"/>
            </a:pPr>
            <a:r>
              <a:rPr lang="en-GB" sz="1600" dirty="0"/>
              <a:t>write a query that looks for text within a column</a:t>
            </a:r>
          </a:p>
          <a:p>
            <a:pPr marL="355600" lvl="1" indent="-266700">
              <a:buFont typeface="Arial" panose="020B0604020202020204" pitchFamily="34" charset="0"/>
              <a:buChar char="•"/>
            </a:pPr>
            <a:r>
              <a:rPr lang="en-GB" sz="1600" dirty="0"/>
              <a:t>write a query that correctly identifies NULL values</a:t>
            </a:r>
          </a:p>
        </p:txBody>
      </p:sp>
    </p:spTree>
    <p:extLst>
      <p:ext uri="{BB962C8B-B14F-4D97-AF65-F5344CB8AC3E}">
        <p14:creationId xmlns:p14="http://schemas.microsoft.com/office/powerpoint/2010/main" val="17242947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ctrTitle"/>
          </p:nvPr>
        </p:nvSpPr>
        <p:spPr/>
        <p:txBody>
          <a:bodyPr/>
          <a:lstStyle/>
          <a:p>
            <a:r>
              <a:rPr lang="en-GB" dirty="0"/>
              <a:t>WHERE clause</a:t>
            </a:r>
            <a:endParaRPr lang="en-IN" dirty="0"/>
          </a:p>
        </p:txBody>
      </p:sp>
    </p:spTree>
    <p:extLst>
      <p:ext uri="{BB962C8B-B14F-4D97-AF65-F5344CB8AC3E}">
        <p14:creationId xmlns:p14="http://schemas.microsoft.com/office/powerpoint/2010/main" val="15244574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GB"/>
              <a:t>WHERE clause</a:t>
            </a:r>
            <a:endParaRPr lang="en-IN" dirty="0"/>
          </a:p>
        </p:txBody>
      </p:sp>
      <p:sp>
        <p:nvSpPr>
          <p:cNvPr id="3" name="Text Placeholder 2"/>
          <p:cNvSpPr>
            <a:spLocks noGrp="1"/>
          </p:cNvSpPr>
          <p:nvPr>
            <p:ph type="body" sz="quarter" idx="11"/>
          </p:nvPr>
        </p:nvSpPr>
        <p:spPr/>
        <p:txBody>
          <a:bodyPr/>
          <a:lstStyle/>
          <a:p>
            <a:r>
              <a:rPr lang="en-GB" dirty="0"/>
              <a:t>SELECT &lt;&lt;field(s)&gt;&gt;</a:t>
            </a:r>
          </a:p>
          <a:p>
            <a:r>
              <a:rPr lang="en-GB" dirty="0"/>
              <a:t>FROM  &lt;&lt;table(s)&gt;&gt;</a:t>
            </a:r>
          </a:p>
          <a:p>
            <a:r>
              <a:rPr lang="en-GB" b="1" dirty="0">
                <a:solidFill>
                  <a:srgbClr val="004050"/>
                </a:solidFill>
              </a:rPr>
              <a:t>WHERE</a:t>
            </a:r>
            <a:r>
              <a:rPr lang="en-GB" dirty="0">
                <a:solidFill>
                  <a:srgbClr val="004050"/>
                </a:solidFill>
              </a:rPr>
              <a:t>  &lt;&lt;condition(s)&gt;&gt;</a:t>
            </a:r>
          </a:p>
          <a:p>
            <a:r>
              <a:rPr lang="en-GB" dirty="0">
                <a:solidFill>
                  <a:schemeClr val="bg1">
                    <a:lumMod val="75000"/>
                  </a:schemeClr>
                </a:solidFill>
              </a:rPr>
              <a:t>GROUP BY  &lt;&lt;field(s)&gt;&gt;</a:t>
            </a:r>
          </a:p>
          <a:p>
            <a:r>
              <a:rPr lang="en-GB" dirty="0">
                <a:solidFill>
                  <a:schemeClr val="bg1">
                    <a:lumMod val="75000"/>
                  </a:schemeClr>
                </a:solidFill>
              </a:rPr>
              <a:t>HAVING  &lt;&lt;condition(s)&gt;&gt;</a:t>
            </a:r>
          </a:p>
          <a:p>
            <a:r>
              <a:rPr lang="en-GB" dirty="0">
                <a:solidFill>
                  <a:schemeClr val="bg1">
                    <a:lumMod val="75000"/>
                  </a:schemeClr>
                </a:solidFill>
              </a:rPr>
              <a:t>ORDER BY &lt;&lt;field(s)&gt;&gt;</a:t>
            </a:r>
          </a:p>
          <a:p>
            <a:endParaRPr lang="en-IN" dirty="0"/>
          </a:p>
        </p:txBody>
      </p:sp>
    </p:spTree>
    <p:extLst>
      <p:ext uri="{BB962C8B-B14F-4D97-AF65-F5344CB8AC3E}">
        <p14:creationId xmlns:p14="http://schemas.microsoft.com/office/powerpoint/2010/main" val="22469171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ctrTitle"/>
          </p:nvPr>
        </p:nvSpPr>
        <p:spPr/>
        <p:txBody>
          <a:bodyPr/>
          <a:lstStyle/>
          <a:p>
            <a:r>
              <a:rPr lang="en-GB" dirty="0"/>
              <a:t>WHERE expression</a:t>
            </a:r>
            <a:endParaRPr lang="en-IN" dirty="0"/>
          </a:p>
        </p:txBody>
      </p:sp>
    </p:spTree>
    <p:extLst>
      <p:ext uri="{BB962C8B-B14F-4D97-AF65-F5344CB8AC3E}">
        <p14:creationId xmlns:p14="http://schemas.microsoft.com/office/powerpoint/2010/main" val="28500662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26D3A12-77F6-5BF0-76B4-7C6DDC0E286A}"/>
              </a:ext>
            </a:extLst>
          </p:cNvPr>
          <p:cNvSpPr>
            <a:spLocks noGrp="1"/>
          </p:cNvSpPr>
          <p:nvPr>
            <p:ph type="body" sz="quarter" idx="12"/>
          </p:nvPr>
        </p:nvSpPr>
        <p:spPr/>
        <p:txBody>
          <a:bodyPr/>
          <a:lstStyle/>
          <a:p>
            <a:r>
              <a:rPr lang="en-GB" dirty="0"/>
              <a:t>WHERE expression</a:t>
            </a:r>
          </a:p>
        </p:txBody>
      </p:sp>
      <p:sp>
        <p:nvSpPr>
          <p:cNvPr id="4" name="Slide Number Placeholder 3"/>
          <p:cNvSpPr>
            <a:spLocks noGrp="1"/>
          </p:cNvSpPr>
          <p:nvPr>
            <p:ph type="sldNum" sz="quarter" idx="4"/>
          </p:nvPr>
        </p:nvSpPr>
        <p:spPr/>
        <p:txBody>
          <a:bodyPr/>
          <a:lstStyle/>
          <a:p>
            <a:fld id="{EF892D59-8F09-EF4B-AD6D-DA609442F868}" type="slidenum">
              <a:rPr lang="en-GB" smtClean="0"/>
              <a:pPr/>
              <a:t>7</a:t>
            </a:fld>
            <a:endParaRPr lang="en-GB" dirty="0"/>
          </a:p>
        </p:txBody>
      </p:sp>
      <p:sp>
        <p:nvSpPr>
          <p:cNvPr id="3" name="Text Placeholder 2"/>
          <p:cNvSpPr>
            <a:spLocks noGrp="1"/>
          </p:cNvSpPr>
          <p:nvPr>
            <p:ph type="body" sz="quarter" idx="11"/>
          </p:nvPr>
        </p:nvSpPr>
        <p:spPr/>
        <p:txBody>
          <a:bodyPr/>
          <a:lstStyle/>
          <a:p>
            <a:pPr marL="342900" indent="-342900">
              <a:buFont typeface="Arial" panose="020B0604020202020204" pitchFamily="34" charset="0"/>
              <a:buChar char="•"/>
            </a:pPr>
            <a:r>
              <a:rPr lang="en-GB" b="1" dirty="0"/>
              <a:t>Is a predicate</a:t>
            </a:r>
          </a:p>
          <a:p>
            <a:pPr marL="684000" lvl="1">
              <a:buFont typeface="Arial" panose="020B0604020202020204" pitchFamily="34" charset="0"/>
              <a:buChar char="•"/>
            </a:pPr>
            <a:r>
              <a:rPr lang="en-GB" dirty="0"/>
              <a:t>An expression that returns either true or false</a:t>
            </a:r>
          </a:p>
          <a:p>
            <a:pPr marL="342900" indent="-342900">
              <a:buFont typeface="Arial" panose="020B0604020202020204" pitchFamily="34" charset="0"/>
              <a:buChar char="•"/>
            </a:pPr>
            <a:r>
              <a:rPr lang="en-GB" b="1" dirty="0"/>
              <a:t>SQL retrieves all rows that are true</a:t>
            </a:r>
          </a:p>
          <a:p>
            <a:pPr marL="684000" lvl="1">
              <a:buFont typeface="Arial" panose="020B0604020202020204" pitchFamily="34" charset="0"/>
              <a:buChar char="•"/>
            </a:pPr>
            <a:r>
              <a:rPr lang="en-GB" dirty="0"/>
              <a:t>Or possibly none at all</a:t>
            </a:r>
          </a:p>
          <a:p>
            <a:pPr marL="342900" indent="-342900">
              <a:buFont typeface="Arial" panose="020B0604020202020204" pitchFamily="34" charset="0"/>
              <a:buChar char="•"/>
            </a:pPr>
            <a:r>
              <a:rPr lang="en-GB" b="1" dirty="0"/>
              <a:t>Example:</a:t>
            </a:r>
          </a:p>
        </p:txBody>
      </p:sp>
      <p:sp>
        <p:nvSpPr>
          <p:cNvPr id="6" name="Rectangle 5"/>
          <p:cNvSpPr>
            <a:spLocks noChangeArrowheads="1"/>
          </p:cNvSpPr>
          <p:nvPr/>
        </p:nvSpPr>
        <p:spPr bwMode="auto">
          <a:xfrm>
            <a:off x="5924546" y="1997980"/>
            <a:ext cx="4262502" cy="2862322"/>
          </a:xfrm>
          <a:prstGeom prst="rect">
            <a:avLst/>
          </a:prstGeom>
          <a:solidFill>
            <a:schemeClr val="bg1">
              <a:lumMod val="85000"/>
            </a:schemeClr>
          </a:solidFill>
          <a:ln w="9525">
            <a:solidFill>
              <a:schemeClr val="tx1"/>
            </a:solidFill>
            <a:miter lim="800000"/>
            <a:headEnd/>
            <a:tailEnd/>
          </a:ln>
        </p:spPr>
        <p:txBody>
          <a:bodyPr wrap="square">
            <a:spAutoFit/>
          </a:bodyPr>
          <a:lstStyle/>
          <a:p>
            <a:r>
              <a:rPr lang="en-GB" sz="2000" dirty="0">
                <a:latin typeface="Lucida Console" pitchFamily="49" charset="0"/>
              </a:rPr>
              <a:t>SELECT</a:t>
            </a:r>
            <a:br>
              <a:rPr lang="en-GB" sz="2000" dirty="0">
                <a:latin typeface="Lucida Console" pitchFamily="49" charset="0"/>
              </a:rPr>
            </a:br>
            <a:r>
              <a:rPr lang="en-GB" sz="2000" dirty="0">
                <a:latin typeface="Lucida Console" pitchFamily="49" charset="0"/>
              </a:rPr>
              <a:t>  </a:t>
            </a:r>
            <a:r>
              <a:rPr lang="en-GB" sz="2000" dirty="0" err="1">
                <a:latin typeface="Lucida Console" pitchFamily="49" charset="0"/>
              </a:rPr>
              <a:t>ProductID</a:t>
            </a:r>
            <a:r>
              <a:rPr lang="en-GB" sz="2000" dirty="0">
                <a:latin typeface="Lucida Console" pitchFamily="49" charset="0"/>
              </a:rPr>
              <a:t>,</a:t>
            </a:r>
            <a:br>
              <a:rPr lang="en-GB" sz="2000" dirty="0">
                <a:latin typeface="Lucida Console" pitchFamily="49" charset="0"/>
              </a:rPr>
            </a:br>
            <a:r>
              <a:rPr lang="en-GB" sz="2000" dirty="0">
                <a:latin typeface="Lucida Console" pitchFamily="49" charset="0"/>
              </a:rPr>
              <a:t>  </a:t>
            </a:r>
            <a:r>
              <a:rPr lang="en-GB" sz="2000" dirty="0" err="1">
                <a:latin typeface="Lucida Console" pitchFamily="49" charset="0"/>
              </a:rPr>
              <a:t>ProductName</a:t>
            </a:r>
            <a:r>
              <a:rPr lang="en-GB" sz="2000" dirty="0">
                <a:latin typeface="Lucida Console" pitchFamily="49" charset="0"/>
              </a:rPr>
              <a:t>,</a:t>
            </a:r>
            <a:br>
              <a:rPr lang="en-GB" sz="2000" dirty="0">
                <a:latin typeface="Lucida Console" pitchFamily="49" charset="0"/>
              </a:rPr>
            </a:br>
            <a:r>
              <a:rPr lang="en-GB" sz="2000" dirty="0">
                <a:latin typeface="Lucida Console" pitchFamily="49" charset="0"/>
              </a:rPr>
              <a:t>  </a:t>
            </a:r>
            <a:r>
              <a:rPr lang="en-GB" sz="2000" dirty="0" err="1">
                <a:latin typeface="Lucida Console" pitchFamily="49" charset="0"/>
              </a:rPr>
              <a:t>UnitsInStock</a:t>
            </a:r>
            <a:r>
              <a:rPr lang="en-GB" sz="2000" dirty="0">
                <a:latin typeface="Lucida Console" pitchFamily="49" charset="0"/>
              </a:rPr>
              <a:t>,</a:t>
            </a:r>
            <a:br>
              <a:rPr lang="en-GB" sz="2000" dirty="0">
                <a:latin typeface="Lucida Console" pitchFamily="49" charset="0"/>
              </a:rPr>
            </a:br>
            <a:r>
              <a:rPr lang="en-GB" sz="2000" dirty="0">
                <a:latin typeface="Lucida Console" pitchFamily="49" charset="0"/>
              </a:rPr>
              <a:t>  </a:t>
            </a:r>
            <a:r>
              <a:rPr lang="en-GB" sz="2000" dirty="0" err="1">
                <a:latin typeface="Lucida Console" pitchFamily="49" charset="0"/>
              </a:rPr>
              <a:t>UnitsOnOrder</a:t>
            </a:r>
            <a:r>
              <a:rPr lang="en-GB" sz="2000" dirty="0">
                <a:latin typeface="Lucida Console" pitchFamily="49" charset="0"/>
              </a:rPr>
              <a:t> </a:t>
            </a:r>
            <a:br>
              <a:rPr lang="en-GB" sz="2000" dirty="0">
                <a:latin typeface="Lucida Console" pitchFamily="49" charset="0"/>
              </a:rPr>
            </a:br>
            <a:r>
              <a:rPr lang="en-GB" sz="2000" dirty="0">
                <a:latin typeface="Lucida Console" pitchFamily="49" charset="0"/>
              </a:rPr>
              <a:t>FROM</a:t>
            </a:r>
            <a:br>
              <a:rPr lang="en-GB" sz="2000" dirty="0">
                <a:latin typeface="Lucida Console" pitchFamily="49" charset="0"/>
              </a:rPr>
            </a:br>
            <a:r>
              <a:rPr lang="en-GB" sz="2000" dirty="0">
                <a:latin typeface="Lucida Console" pitchFamily="49" charset="0"/>
              </a:rPr>
              <a:t>  </a:t>
            </a:r>
            <a:r>
              <a:rPr lang="en-GB" sz="2000" dirty="0" err="1">
                <a:latin typeface="Lucida Console" pitchFamily="49" charset="0"/>
              </a:rPr>
              <a:t>dbo.Products</a:t>
            </a:r>
            <a:br>
              <a:rPr lang="en-GB" sz="2000" dirty="0">
                <a:latin typeface="Lucida Console" pitchFamily="49" charset="0"/>
              </a:rPr>
            </a:br>
            <a:r>
              <a:rPr lang="en-GB" sz="2000" b="1" dirty="0">
                <a:latin typeface="Lucida Console" pitchFamily="49" charset="0"/>
              </a:rPr>
              <a:t>WHERE</a:t>
            </a:r>
            <a:br>
              <a:rPr lang="en-GB" sz="2000" dirty="0">
                <a:latin typeface="Lucida Console" pitchFamily="49" charset="0"/>
              </a:rPr>
            </a:br>
            <a:r>
              <a:rPr lang="en-GB" sz="2000" dirty="0">
                <a:latin typeface="Lucida Console" pitchFamily="49" charset="0"/>
              </a:rPr>
              <a:t>  Discontinued = 0</a:t>
            </a:r>
          </a:p>
        </p:txBody>
      </p:sp>
    </p:spTree>
    <p:extLst>
      <p:ext uri="{BB962C8B-B14F-4D97-AF65-F5344CB8AC3E}">
        <p14:creationId xmlns:p14="http://schemas.microsoft.com/office/powerpoint/2010/main" val="31261383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ctrTitle"/>
          </p:nvPr>
        </p:nvSpPr>
        <p:spPr/>
        <p:txBody>
          <a:bodyPr/>
          <a:lstStyle/>
          <a:p>
            <a:r>
              <a:rPr lang="en-US" dirty="0"/>
              <a:t>Operators</a:t>
            </a:r>
            <a:endParaRPr lang="en-IN" dirty="0"/>
          </a:p>
        </p:txBody>
      </p:sp>
    </p:spTree>
    <p:extLst>
      <p:ext uri="{BB962C8B-B14F-4D97-AF65-F5344CB8AC3E}">
        <p14:creationId xmlns:p14="http://schemas.microsoft.com/office/powerpoint/2010/main" val="32425238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3A47A55A-67DC-23EF-61C7-1FD80DF04011}"/>
              </a:ext>
            </a:extLst>
          </p:cNvPr>
          <p:cNvSpPr>
            <a:spLocks noGrp="1"/>
          </p:cNvSpPr>
          <p:nvPr>
            <p:ph type="body" sz="quarter" idx="12"/>
          </p:nvPr>
        </p:nvSpPr>
        <p:spPr/>
        <p:txBody>
          <a:bodyPr/>
          <a:lstStyle/>
          <a:p>
            <a:r>
              <a:rPr lang="en-US" dirty="0"/>
              <a:t>Operators</a:t>
            </a:r>
            <a:endParaRPr lang="en-GB" dirty="0"/>
          </a:p>
        </p:txBody>
      </p:sp>
      <p:graphicFrame>
        <p:nvGraphicFramePr>
          <p:cNvPr id="24616" name="Group 40"/>
          <p:cNvGraphicFramePr>
            <a:graphicFrameLocks noGrp="1"/>
          </p:cNvGraphicFramePr>
          <p:nvPr>
            <p:extLst>
              <p:ext uri="{D42A27DB-BD31-4B8C-83A1-F6EECF244321}">
                <p14:modId xmlns:p14="http://schemas.microsoft.com/office/powerpoint/2010/main" val="4185339626"/>
              </p:ext>
            </p:extLst>
          </p:nvPr>
        </p:nvGraphicFramePr>
        <p:xfrm>
          <a:off x="2997201" y="1802792"/>
          <a:ext cx="8004175" cy="3252415"/>
        </p:xfrm>
        <a:graphic>
          <a:graphicData uri="http://schemas.openxmlformats.org/drawingml/2006/table">
            <a:tbl>
              <a:tblPr/>
              <a:tblGrid>
                <a:gridCol w="3771900">
                  <a:extLst>
                    <a:ext uri="{9D8B030D-6E8A-4147-A177-3AD203B41FA5}">
                      <a16:colId xmlns:a16="http://schemas.microsoft.com/office/drawing/2014/main" val="20000"/>
                    </a:ext>
                  </a:extLst>
                </a:gridCol>
                <a:gridCol w="4232275">
                  <a:extLst>
                    <a:ext uri="{9D8B030D-6E8A-4147-A177-3AD203B41FA5}">
                      <a16:colId xmlns:a16="http://schemas.microsoft.com/office/drawing/2014/main" val="20001"/>
                    </a:ext>
                  </a:extLst>
                </a:gridCol>
              </a:tblGrid>
              <a:tr h="555625">
                <a:tc>
                  <a:txBody>
                    <a:bodyPr/>
                    <a:lstStyle/>
                    <a:p>
                      <a:pPr marL="0" marR="0" lvl="0" indent="0" algn="ctr" defTabSz="914400" rtl="0" eaLnBrk="1" fontAlgn="base" latinLnBrk="0" hangingPunct="1">
                        <a:lnSpc>
                          <a:spcPct val="90000"/>
                        </a:lnSpc>
                        <a:spcBef>
                          <a:spcPct val="70000"/>
                        </a:spcBef>
                        <a:spcAft>
                          <a:spcPct val="0"/>
                        </a:spcAft>
                        <a:buClrTx/>
                        <a:buSzTx/>
                        <a:buFontTx/>
                        <a:buNone/>
                        <a:tabLst/>
                      </a:pPr>
                      <a:r>
                        <a:rPr kumimoji="0" lang="en-US" sz="1800" b="1" i="0" u="none" strike="noStrike" cap="none" normalizeH="0" baseline="0" dirty="0">
                          <a:ln>
                            <a:noFill/>
                          </a:ln>
                          <a:solidFill>
                            <a:schemeClr val="bg1"/>
                          </a:solidFill>
                          <a:effectLst/>
                          <a:latin typeface="+mn-lt"/>
                        </a:rPr>
                        <a:t>Type</a:t>
                      </a:r>
                    </a:p>
                  </a:txBody>
                  <a:tcPr marT="91442" marB="91442" anchor="ctr" horzOverflow="overflow">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lnTlToBr>
                      <a:noFill/>
                    </a:lnTlToBr>
                    <a:lnBlToTr>
                      <a:noFill/>
                    </a:lnBlToTr>
                    <a:solidFill>
                      <a:srgbClr val="004050"/>
                    </a:solidFill>
                  </a:tcPr>
                </a:tc>
                <a:tc>
                  <a:txBody>
                    <a:bodyPr/>
                    <a:lstStyle/>
                    <a:p>
                      <a:pPr marL="0" marR="0" lvl="0" indent="0" algn="ctr" defTabSz="914400" rtl="0" eaLnBrk="1" fontAlgn="base" latinLnBrk="0" hangingPunct="1">
                        <a:lnSpc>
                          <a:spcPct val="90000"/>
                        </a:lnSpc>
                        <a:spcBef>
                          <a:spcPct val="70000"/>
                        </a:spcBef>
                        <a:spcAft>
                          <a:spcPct val="0"/>
                        </a:spcAft>
                        <a:buClrTx/>
                        <a:buSzTx/>
                        <a:buFontTx/>
                        <a:buNone/>
                        <a:tabLst/>
                      </a:pPr>
                      <a:r>
                        <a:rPr kumimoji="0" lang="en-US" sz="1800" b="1" i="0" u="none" strike="noStrike" cap="none" normalizeH="0" baseline="0" dirty="0">
                          <a:ln>
                            <a:noFill/>
                          </a:ln>
                          <a:solidFill>
                            <a:schemeClr val="bg1"/>
                          </a:solidFill>
                          <a:effectLst/>
                          <a:latin typeface="+mn-lt"/>
                        </a:rPr>
                        <a:t>Operators</a:t>
                      </a:r>
                    </a:p>
                  </a:txBody>
                  <a:tcPr marT="91442" marB="91442" anchor="ctr" horzOverflow="overflow">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lnTlToBr>
                      <a:noFill/>
                    </a:lnTlToBr>
                    <a:lnBlToTr>
                      <a:noFill/>
                    </a:lnBlToTr>
                    <a:solidFill>
                      <a:srgbClr val="004050"/>
                    </a:solidFill>
                  </a:tcPr>
                </a:tc>
                <a:extLst>
                  <a:ext uri="{0D108BD9-81ED-4DB2-BD59-A6C34878D82A}">
                    <a16:rowId xmlns:a16="http://schemas.microsoft.com/office/drawing/2014/main" val="10000"/>
                  </a:ext>
                </a:extLst>
              </a:tr>
              <a:tr h="782638">
                <a:tc>
                  <a:txBody>
                    <a:bodyPr/>
                    <a:lstStyle/>
                    <a:p>
                      <a:pPr marL="228600" marR="0" lvl="0" indent="-228600" algn="l" defTabSz="914400" rtl="0" eaLnBrk="1" fontAlgn="base" latinLnBrk="0" hangingPunct="1">
                        <a:lnSpc>
                          <a:spcPct val="118000"/>
                        </a:lnSpc>
                        <a:spcBef>
                          <a:spcPct val="30000"/>
                        </a:spcBef>
                        <a:spcAft>
                          <a:spcPct val="0"/>
                        </a:spcAft>
                        <a:buClr>
                          <a:srgbClr val="004050"/>
                        </a:buClr>
                        <a:buSzPct val="90000"/>
                        <a:buFontTx/>
                        <a:buChar char="•"/>
                        <a:tabLst/>
                      </a:pPr>
                      <a:r>
                        <a:rPr kumimoji="0" lang="en-US" sz="1800" b="0" i="0" u="none" strike="noStrike" cap="none" normalizeH="0" baseline="0" dirty="0">
                          <a:ln>
                            <a:noFill/>
                          </a:ln>
                          <a:solidFill>
                            <a:srgbClr val="004050"/>
                          </a:solidFill>
                          <a:effectLst/>
                          <a:latin typeface="+mn-lt"/>
                          <a:cs typeface="Segoe UI" panose="020B0502040204020203" pitchFamily="34" charset="0"/>
                        </a:rPr>
                        <a:t>Comparison operators </a:t>
                      </a:r>
                    </a:p>
                  </a:txBody>
                  <a:tcPr marT="91442" marB="91442" anchor="ctr" horzOverflow="overflow">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lnTlToBr>
                      <a:noFill/>
                    </a:lnTlToBr>
                    <a:lnBlToTr>
                      <a:noFill/>
                    </a:lnBlToTr>
                    <a:solidFill>
                      <a:schemeClr val="bg1">
                        <a:lumMod val="95000"/>
                      </a:schemeClr>
                    </a:solidFill>
                  </a:tcPr>
                </a:tc>
                <a:tc>
                  <a:txBody>
                    <a:bodyPr/>
                    <a:lstStyle/>
                    <a:p>
                      <a:pPr marL="228600" marR="0" lvl="0" indent="-228600" algn="l" defTabSz="914400" rtl="0" eaLnBrk="1" fontAlgn="base" latinLnBrk="0" hangingPunct="1">
                        <a:lnSpc>
                          <a:spcPct val="80000"/>
                        </a:lnSpc>
                        <a:spcBef>
                          <a:spcPct val="30000"/>
                        </a:spcBef>
                        <a:spcAft>
                          <a:spcPct val="0"/>
                        </a:spcAft>
                        <a:buClr>
                          <a:srgbClr val="004050"/>
                        </a:buClr>
                        <a:buSzPct val="90000"/>
                        <a:buFontTx/>
                        <a:buChar char="•"/>
                        <a:tabLst/>
                      </a:pPr>
                      <a:r>
                        <a:rPr kumimoji="0" lang="en-US" sz="1800" b="0" i="0" u="none" strike="noStrike" cap="none" normalizeH="0" baseline="0" dirty="0">
                          <a:ln>
                            <a:noFill/>
                          </a:ln>
                          <a:solidFill>
                            <a:srgbClr val="004050"/>
                          </a:solidFill>
                          <a:effectLst/>
                          <a:latin typeface="+mn-lt"/>
                          <a:cs typeface="Segoe UI" panose="020B0502040204020203" pitchFamily="34" charset="0"/>
                        </a:rPr>
                        <a:t>=   &lt;   &gt;   &lt;&gt;   !=   &gt;=   &lt;=</a:t>
                      </a:r>
                    </a:p>
                    <a:p>
                      <a:pPr marL="228600" marR="0" lvl="0" indent="-228600" algn="l" defTabSz="914400" rtl="0" eaLnBrk="1" fontAlgn="base" latinLnBrk="0" hangingPunct="1">
                        <a:lnSpc>
                          <a:spcPct val="80000"/>
                        </a:lnSpc>
                        <a:spcBef>
                          <a:spcPct val="30000"/>
                        </a:spcBef>
                        <a:spcAft>
                          <a:spcPct val="0"/>
                        </a:spcAft>
                        <a:buClr>
                          <a:srgbClr val="004050"/>
                        </a:buClr>
                        <a:buSzPct val="90000"/>
                        <a:buFontTx/>
                        <a:buNone/>
                        <a:tabLst/>
                      </a:pPr>
                      <a:r>
                        <a:rPr kumimoji="0" lang="en-US" sz="1600" b="0" i="1" u="none" strike="noStrike" cap="none" normalizeH="0" baseline="0" dirty="0" err="1">
                          <a:ln>
                            <a:noFill/>
                          </a:ln>
                          <a:solidFill>
                            <a:srgbClr val="004050"/>
                          </a:solidFill>
                          <a:effectLst/>
                          <a:latin typeface="+mn-lt"/>
                        </a:rPr>
                        <a:t>UnitsInStock</a:t>
                      </a:r>
                      <a:r>
                        <a:rPr kumimoji="0" lang="en-US" sz="1600" b="0" i="1" u="none" strike="noStrike" cap="none" normalizeH="0" baseline="0" dirty="0">
                          <a:ln>
                            <a:noFill/>
                          </a:ln>
                          <a:solidFill>
                            <a:srgbClr val="004050"/>
                          </a:solidFill>
                          <a:effectLst/>
                          <a:latin typeface="+mn-lt"/>
                        </a:rPr>
                        <a:t> &gt; 0</a:t>
                      </a:r>
                    </a:p>
                  </a:txBody>
                  <a:tcPr marT="91442" marB="91442" anchor="ctr" horzOverflow="overflow">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890588">
                <a:tc>
                  <a:txBody>
                    <a:bodyPr/>
                    <a:lstStyle/>
                    <a:p>
                      <a:pPr marL="228600" marR="0" lvl="0" indent="-228600" algn="l" defTabSz="914400" rtl="0" eaLnBrk="1" fontAlgn="base" latinLnBrk="0" hangingPunct="1">
                        <a:lnSpc>
                          <a:spcPct val="118000"/>
                        </a:lnSpc>
                        <a:spcBef>
                          <a:spcPct val="30000"/>
                        </a:spcBef>
                        <a:spcAft>
                          <a:spcPct val="0"/>
                        </a:spcAft>
                        <a:buClr>
                          <a:srgbClr val="004050"/>
                        </a:buClr>
                        <a:buSzPct val="90000"/>
                        <a:buFontTx/>
                        <a:buChar char="•"/>
                        <a:tabLst/>
                      </a:pPr>
                      <a:r>
                        <a:rPr kumimoji="0" lang="en-US" sz="1800" b="0" i="0" u="none" strike="noStrike" cap="none" normalizeH="0" baseline="0" dirty="0">
                          <a:ln>
                            <a:noFill/>
                          </a:ln>
                          <a:solidFill>
                            <a:srgbClr val="004050"/>
                          </a:solidFill>
                          <a:effectLst/>
                          <a:latin typeface="+mn-lt"/>
                          <a:cs typeface="Segoe UI" panose="020B0502040204020203" pitchFamily="34" charset="0"/>
                        </a:rPr>
                        <a:t>Logical operators </a:t>
                      </a:r>
                    </a:p>
                  </a:txBody>
                  <a:tcPr marT="91442" marB="91442" anchor="ctr" horzOverflow="overflow">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lnTlToBr>
                      <a:noFill/>
                    </a:lnTlToBr>
                    <a:lnBlToTr>
                      <a:noFill/>
                    </a:lnBlToTr>
                    <a:solidFill>
                      <a:schemeClr val="bg1">
                        <a:lumMod val="95000"/>
                      </a:schemeClr>
                    </a:solidFill>
                  </a:tcPr>
                </a:tc>
                <a:tc>
                  <a:txBody>
                    <a:bodyPr/>
                    <a:lstStyle/>
                    <a:p>
                      <a:pPr marL="228600" marR="0" lvl="0" indent="-228600" algn="l" defTabSz="914400" rtl="0" eaLnBrk="1" fontAlgn="base" latinLnBrk="0" hangingPunct="1">
                        <a:lnSpc>
                          <a:spcPct val="80000"/>
                        </a:lnSpc>
                        <a:spcBef>
                          <a:spcPct val="30000"/>
                        </a:spcBef>
                        <a:spcAft>
                          <a:spcPct val="0"/>
                        </a:spcAft>
                        <a:buClr>
                          <a:srgbClr val="004050"/>
                        </a:buClr>
                        <a:buSzPct val="90000"/>
                        <a:buFontTx/>
                        <a:buChar char="•"/>
                        <a:tabLst/>
                      </a:pPr>
                      <a:r>
                        <a:rPr kumimoji="0" lang="en-US" sz="1800" b="0" i="0" u="none" strike="noStrike" cap="none" normalizeH="0" baseline="0" dirty="0">
                          <a:ln>
                            <a:noFill/>
                          </a:ln>
                          <a:solidFill>
                            <a:srgbClr val="004050"/>
                          </a:solidFill>
                          <a:effectLst/>
                          <a:latin typeface="+mn-lt"/>
                          <a:cs typeface="Segoe UI" panose="020B0502040204020203" pitchFamily="34" charset="0"/>
                        </a:rPr>
                        <a:t>AND   OR   NOT </a:t>
                      </a:r>
                    </a:p>
                    <a:p>
                      <a:pPr marL="228600" marR="0" lvl="0" indent="-228600" algn="l" defTabSz="914400" rtl="0" eaLnBrk="1" fontAlgn="base" latinLnBrk="0" hangingPunct="1">
                        <a:lnSpc>
                          <a:spcPct val="80000"/>
                        </a:lnSpc>
                        <a:spcBef>
                          <a:spcPct val="30000"/>
                        </a:spcBef>
                        <a:spcAft>
                          <a:spcPct val="0"/>
                        </a:spcAft>
                        <a:buClr>
                          <a:srgbClr val="004050"/>
                        </a:buClr>
                        <a:buSzPct val="90000"/>
                        <a:buFontTx/>
                        <a:buNone/>
                        <a:tabLst/>
                      </a:pPr>
                      <a:r>
                        <a:rPr kumimoji="0" lang="en-US" sz="1600" b="0" i="1" u="none" strike="noStrike" cap="none" normalizeH="0" baseline="0" dirty="0" err="1">
                          <a:ln>
                            <a:noFill/>
                          </a:ln>
                          <a:solidFill>
                            <a:srgbClr val="004050"/>
                          </a:solidFill>
                          <a:effectLst/>
                          <a:latin typeface="+mn-lt"/>
                        </a:rPr>
                        <a:t>UnitsInStock</a:t>
                      </a:r>
                      <a:r>
                        <a:rPr kumimoji="0" lang="en-US" sz="1600" b="0" i="1" u="none" strike="noStrike" cap="none" normalizeH="0" baseline="0" dirty="0">
                          <a:ln>
                            <a:noFill/>
                          </a:ln>
                          <a:solidFill>
                            <a:srgbClr val="004050"/>
                          </a:solidFill>
                          <a:effectLst/>
                          <a:latin typeface="+mn-lt"/>
                        </a:rPr>
                        <a:t> = 0 AND </a:t>
                      </a:r>
                    </a:p>
                    <a:p>
                      <a:pPr marL="228600" marR="0" lvl="0" indent="-228600" algn="l" defTabSz="914400" rtl="0" eaLnBrk="1" fontAlgn="base" latinLnBrk="0" hangingPunct="1">
                        <a:lnSpc>
                          <a:spcPct val="80000"/>
                        </a:lnSpc>
                        <a:spcBef>
                          <a:spcPct val="30000"/>
                        </a:spcBef>
                        <a:spcAft>
                          <a:spcPct val="0"/>
                        </a:spcAft>
                        <a:buClr>
                          <a:srgbClr val="004050"/>
                        </a:buClr>
                        <a:buSzPct val="90000"/>
                        <a:buFontTx/>
                        <a:buNone/>
                        <a:tabLst/>
                      </a:pPr>
                      <a:r>
                        <a:rPr kumimoji="0" lang="en-US" sz="1600" b="0" i="1" u="none" strike="noStrike" cap="none" normalizeH="0" baseline="0" dirty="0">
                          <a:ln>
                            <a:noFill/>
                          </a:ln>
                          <a:solidFill>
                            <a:srgbClr val="004050"/>
                          </a:solidFill>
                          <a:effectLst/>
                          <a:latin typeface="+mn-lt"/>
                        </a:rPr>
                        <a:t>    </a:t>
                      </a:r>
                      <a:r>
                        <a:rPr kumimoji="0" lang="en-US" sz="1600" b="0" i="1" u="none" strike="noStrike" cap="none" normalizeH="0" baseline="0" dirty="0" err="1">
                          <a:ln>
                            <a:noFill/>
                          </a:ln>
                          <a:solidFill>
                            <a:srgbClr val="004050"/>
                          </a:solidFill>
                          <a:effectLst/>
                          <a:latin typeface="+mn-lt"/>
                        </a:rPr>
                        <a:t>UnitsOnOrder</a:t>
                      </a:r>
                      <a:r>
                        <a:rPr kumimoji="0" lang="en-US" sz="1600" b="0" i="1" u="none" strike="noStrike" cap="none" normalizeH="0" baseline="0" dirty="0">
                          <a:ln>
                            <a:noFill/>
                          </a:ln>
                          <a:solidFill>
                            <a:srgbClr val="004050"/>
                          </a:solidFill>
                          <a:effectLst/>
                          <a:latin typeface="+mn-lt"/>
                        </a:rPr>
                        <a:t> = 0</a:t>
                      </a:r>
                      <a:r>
                        <a:rPr kumimoji="0" lang="en-US" sz="1800" b="0" i="0" u="none" strike="noStrike" cap="none" normalizeH="0" baseline="0" dirty="0">
                          <a:ln>
                            <a:noFill/>
                          </a:ln>
                          <a:solidFill>
                            <a:srgbClr val="004050"/>
                          </a:solidFill>
                          <a:effectLst/>
                          <a:latin typeface="+mn-lt"/>
                        </a:rPr>
                        <a:t> </a:t>
                      </a:r>
                    </a:p>
                  </a:txBody>
                  <a:tcPr marT="91442" marB="91442" anchor="ctr" horzOverflow="overflow">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865188">
                <a:tc>
                  <a:txBody>
                    <a:bodyPr/>
                    <a:lstStyle/>
                    <a:p>
                      <a:pPr marL="228600" marR="0" lvl="0" indent="-228600" algn="l" defTabSz="914400" rtl="0" eaLnBrk="1" fontAlgn="base" latinLnBrk="0" hangingPunct="1">
                        <a:lnSpc>
                          <a:spcPct val="118000"/>
                        </a:lnSpc>
                        <a:spcBef>
                          <a:spcPct val="30000"/>
                        </a:spcBef>
                        <a:spcAft>
                          <a:spcPct val="0"/>
                        </a:spcAft>
                        <a:buClr>
                          <a:srgbClr val="004050"/>
                        </a:buClr>
                        <a:buSzPct val="90000"/>
                        <a:buFontTx/>
                        <a:buChar char="•"/>
                        <a:tabLst/>
                      </a:pPr>
                      <a:r>
                        <a:rPr kumimoji="0" lang="en-US" sz="1800" b="0" i="0" u="none" strike="noStrike" cap="none" normalizeH="0" baseline="0" dirty="0">
                          <a:ln>
                            <a:noFill/>
                          </a:ln>
                          <a:solidFill>
                            <a:srgbClr val="004050"/>
                          </a:solidFill>
                          <a:effectLst/>
                          <a:latin typeface="+mn-lt"/>
                          <a:cs typeface="Segoe UI" panose="020B0502040204020203" pitchFamily="34" charset="0"/>
                        </a:rPr>
                        <a:t>“Special” operators</a:t>
                      </a:r>
                    </a:p>
                  </a:txBody>
                  <a:tcPr marT="91442" marB="91442" anchor="ctr" horzOverflow="overflow">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lnTlToBr>
                      <a:noFill/>
                    </a:lnTlToBr>
                    <a:lnBlToTr>
                      <a:noFill/>
                    </a:lnBlToTr>
                    <a:solidFill>
                      <a:schemeClr val="bg1">
                        <a:lumMod val="95000"/>
                      </a:schemeClr>
                    </a:solidFill>
                  </a:tcPr>
                </a:tc>
                <a:tc>
                  <a:txBody>
                    <a:bodyPr/>
                    <a:lstStyle/>
                    <a:p>
                      <a:pPr marL="228600" marR="0" lvl="0" indent="-228600" algn="l" defTabSz="914400" rtl="0" eaLnBrk="1" fontAlgn="base" latinLnBrk="0" hangingPunct="1">
                        <a:lnSpc>
                          <a:spcPct val="80000"/>
                        </a:lnSpc>
                        <a:spcBef>
                          <a:spcPct val="30000"/>
                        </a:spcBef>
                        <a:spcAft>
                          <a:spcPct val="0"/>
                        </a:spcAft>
                        <a:buClr>
                          <a:srgbClr val="004050"/>
                        </a:buClr>
                        <a:buSzPct val="90000"/>
                        <a:buFontTx/>
                        <a:buChar char="•"/>
                        <a:tabLst/>
                      </a:pPr>
                      <a:r>
                        <a:rPr kumimoji="0" lang="en-US" sz="1800" b="0" i="0" u="none" strike="noStrike" cap="none" normalizeH="0" baseline="0" dirty="0">
                          <a:ln>
                            <a:noFill/>
                          </a:ln>
                          <a:solidFill>
                            <a:srgbClr val="004050"/>
                          </a:solidFill>
                          <a:effectLst/>
                          <a:latin typeface="+mn-lt"/>
                          <a:cs typeface="Segoe UI" panose="020B0502040204020203" pitchFamily="34" charset="0"/>
                        </a:rPr>
                        <a:t>BETWEEN   IN   LIKE</a:t>
                      </a:r>
                    </a:p>
                    <a:p>
                      <a:pPr marL="228600" marR="0" lvl="0" indent="-228600" algn="l" defTabSz="914400" rtl="0" eaLnBrk="1" fontAlgn="base" latinLnBrk="0" hangingPunct="1">
                        <a:lnSpc>
                          <a:spcPct val="80000"/>
                        </a:lnSpc>
                        <a:spcBef>
                          <a:spcPct val="30000"/>
                        </a:spcBef>
                        <a:spcAft>
                          <a:spcPct val="0"/>
                        </a:spcAft>
                        <a:buClr>
                          <a:srgbClr val="004050"/>
                        </a:buClr>
                        <a:buSzPct val="90000"/>
                        <a:buFontTx/>
                        <a:buNone/>
                        <a:tabLst/>
                      </a:pPr>
                      <a:r>
                        <a:rPr kumimoji="0" lang="en-US" sz="1600" b="0" i="1" u="none" strike="noStrike" cap="none" normalizeH="0" baseline="0" dirty="0" err="1">
                          <a:ln>
                            <a:noFill/>
                          </a:ln>
                          <a:solidFill>
                            <a:srgbClr val="004050"/>
                          </a:solidFill>
                          <a:effectLst/>
                          <a:latin typeface="+mn-lt"/>
                        </a:rPr>
                        <a:t>OrderDate</a:t>
                      </a:r>
                      <a:r>
                        <a:rPr kumimoji="0" lang="en-US" sz="1600" b="0" i="1" u="none" strike="noStrike" cap="none" normalizeH="0" baseline="0" dirty="0">
                          <a:ln>
                            <a:noFill/>
                          </a:ln>
                          <a:solidFill>
                            <a:srgbClr val="004050"/>
                          </a:solidFill>
                          <a:effectLst/>
                          <a:latin typeface="+mn-lt"/>
                        </a:rPr>
                        <a:t> BETWEEN </a:t>
                      </a:r>
                    </a:p>
                    <a:p>
                      <a:pPr marL="228600" marR="0" lvl="0" indent="-228600" algn="l" defTabSz="914400" rtl="0" eaLnBrk="1" fontAlgn="base" latinLnBrk="0" hangingPunct="1">
                        <a:lnSpc>
                          <a:spcPct val="80000"/>
                        </a:lnSpc>
                        <a:spcBef>
                          <a:spcPct val="30000"/>
                        </a:spcBef>
                        <a:spcAft>
                          <a:spcPct val="0"/>
                        </a:spcAft>
                        <a:buClr>
                          <a:srgbClr val="004050"/>
                        </a:buClr>
                        <a:buSzPct val="90000"/>
                        <a:buFontTx/>
                        <a:buNone/>
                        <a:tabLst/>
                      </a:pPr>
                      <a:r>
                        <a:rPr kumimoji="0" lang="en-US" sz="1600" b="0" i="1" u="none" strike="noStrike" cap="none" normalizeH="0" baseline="0" dirty="0">
                          <a:ln>
                            <a:noFill/>
                          </a:ln>
                          <a:solidFill>
                            <a:srgbClr val="004050"/>
                          </a:solidFill>
                          <a:effectLst/>
                          <a:latin typeface="+mn-lt"/>
                        </a:rPr>
                        <a:t>     ‘20120101’ AND ‘20121231’</a:t>
                      </a:r>
                    </a:p>
                  </a:txBody>
                  <a:tcPr marT="91442" marB="91442" anchor="ctr" horzOverflow="overflow">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4471187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F74F464-0100-3CB2-1E6E-B7690BC324F8}"/>
              </a:ext>
            </a:extLst>
          </p:cNvPr>
          <p:cNvSpPr>
            <a:spLocks noGrp="1"/>
          </p:cNvSpPr>
          <p:nvPr>
            <p:ph type="body" sz="quarter" idx="12"/>
          </p:nvPr>
        </p:nvSpPr>
        <p:spPr/>
        <p:txBody>
          <a:bodyPr/>
          <a:lstStyle/>
          <a:p>
            <a:r>
              <a:rPr lang="en-GB" dirty="0"/>
              <a:t>Comparison operators</a:t>
            </a:r>
          </a:p>
        </p:txBody>
      </p:sp>
      <p:sp>
        <p:nvSpPr>
          <p:cNvPr id="9" name="Rectangle 8"/>
          <p:cNvSpPr>
            <a:spLocks noChangeArrowheads="1"/>
          </p:cNvSpPr>
          <p:nvPr/>
        </p:nvSpPr>
        <p:spPr bwMode="auto">
          <a:xfrm>
            <a:off x="373063" y="1950298"/>
            <a:ext cx="3670737" cy="2246769"/>
          </a:xfrm>
          <a:prstGeom prst="rect">
            <a:avLst/>
          </a:prstGeom>
          <a:solidFill>
            <a:schemeClr val="bg1">
              <a:lumMod val="85000"/>
            </a:schemeClr>
          </a:solidFill>
          <a:ln w="9525">
            <a:solidFill>
              <a:schemeClr val="tx1"/>
            </a:solidFill>
            <a:miter lim="800000"/>
            <a:headEnd/>
            <a:tailEnd/>
          </a:ln>
        </p:spPr>
        <p:txBody>
          <a:bodyPr wrap="square">
            <a:spAutoFit/>
          </a:bodyPr>
          <a:lstStyle/>
          <a:p>
            <a:r>
              <a:rPr lang="en-GB" sz="2000" dirty="0">
                <a:latin typeface="Lucida Console" pitchFamily="49" charset="0"/>
              </a:rPr>
              <a:t>SELECT</a:t>
            </a:r>
            <a:br>
              <a:rPr lang="en-GB" sz="2000" dirty="0">
                <a:latin typeface="Lucida Console" pitchFamily="49" charset="0"/>
              </a:rPr>
            </a:br>
            <a:r>
              <a:rPr lang="en-GB" sz="2000" dirty="0">
                <a:latin typeface="Lucida Console" pitchFamily="49" charset="0"/>
              </a:rPr>
              <a:t>  </a:t>
            </a:r>
            <a:r>
              <a:rPr lang="en-GB" sz="2000" dirty="0" err="1">
                <a:latin typeface="Lucida Console" pitchFamily="49" charset="0"/>
              </a:rPr>
              <a:t>FirstName</a:t>
            </a:r>
            <a:r>
              <a:rPr lang="en-GB" sz="2000" dirty="0">
                <a:latin typeface="Lucida Console" pitchFamily="49" charset="0"/>
              </a:rPr>
              <a:t>, </a:t>
            </a:r>
            <a:r>
              <a:rPr lang="en-GB" sz="2000" dirty="0" err="1">
                <a:latin typeface="Lucida Console" pitchFamily="49" charset="0"/>
              </a:rPr>
              <a:t>LastName</a:t>
            </a:r>
            <a:r>
              <a:rPr lang="en-GB" sz="2000" dirty="0">
                <a:latin typeface="Lucida Console" pitchFamily="49" charset="0"/>
              </a:rPr>
              <a:t>,</a:t>
            </a:r>
            <a:br>
              <a:rPr lang="en-GB" sz="2000" dirty="0">
                <a:latin typeface="Lucida Console" pitchFamily="49" charset="0"/>
              </a:rPr>
            </a:br>
            <a:r>
              <a:rPr lang="en-GB" sz="2000" dirty="0">
                <a:latin typeface="Lucida Console" pitchFamily="49" charset="0"/>
              </a:rPr>
              <a:t>  City</a:t>
            </a:r>
            <a:br>
              <a:rPr lang="en-GB" sz="2000" dirty="0">
                <a:latin typeface="Lucida Console" pitchFamily="49" charset="0"/>
              </a:rPr>
            </a:br>
            <a:r>
              <a:rPr lang="en-GB" sz="2000" dirty="0">
                <a:latin typeface="Lucida Console" pitchFamily="49" charset="0"/>
              </a:rPr>
              <a:t>FROM</a:t>
            </a:r>
            <a:br>
              <a:rPr lang="en-GB" sz="2000" dirty="0">
                <a:latin typeface="Lucida Console" pitchFamily="49" charset="0"/>
              </a:rPr>
            </a:br>
            <a:r>
              <a:rPr lang="en-GB" sz="2000" dirty="0">
                <a:latin typeface="Lucida Console" pitchFamily="49" charset="0"/>
              </a:rPr>
              <a:t>  </a:t>
            </a:r>
            <a:r>
              <a:rPr lang="en-GB" sz="2000" dirty="0" err="1">
                <a:latin typeface="Lucida Console" pitchFamily="49" charset="0"/>
              </a:rPr>
              <a:t>dbo.Employees</a:t>
            </a:r>
            <a:br>
              <a:rPr lang="en-GB" sz="2000" dirty="0">
                <a:latin typeface="Lucida Console" pitchFamily="49" charset="0"/>
              </a:rPr>
            </a:br>
            <a:r>
              <a:rPr lang="en-GB" sz="2000" dirty="0">
                <a:latin typeface="Lucida Console" pitchFamily="49" charset="0"/>
              </a:rPr>
              <a:t>WHERE</a:t>
            </a:r>
            <a:br>
              <a:rPr lang="en-GB" sz="2000" dirty="0">
                <a:latin typeface="Lucida Console" pitchFamily="49" charset="0"/>
              </a:rPr>
            </a:br>
            <a:r>
              <a:rPr lang="en-GB" sz="2000" dirty="0">
                <a:latin typeface="Lucida Console" pitchFamily="49" charset="0"/>
              </a:rPr>
              <a:t>  Country = ‘UK’</a:t>
            </a: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216510" y="3595235"/>
            <a:ext cx="2879490" cy="1671568"/>
          </a:xfrm>
          <a:prstGeom prst="rect">
            <a:avLst/>
          </a:prstGeom>
          <a:ln w="63500">
            <a:solidFill>
              <a:schemeClr val="bg1"/>
            </a:solidFill>
          </a:ln>
        </p:spPr>
      </p:pic>
      <p:sp>
        <p:nvSpPr>
          <p:cNvPr id="12" name="Rectangle 11"/>
          <p:cNvSpPr>
            <a:spLocks noChangeArrowheads="1"/>
          </p:cNvSpPr>
          <p:nvPr/>
        </p:nvSpPr>
        <p:spPr bwMode="auto">
          <a:xfrm>
            <a:off x="6782921" y="1959963"/>
            <a:ext cx="4089192" cy="2246769"/>
          </a:xfrm>
          <a:prstGeom prst="rect">
            <a:avLst/>
          </a:prstGeom>
          <a:solidFill>
            <a:schemeClr val="bg1">
              <a:lumMod val="85000"/>
            </a:schemeClr>
          </a:solidFill>
          <a:ln w="9525">
            <a:solidFill>
              <a:schemeClr val="tx1"/>
            </a:solidFill>
            <a:miter lim="800000"/>
            <a:headEnd/>
            <a:tailEnd/>
          </a:ln>
        </p:spPr>
        <p:txBody>
          <a:bodyPr wrap="square">
            <a:spAutoFit/>
          </a:bodyPr>
          <a:lstStyle/>
          <a:p>
            <a:r>
              <a:rPr lang="en-GB" sz="2000" dirty="0">
                <a:latin typeface="Lucida Console" pitchFamily="49" charset="0"/>
              </a:rPr>
              <a:t>SELECT</a:t>
            </a:r>
            <a:br>
              <a:rPr lang="en-GB" sz="2000" dirty="0">
                <a:latin typeface="Lucida Console" pitchFamily="49" charset="0"/>
              </a:rPr>
            </a:br>
            <a:r>
              <a:rPr lang="en-GB" sz="2000" dirty="0">
                <a:latin typeface="Lucida Console" pitchFamily="49" charset="0"/>
              </a:rPr>
              <a:t>  </a:t>
            </a:r>
            <a:r>
              <a:rPr lang="en-GB" sz="2000" dirty="0" err="1">
                <a:latin typeface="Lucida Console" pitchFamily="49" charset="0"/>
              </a:rPr>
              <a:t>ProductID</a:t>
            </a:r>
            <a:r>
              <a:rPr lang="en-GB" sz="2000" dirty="0">
                <a:latin typeface="Lucida Console" pitchFamily="49" charset="0"/>
              </a:rPr>
              <a:t>, </a:t>
            </a:r>
            <a:r>
              <a:rPr lang="en-GB" sz="2000" dirty="0" err="1">
                <a:latin typeface="Lucida Console" pitchFamily="49" charset="0"/>
              </a:rPr>
              <a:t>ProductName</a:t>
            </a:r>
            <a:r>
              <a:rPr lang="en-GB" sz="2000" dirty="0">
                <a:latin typeface="Lucida Console" pitchFamily="49" charset="0"/>
              </a:rPr>
              <a:t>,</a:t>
            </a:r>
            <a:br>
              <a:rPr lang="en-GB" sz="2000" dirty="0">
                <a:latin typeface="Lucida Console" pitchFamily="49" charset="0"/>
              </a:rPr>
            </a:br>
            <a:r>
              <a:rPr lang="en-GB" sz="2000" dirty="0">
                <a:latin typeface="Lucida Console" pitchFamily="49" charset="0"/>
              </a:rPr>
              <a:t>  </a:t>
            </a:r>
            <a:r>
              <a:rPr lang="en-GB" sz="2000" dirty="0" err="1">
                <a:latin typeface="Lucida Console" pitchFamily="49" charset="0"/>
              </a:rPr>
              <a:t>UnitPrice</a:t>
            </a:r>
            <a:br>
              <a:rPr lang="en-GB" sz="2000" dirty="0">
                <a:latin typeface="Lucida Console" pitchFamily="49" charset="0"/>
              </a:rPr>
            </a:br>
            <a:r>
              <a:rPr lang="en-GB" sz="2000" dirty="0">
                <a:latin typeface="Lucida Console" pitchFamily="49" charset="0"/>
              </a:rPr>
              <a:t>FROM</a:t>
            </a:r>
            <a:br>
              <a:rPr lang="en-GB" sz="2000" dirty="0">
                <a:latin typeface="Lucida Console" pitchFamily="49" charset="0"/>
              </a:rPr>
            </a:br>
            <a:r>
              <a:rPr lang="en-GB" sz="2000" dirty="0">
                <a:latin typeface="Lucida Console" pitchFamily="49" charset="0"/>
              </a:rPr>
              <a:t>  </a:t>
            </a:r>
            <a:r>
              <a:rPr lang="en-GB" sz="2000" dirty="0" err="1">
                <a:latin typeface="Lucida Console" pitchFamily="49" charset="0"/>
              </a:rPr>
              <a:t>dbo.Products</a:t>
            </a:r>
            <a:br>
              <a:rPr lang="en-GB" sz="2000" dirty="0">
                <a:latin typeface="Lucida Console" pitchFamily="49" charset="0"/>
              </a:rPr>
            </a:br>
            <a:r>
              <a:rPr lang="en-GB" sz="2000" dirty="0">
                <a:latin typeface="Lucida Console" pitchFamily="49" charset="0"/>
              </a:rPr>
              <a:t>WHERE</a:t>
            </a:r>
            <a:br>
              <a:rPr lang="en-GB" sz="2000" dirty="0">
                <a:latin typeface="Lucida Console" pitchFamily="49" charset="0"/>
              </a:rPr>
            </a:br>
            <a:r>
              <a:rPr lang="en-GB" sz="2000" dirty="0">
                <a:latin typeface="Lucida Console" pitchFamily="49" charset="0"/>
              </a:rPr>
              <a:t>  </a:t>
            </a:r>
            <a:r>
              <a:rPr lang="en-GB" sz="2000" dirty="0" err="1">
                <a:latin typeface="Lucida Console" pitchFamily="49" charset="0"/>
              </a:rPr>
              <a:t>UnitPrice</a:t>
            </a:r>
            <a:r>
              <a:rPr lang="en-GB" sz="2000" dirty="0">
                <a:latin typeface="Lucida Console" pitchFamily="49" charset="0"/>
              </a:rPr>
              <a:t> &gt; 100</a:t>
            </a:r>
          </a:p>
        </p:txBody>
      </p:sp>
      <p:pic>
        <p:nvPicPr>
          <p:cNvPr id="13" name="Picture 1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060582" y="4227280"/>
            <a:ext cx="3832209" cy="1794345"/>
          </a:xfrm>
          <a:prstGeom prst="rect">
            <a:avLst/>
          </a:prstGeom>
          <a:ln w="63500">
            <a:solidFill>
              <a:schemeClr val="bg1"/>
            </a:solidFill>
          </a:ln>
        </p:spPr>
      </p:pic>
    </p:spTree>
    <p:extLst>
      <p:ext uri="{BB962C8B-B14F-4D97-AF65-F5344CB8AC3E}">
        <p14:creationId xmlns:p14="http://schemas.microsoft.com/office/powerpoint/2010/main" val="20175953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50876" y="898711"/>
            <a:ext cx="9673350" cy="805001"/>
          </a:xfrm>
        </p:spPr>
        <p:txBody>
          <a:bodyPr/>
          <a:lstStyle/>
          <a:p>
            <a:r>
              <a:rPr lang="en-GB" dirty="0"/>
              <a:t>Logical operators</a:t>
            </a:r>
          </a:p>
        </p:txBody>
      </p:sp>
      <p:sp>
        <p:nvSpPr>
          <p:cNvPr id="4" name="Rectangle 3"/>
          <p:cNvSpPr>
            <a:spLocks noChangeArrowheads="1"/>
          </p:cNvSpPr>
          <p:nvPr/>
        </p:nvSpPr>
        <p:spPr bwMode="auto">
          <a:xfrm>
            <a:off x="1400038" y="1659686"/>
            <a:ext cx="4182179" cy="2308324"/>
          </a:xfrm>
          <a:prstGeom prst="rect">
            <a:avLst/>
          </a:prstGeom>
          <a:solidFill>
            <a:schemeClr val="bg1">
              <a:lumMod val="85000"/>
            </a:schemeClr>
          </a:solidFill>
          <a:ln w="9525">
            <a:solidFill>
              <a:schemeClr val="tx1"/>
            </a:solidFill>
            <a:miter lim="800000"/>
            <a:headEnd/>
            <a:tailEnd/>
          </a:ln>
        </p:spPr>
        <p:txBody>
          <a:bodyPr wrap="square">
            <a:spAutoFit/>
          </a:bodyPr>
          <a:lstStyle/>
          <a:p>
            <a:r>
              <a:rPr lang="en-GB" sz="1600" dirty="0">
                <a:latin typeface="Lucida Console" pitchFamily="49" charset="0"/>
              </a:rPr>
              <a:t>SELECT</a:t>
            </a:r>
            <a:br>
              <a:rPr lang="en-GB" sz="1600" dirty="0">
                <a:latin typeface="Lucida Console" pitchFamily="49" charset="0"/>
              </a:rPr>
            </a:br>
            <a:r>
              <a:rPr lang="en-GB" sz="1600" dirty="0">
                <a:latin typeface="Lucida Console" pitchFamily="49" charset="0"/>
              </a:rPr>
              <a:t>  </a:t>
            </a:r>
            <a:r>
              <a:rPr lang="en-GB" sz="1600" dirty="0" err="1">
                <a:latin typeface="Lucida Console" pitchFamily="49" charset="0"/>
              </a:rPr>
              <a:t>ProductID</a:t>
            </a:r>
            <a:r>
              <a:rPr lang="en-GB" sz="1600" dirty="0">
                <a:latin typeface="Lucida Console" pitchFamily="49" charset="0"/>
              </a:rPr>
              <a:t>, </a:t>
            </a:r>
            <a:r>
              <a:rPr lang="en-GB" sz="1600" dirty="0" err="1">
                <a:latin typeface="Lucida Console" pitchFamily="49" charset="0"/>
              </a:rPr>
              <a:t>ProductName</a:t>
            </a:r>
            <a:r>
              <a:rPr lang="en-GB" sz="1600" dirty="0">
                <a:latin typeface="Lucida Console" pitchFamily="49" charset="0"/>
              </a:rPr>
              <a:t>,</a:t>
            </a:r>
            <a:br>
              <a:rPr lang="en-GB" sz="1600" dirty="0">
                <a:latin typeface="Lucida Console" pitchFamily="49" charset="0"/>
              </a:rPr>
            </a:br>
            <a:r>
              <a:rPr lang="en-GB" sz="1600" dirty="0">
                <a:latin typeface="Lucida Console" pitchFamily="49" charset="0"/>
              </a:rPr>
              <a:t>  </a:t>
            </a:r>
            <a:r>
              <a:rPr lang="en-GB" sz="1600" dirty="0" err="1">
                <a:latin typeface="Lucida Console" pitchFamily="49" charset="0"/>
              </a:rPr>
              <a:t>CategoryID</a:t>
            </a:r>
            <a:r>
              <a:rPr lang="en-GB" sz="1600" dirty="0">
                <a:latin typeface="Lucida Console" pitchFamily="49" charset="0"/>
              </a:rPr>
              <a:t>, </a:t>
            </a:r>
            <a:r>
              <a:rPr lang="en-GB" sz="1600" dirty="0" err="1">
                <a:latin typeface="Lucida Console" pitchFamily="49" charset="0"/>
              </a:rPr>
              <a:t>UnitPrice</a:t>
            </a:r>
            <a:br>
              <a:rPr lang="en-GB" sz="1600" dirty="0">
                <a:latin typeface="Lucida Console" pitchFamily="49" charset="0"/>
              </a:rPr>
            </a:br>
            <a:r>
              <a:rPr lang="en-GB" sz="1600" dirty="0">
                <a:latin typeface="Lucida Console" pitchFamily="49" charset="0"/>
              </a:rPr>
              <a:t>FROM</a:t>
            </a:r>
            <a:br>
              <a:rPr lang="en-GB" sz="1600" dirty="0">
                <a:latin typeface="Lucida Console" pitchFamily="49" charset="0"/>
              </a:rPr>
            </a:br>
            <a:r>
              <a:rPr lang="en-GB" sz="1600" dirty="0">
                <a:latin typeface="Lucida Console" pitchFamily="49" charset="0"/>
              </a:rPr>
              <a:t>  </a:t>
            </a:r>
            <a:r>
              <a:rPr lang="en-GB" sz="1600" dirty="0" err="1">
                <a:latin typeface="Lucida Console" pitchFamily="49" charset="0"/>
              </a:rPr>
              <a:t>dbo.Products</a:t>
            </a:r>
            <a:br>
              <a:rPr lang="en-GB" sz="1600" dirty="0">
                <a:latin typeface="Lucida Console" pitchFamily="49" charset="0"/>
              </a:rPr>
            </a:br>
            <a:r>
              <a:rPr lang="en-GB" sz="1600" dirty="0">
                <a:latin typeface="Lucida Console" pitchFamily="49" charset="0"/>
              </a:rPr>
              <a:t>WHERE</a:t>
            </a:r>
            <a:br>
              <a:rPr lang="en-GB" sz="1600" dirty="0">
                <a:latin typeface="Lucida Console" pitchFamily="49" charset="0"/>
              </a:rPr>
            </a:br>
            <a:r>
              <a:rPr lang="en-GB" sz="1600" dirty="0">
                <a:latin typeface="Lucida Console" pitchFamily="49" charset="0"/>
              </a:rPr>
              <a:t>  </a:t>
            </a:r>
            <a:r>
              <a:rPr lang="en-GB" sz="1600" dirty="0" err="1">
                <a:latin typeface="Lucida Console" pitchFamily="49" charset="0"/>
              </a:rPr>
              <a:t>CategoryID</a:t>
            </a:r>
            <a:r>
              <a:rPr lang="en-GB" sz="1600" dirty="0">
                <a:latin typeface="Lucida Console" pitchFamily="49" charset="0"/>
              </a:rPr>
              <a:t> = 7 </a:t>
            </a:r>
            <a:br>
              <a:rPr lang="en-GB" sz="1600" dirty="0">
                <a:latin typeface="Lucida Console" pitchFamily="49" charset="0"/>
              </a:rPr>
            </a:br>
            <a:r>
              <a:rPr lang="en-GB" sz="1600" dirty="0">
                <a:latin typeface="Lucida Console" pitchFamily="49" charset="0"/>
              </a:rPr>
              <a:t>  </a:t>
            </a:r>
            <a:r>
              <a:rPr lang="en-GB" sz="1600" b="1" dirty="0">
                <a:latin typeface="Lucida Console" pitchFamily="49" charset="0"/>
              </a:rPr>
              <a:t>OR</a:t>
            </a:r>
            <a:r>
              <a:rPr lang="en-GB" sz="1600" dirty="0">
                <a:latin typeface="Lucida Console" pitchFamily="49" charset="0"/>
              </a:rPr>
              <a:t> </a:t>
            </a:r>
            <a:r>
              <a:rPr lang="en-GB" sz="1600" dirty="0" err="1">
                <a:latin typeface="Lucida Console" pitchFamily="49" charset="0"/>
              </a:rPr>
              <a:t>CategoryID</a:t>
            </a:r>
            <a:r>
              <a:rPr lang="en-GB" sz="1600" dirty="0">
                <a:latin typeface="Lucida Console" pitchFamily="49" charset="0"/>
              </a:rPr>
              <a:t> = 8</a:t>
            </a:r>
            <a:br>
              <a:rPr lang="en-GB" sz="1600" dirty="0">
                <a:latin typeface="Lucida Console" pitchFamily="49" charset="0"/>
              </a:rPr>
            </a:br>
            <a:r>
              <a:rPr lang="en-GB" sz="1600" dirty="0">
                <a:latin typeface="Lucida Console" pitchFamily="49" charset="0"/>
              </a:rPr>
              <a:t>  </a:t>
            </a:r>
            <a:r>
              <a:rPr lang="en-GB" sz="1600" b="1" dirty="0">
                <a:latin typeface="Lucida Console" pitchFamily="49" charset="0"/>
              </a:rPr>
              <a:t>AND</a:t>
            </a:r>
            <a:r>
              <a:rPr lang="en-GB" sz="1600" dirty="0">
                <a:latin typeface="Lucida Console" pitchFamily="49" charset="0"/>
              </a:rPr>
              <a:t> </a:t>
            </a:r>
            <a:r>
              <a:rPr lang="en-GB" sz="1600" dirty="0" err="1">
                <a:latin typeface="Lucida Console" pitchFamily="49" charset="0"/>
              </a:rPr>
              <a:t>UnitPrice</a:t>
            </a:r>
            <a:r>
              <a:rPr lang="en-GB" sz="1600" dirty="0">
                <a:latin typeface="Lucida Console" pitchFamily="49" charset="0"/>
              </a:rPr>
              <a:t> &gt; 30</a:t>
            </a:r>
          </a:p>
        </p:txBody>
      </p:sp>
      <p:sp>
        <p:nvSpPr>
          <p:cNvPr id="5" name="Rectangle 4"/>
          <p:cNvSpPr>
            <a:spLocks noChangeArrowheads="1"/>
          </p:cNvSpPr>
          <p:nvPr/>
        </p:nvSpPr>
        <p:spPr bwMode="auto">
          <a:xfrm>
            <a:off x="1727842" y="4298737"/>
            <a:ext cx="4182179" cy="1323439"/>
          </a:xfrm>
          <a:prstGeom prst="rect">
            <a:avLst/>
          </a:prstGeom>
          <a:solidFill>
            <a:schemeClr val="bg1">
              <a:lumMod val="85000"/>
            </a:schemeClr>
          </a:solidFill>
          <a:ln w="9525">
            <a:solidFill>
              <a:schemeClr val="tx1"/>
            </a:solidFill>
            <a:miter lim="800000"/>
            <a:headEnd/>
            <a:tailEnd/>
          </a:ln>
        </p:spPr>
        <p:txBody>
          <a:bodyPr wrap="square">
            <a:spAutoFit/>
          </a:bodyPr>
          <a:lstStyle/>
          <a:p>
            <a:r>
              <a:rPr lang="en-GB" sz="1600" dirty="0">
                <a:latin typeface="Lucida Console" pitchFamily="49" charset="0"/>
              </a:rPr>
              <a:t>…</a:t>
            </a:r>
            <a:br>
              <a:rPr lang="en-GB" sz="1600" dirty="0">
                <a:latin typeface="Lucida Console" pitchFamily="49" charset="0"/>
              </a:rPr>
            </a:br>
            <a:r>
              <a:rPr lang="en-GB" sz="1600" dirty="0">
                <a:latin typeface="Lucida Console" pitchFamily="49" charset="0"/>
              </a:rPr>
              <a:t>WHERE</a:t>
            </a:r>
            <a:br>
              <a:rPr lang="en-GB" sz="1600" dirty="0">
                <a:latin typeface="Lucida Console" pitchFamily="49" charset="0"/>
              </a:rPr>
            </a:br>
            <a:r>
              <a:rPr lang="en-GB" sz="1600" dirty="0">
                <a:latin typeface="Lucida Console" pitchFamily="49" charset="0"/>
              </a:rPr>
              <a:t>  </a:t>
            </a:r>
            <a:r>
              <a:rPr lang="en-GB" sz="1600" b="1" dirty="0">
                <a:latin typeface="Lucida Console" pitchFamily="49" charset="0"/>
              </a:rPr>
              <a:t>(</a:t>
            </a:r>
            <a:r>
              <a:rPr lang="en-GB" sz="1600" dirty="0" err="1">
                <a:latin typeface="Lucida Console" pitchFamily="49" charset="0"/>
              </a:rPr>
              <a:t>CategoryID</a:t>
            </a:r>
            <a:r>
              <a:rPr lang="en-GB" sz="1600" dirty="0">
                <a:latin typeface="Lucida Console" pitchFamily="49" charset="0"/>
              </a:rPr>
              <a:t> = 7</a:t>
            </a:r>
            <a:br>
              <a:rPr lang="en-GB" sz="1600" dirty="0">
                <a:latin typeface="Lucida Console" pitchFamily="49" charset="0"/>
              </a:rPr>
            </a:br>
            <a:r>
              <a:rPr lang="en-GB" sz="1600" dirty="0">
                <a:latin typeface="Lucida Console" pitchFamily="49" charset="0"/>
              </a:rPr>
              <a:t>  </a:t>
            </a:r>
            <a:r>
              <a:rPr lang="en-GB" sz="1600" b="1" dirty="0">
                <a:latin typeface="Lucida Console" pitchFamily="49" charset="0"/>
              </a:rPr>
              <a:t>OR</a:t>
            </a:r>
            <a:r>
              <a:rPr lang="en-GB" sz="1600" dirty="0">
                <a:latin typeface="Lucida Console" pitchFamily="49" charset="0"/>
              </a:rPr>
              <a:t> </a:t>
            </a:r>
            <a:r>
              <a:rPr lang="en-GB" sz="1600" dirty="0" err="1">
                <a:latin typeface="Lucida Console" pitchFamily="49" charset="0"/>
              </a:rPr>
              <a:t>CategoryID</a:t>
            </a:r>
            <a:r>
              <a:rPr lang="en-GB" sz="1600" dirty="0">
                <a:latin typeface="Lucida Console" pitchFamily="49" charset="0"/>
              </a:rPr>
              <a:t> = 8</a:t>
            </a:r>
            <a:r>
              <a:rPr lang="en-GB" sz="1600" b="1" dirty="0">
                <a:latin typeface="Lucida Console" pitchFamily="49" charset="0"/>
              </a:rPr>
              <a:t>)</a:t>
            </a:r>
            <a:br>
              <a:rPr lang="en-GB" sz="1600" dirty="0">
                <a:latin typeface="Lucida Console" pitchFamily="49" charset="0"/>
              </a:rPr>
            </a:br>
            <a:r>
              <a:rPr lang="en-GB" sz="1600" dirty="0">
                <a:latin typeface="Lucida Console" pitchFamily="49" charset="0"/>
              </a:rPr>
              <a:t>  </a:t>
            </a:r>
            <a:r>
              <a:rPr lang="en-GB" sz="1600" b="1" dirty="0">
                <a:latin typeface="Lucida Console" pitchFamily="49" charset="0"/>
              </a:rPr>
              <a:t>AND</a:t>
            </a:r>
            <a:r>
              <a:rPr lang="en-GB" sz="1600" dirty="0">
                <a:latin typeface="Lucida Console" pitchFamily="49" charset="0"/>
              </a:rPr>
              <a:t> </a:t>
            </a:r>
            <a:r>
              <a:rPr lang="en-GB" sz="1600" dirty="0" err="1">
                <a:latin typeface="Lucida Console" pitchFamily="49" charset="0"/>
              </a:rPr>
              <a:t>UnitPrice</a:t>
            </a:r>
            <a:r>
              <a:rPr lang="en-GB" sz="1600" dirty="0">
                <a:latin typeface="Lucida Console" pitchFamily="49" charset="0"/>
              </a:rPr>
              <a:t> &gt; 30</a:t>
            </a:r>
          </a:p>
        </p:txBody>
      </p:sp>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324019" y="1747739"/>
            <a:ext cx="3817946" cy="2132218"/>
          </a:xfrm>
          <a:prstGeom prst="rect">
            <a:avLst/>
          </a:prstGeom>
          <a:ln w="63500">
            <a:solidFill>
              <a:schemeClr val="bg1"/>
            </a:solidFill>
          </a:ln>
        </p:spPr>
      </p:pic>
      <p:pic>
        <p:nvPicPr>
          <p:cNvPr id="6" name="Picture 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952544" y="4585035"/>
            <a:ext cx="3817947" cy="1930066"/>
          </a:xfrm>
          <a:prstGeom prst="rect">
            <a:avLst/>
          </a:prstGeom>
          <a:ln w="63500">
            <a:solidFill>
              <a:schemeClr val="bg1"/>
            </a:solidFill>
          </a:ln>
        </p:spPr>
      </p:pic>
    </p:spTree>
    <p:extLst>
      <p:ext uri="{BB962C8B-B14F-4D97-AF65-F5344CB8AC3E}">
        <p14:creationId xmlns:p14="http://schemas.microsoft.com/office/powerpoint/2010/main" val="19080234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2" name="Straight Connector 11"/>
          <p:cNvCxnSpPr>
            <a:stCxn id="4" idx="1"/>
            <a:endCxn id="5" idx="1"/>
          </p:cNvCxnSpPr>
          <p:nvPr/>
        </p:nvCxnSpPr>
        <p:spPr bwMode="auto">
          <a:xfrm>
            <a:off x="1727842" y="2751588"/>
            <a:ext cx="1895770" cy="2680347"/>
          </a:xfrm>
          <a:prstGeom prst="line">
            <a:avLst/>
          </a:prstGeom>
          <a:solidFill>
            <a:schemeClr val="accent1"/>
          </a:solidFill>
          <a:ln w="9525" cap="flat" cmpd="sng" algn="ctr">
            <a:solidFill>
              <a:schemeClr val="tx1"/>
            </a:solidFill>
            <a:prstDash val="dash"/>
            <a:round/>
            <a:headEnd type="none" w="med" len="med"/>
            <a:tailEnd type="none" w="med" len="med"/>
          </a:ln>
          <a:effectLst/>
        </p:spPr>
      </p:cxnSp>
      <p:cxnSp>
        <p:nvCxnSpPr>
          <p:cNvPr id="10" name="Straight Connector 9"/>
          <p:cNvCxnSpPr>
            <a:stCxn id="6" idx="3"/>
            <a:endCxn id="5" idx="3"/>
          </p:cNvCxnSpPr>
          <p:nvPr/>
        </p:nvCxnSpPr>
        <p:spPr bwMode="auto">
          <a:xfrm flipH="1">
            <a:off x="8251444" y="2766977"/>
            <a:ext cx="2091091" cy="2664958"/>
          </a:xfrm>
          <a:prstGeom prst="line">
            <a:avLst/>
          </a:prstGeom>
          <a:solidFill>
            <a:schemeClr val="accent1"/>
          </a:solidFill>
          <a:ln w="9525" cap="flat" cmpd="sng" algn="ctr">
            <a:solidFill>
              <a:schemeClr val="tx1"/>
            </a:solidFill>
            <a:prstDash val="dash"/>
            <a:round/>
            <a:headEnd type="none" w="med" len="med"/>
            <a:tailEnd type="none" w="med" len="med"/>
          </a:ln>
          <a:effectLst/>
        </p:spPr>
      </p:cxnSp>
      <p:sp>
        <p:nvSpPr>
          <p:cNvPr id="2" name="Title 1"/>
          <p:cNvSpPr>
            <a:spLocks noGrp="1"/>
          </p:cNvSpPr>
          <p:nvPr>
            <p:ph type="title"/>
          </p:nvPr>
        </p:nvSpPr>
        <p:spPr>
          <a:xfrm>
            <a:off x="1030084" y="853680"/>
            <a:ext cx="11517818" cy="805001"/>
          </a:xfrm>
        </p:spPr>
        <p:txBody>
          <a:bodyPr/>
          <a:lstStyle/>
          <a:p>
            <a:r>
              <a:rPr lang="en-GB" dirty="0"/>
              <a:t>Specifying a list of values – IN</a:t>
            </a:r>
          </a:p>
        </p:txBody>
      </p:sp>
      <p:sp>
        <p:nvSpPr>
          <p:cNvPr id="4" name="Rectangle 3"/>
          <p:cNvSpPr>
            <a:spLocks noChangeArrowheads="1"/>
          </p:cNvSpPr>
          <p:nvPr/>
        </p:nvSpPr>
        <p:spPr bwMode="auto">
          <a:xfrm>
            <a:off x="1727842" y="1458926"/>
            <a:ext cx="4182179" cy="2585323"/>
          </a:xfrm>
          <a:prstGeom prst="rect">
            <a:avLst/>
          </a:prstGeom>
          <a:solidFill>
            <a:schemeClr val="bg1">
              <a:lumMod val="85000"/>
            </a:schemeClr>
          </a:solidFill>
          <a:ln w="9525">
            <a:solidFill>
              <a:schemeClr val="tx1"/>
            </a:solidFill>
            <a:miter lim="800000"/>
            <a:headEnd/>
            <a:tailEnd/>
          </a:ln>
        </p:spPr>
        <p:txBody>
          <a:bodyPr wrap="square">
            <a:spAutoFit/>
          </a:bodyPr>
          <a:lstStyle/>
          <a:p>
            <a:r>
              <a:rPr lang="en-GB" dirty="0">
                <a:latin typeface="Lucida Console" pitchFamily="49" charset="0"/>
              </a:rPr>
              <a:t>SELECT</a:t>
            </a:r>
            <a:br>
              <a:rPr lang="en-GB" dirty="0">
                <a:latin typeface="Lucida Console" pitchFamily="49" charset="0"/>
              </a:rPr>
            </a:br>
            <a:r>
              <a:rPr lang="en-GB" dirty="0">
                <a:latin typeface="Lucida Console" pitchFamily="49" charset="0"/>
              </a:rPr>
              <a:t>  </a:t>
            </a:r>
            <a:r>
              <a:rPr lang="en-GB" dirty="0" err="1">
                <a:latin typeface="Lucida Console" pitchFamily="49" charset="0"/>
              </a:rPr>
              <a:t>ProductID</a:t>
            </a:r>
            <a:r>
              <a:rPr lang="en-GB" dirty="0">
                <a:latin typeface="Lucida Console" pitchFamily="49" charset="0"/>
              </a:rPr>
              <a:t>, </a:t>
            </a:r>
            <a:r>
              <a:rPr lang="en-GB" dirty="0" err="1">
                <a:latin typeface="Lucida Console" pitchFamily="49" charset="0"/>
              </a:rPr>
              <a:t>ProductName</a:t>
            </a:r>
            <a:r>
              <a:rPr lang="en-GB" dirty="0">
                <a:latin typeface="Lucida Console" pitchFamily="49" charset="0"/>
              </a:rPr>
              <a:t>,</a:t>
            </a:r>
            <a:br>
              <a:rPr lang="en-GB" dirty="0">
                <a:latin typeface="Lucida Console" pitchFamily="49" charset="0"/>
              </a:rPr>
            </a:br>
            <a:r>
              <a:rPr lang="en-GB" dirty="0">
                <a:latin typeface="Lucida Console" pitchFamily="49" charset="0"/>
              </a:rPr>
              <a:t>  </a:t>
            </a:r>
            <a:r>
              <a:rPr lang="en-GB" dirty="0" err="1">
                <a:latin typeface="Lucida Console" pitchFamily="49" charset="0"/>
              </a:rPr>
              <a:t>CategoryID</a:t>
            </a:r>
            <a:r>
              <a:rPr lang="en-GB" dirty="0">
                <a:latin typeface="Lucida Console" pitchFamily="49" charset="0"/>
              </a:rPr>
              <a:t>, </a:t>
            </a:r>
            <a:r>
              <a:rPr lang="en-GB" dirty="0" err="1">
                <a:latin typeface="Lucida Console" pitchFamily="49" charset="0"/>
              </a:rPr>
              <a:t>UnitPrice</a:t>
            </a:r>
            <a:br>
              <a:rPr lang="en-GB" dirty="0">
                <a:latin typeface="Lucida Console" pitchFamily="49" charset="0"/>
              </a:rPr>
            </a:br>
            <a:r>
              <a:rPr lang="en-GB" dirty="0">
                <a:latin typeface="Lucida Console" pitchFamily="49" charset="0"/>
              </a:rPr>
              <a:t>FROM</a:t>
            </a:r>
            <a:br>
              <a:rPr lang="en-GB" dirty="0">
                <a:latin typeface="Lucida Console" pitchFamily="49" charset="0"/>
              </a:rPr>
            </a:br>
            <a:r>
              <a:rPr lang="en-GB" dirty="0">
                <a:latin typeface="Lucida Console" pitchFamily="49" charset="0"/>
              </a:rPr>
              <a:t>  </a:t>
            </a:r>
            <a:r>
              <a:rPr lang="en-GB" dirty="0" err="1">
                <a:latin typeface="Lucida Console" pitchFamily="49" charset="0"/>
              </a:rPr>
              <a:t>dbo.Products</a:t>
            </a:r>
            <a:br>
              <a:rPr lang="en-GB" dirty="0">
                <a:latin typeface="Lucida Console" pitchFamily="49" charset="0"/>
              </a:rPr>
            </a:br>
            <a:r>
              <a:rPr lang="en-GB" dirty="0">
                <a:latin typeface="Lucida Console" pitchFamily="49" charset="0"/>
              </a:rPr>
              <a:t>WHERE</a:t>
            </a:r>
            <a:br>
              <a:rPr lang="en-GB" dirty="0">
                <a:latin typeface="Lucida Console" pitchFamily="49" charset="0"/>
              </a:rPr>
            </a:br>
            <a:r>
              <a:rPr lang="en-GB" dirty="0">
                <a:latin typeface="Lucida Console" pitchFamily="49" charset="0"/>
              </a:rPr>
              <a:t>  (</a:t>
            </a:r>
            <a:r>
              <a:rPr lang="en-GB" dirty="0" err="1">
                <a:latin typeface="Lucida Console" pitchFamily="49" charset="0"/>
              </a:rPr>
              <a:t>CategoryID</a:t>
            </a:r>
            <a:r>
              <a:rPr lang="en-GB" dirty="0">
                <a:latin typeface="Lucida Console" pitchFamily="49" charset="0"/>
              </a:rPr>
              <a:t> = 7 </a:t>
            </a:r>
            <a:br>
              <a:rPr lang="en-GB" dirty="0">
                <a:latin typeface="Lucida Console" pitchFamily="49" charset="0"/>
              </a:rPr>
            </a:br>
            <a:r>
              <a:rPr lang="en-GB" dirty="0">
                <a:latin typeface="Lucida Console" pitchFamily="49" charset="0"/>
              </a:rPr>
              <a:t>  OR </a:t>
            </a:r>
            <a:r>
              <a:rPr lang="en-GB" dirty="0" err="1">
                <a:latin typeface="Lucida Console" pitchFamily="49" charset="0"/>
              </a:rPr>
              <a:t>CategoryID</a:t>
            </a:r>
            <a:r>
              <a:rPr lang="en-GB" dirty="0">
                <a:latin typeface="Lucida Console" pitchFamily="49" charset="0"/>
              </a:rPr>
              <a:t> = 8)</a:t>
            </a:r>
            <a:br>
              <a:rPr lang="en-GB" dirty="0">
                <a:latin typeface="Lucida Console" pitchFamily="49" charset="0"/>
              </a:rPr>
            </a:br>
            <a:r>
              <a:rPr lang="en-GB" dirty="0">
                <a:latin typeface="Lucida Console" pitchFamily="49" charset="0"/>
              </a:rPr>
              <a:t>  AND </a:t>
            </a:r>
            <a:r>
              <a:rPr lang="en-GB" dirty="0" err="1">
                <a:latin typeface="Lucida Console" pitchFamily="49" charset="0"/>
              </a:rPr>
              <a:t>UnitPrice</a:t>
            </a:r>
            <a:r>
              <a:rPr lang="en-GB" dirty="0">
                <a:latin typeface="Lucida Console" pitchFamily="49" charset="0"/>
              </a:rPr>
              <a:t> &gt; 30</a:t>
            </a: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623612" y="4262193"/>
            <a:ext cx="4627832" cy="2339483"/>
          </a:xfrm>
          <a:prstGeom prst="rect">
            <a:avLst/>
          </a:prstGeom>
          <a:ln w="63500">
            <a:solidFill>
              <a:schemeClr val="bg1"/>
            </a:solidFill>
          </a:ln>
        </p:spPr>
      </p:pic>
      <p:sp>
        <p:nvSpPr>
          <p:cNvPr id="6" name="Rectangle 5"/>
          <p:cNvSpPr>
            <a:spLocks noChangeArrowheads="1"/>
          </p:cNvSpPr>
          <p:nvPr/>
        </p:nvSpPr>
        <p:spPr bwMode="auto">
          <a:xfrm>
            <a:off x="6160356" y="1612815"/>
            <a:ext cx="4182179" cy="2308324"/>
          </a:xfrm>
          <a:prstGeom prst="rect">
            <a:avLst/>
          </a:prstGeom>
          <a:solidFill>
            <a:schemeClr val="bg1">
              <a:lumMod val="85000"/>
            </a:schemeClr>
          </a:solidFill>
          <a:ln w="9525">
            <a:solidFill>
              <a:schemeClr val="tx1"/>
            </a:solidFill>
            <a:miter lim="800000"/>
            <a:headEnd/>
            <a:tailEnd/>
          </a:ln>
        </p:spPr>
        <p:txBody>
          <a:bodyPr wrap="square">
            <a:spAutoFit/>
          </a:bodyPr>
          <a:lstStyle/>
          <a:p>
            <a:r>
              <a:rPr lang="en-GB" dirty="0">
                <a:latin typeface="Lucida Console" pitchFamily="49" charset="0"/>
              </a:rPr>
              <a:t>SELECT</a:t>
            </a:r>
            <a:br>
              <a:rPr lang="en-GB" dirty="0">
                <a:latin typeface="Lucida Console" pitchFamily="49" charset="0"/>
              </a:rPr>
            </a:br>
            <a:r>
              <a:rPr lang="en-GB" dirty="0">
                <a:latin typeface="Lucida Console" pitchFamily="49" charset="0"/>
              </a:rPr>
              <a:t>  </a:t>
            </a:r>
            <a:r>
              <a:rPr lang="en-GB" dirty="0" err="1">
                <a:latin typeface="Lucida Console" pitchFamily="49" charset="0"/>
              </a:rPr>
              <a:t>ProductID</a:t>
            </a:r>
            <a:r>
              <a:rPr lang="en-GB" dirty="0">
                <a:latin typeface="Lucida Console" pitchFamily="49" charset="0"/>
              </a:rPr>
              <a:t>, </a:t>
            </a:r>
            <a:r>
              <a:rPr lang="en-GB" dirty="0" err="1">
                <a:latin typeface="Lucida Console" pitchFamily="49" charset="0"/>
              </a:rPr>
              <a:t>ProductName</a:t>
            </a:r>
            <a:r>
              <a:rPr lang="en-GB" dirty="0">
                <a:latin typeface="Lucida Console" pitchFamily="49" charset="0"/>
              </a:rPr>
              <a:t>,</a:t>
            </a:r>
            <a:br>
              <a:rPr lang="en-GB" dirty="0">
                <a:latin typeface="Lucida Console" pitchFamily="49" charset="0"/>
              </a:rPr>
            </a:br>
            <a:r>
              <a:rPr lang="en-GB" dirty="0">
                <a:latin typeface="Lucida Console" pitchFamily="49" charset="0"/>
              </a:rPr>
              <a:t>  </a:t>
            </a:r>
            <a:r>
              <a:rPr lang="en-GB" dirty="0" err="1">
                <a:latin typeface="Lucida Console" pitchFamily="49" charset="0"/>
              </a:rPr>
              <a:t>CategoryID</a:t>
            </a:r>
            <a:r>
              <a:rPr lang="en-GB" dirty="0">
                <a:latin typeface="Lucida Console" pitchFamily="49" charset="0"/>
              </a:rPr>
              <a:t>, </a:t>
            </a:r>
            <a:r>
              <a:rPr lang="en-GB" dirty="0" err="1">
                <a:latin typeface="Lucida Console" pitchFamily="49" charset="0"/>
              </a:rPr>
              <a:t>UnitPrice</a:t>
            </a:r>
            <a:br>
              <a:rPr lang="en-GB" dirty="0">
                <a:latin typeface="Lucida Console" pitchFamily="49" charset="0"/>
              </a:rPr>
            </a:br>
            <a:r>
              <a:rPr lang="en-GB" dirty="0">
                <a:latin typeface="Lucida Console" pitchFamily="49" charset="0"/>
              </a:rPr>
              <a:t>FROM</a:t>
            </a:r>
            <a:br>
              <a:rPr lang="en-GB" dirty="0">
                <a:latin typeface="Lucida Console" pitchFamily="49" charset="0"/>
              </a:rPr>
            </a:br>
            <a:r>
              <a:rPr lang="en-GB" dirty="0">
                <a:latin typeface="Lucida Console" pitchFamily="49" charset="0"/>
              </a:rPr>
              <a:t>  </a:t>
            </a:r>
            <a:r>
              <a:rPr lang="en-GB" dirty="0" err="1">
                <a:latin typeface="Lucida Console" pitchFamily="49" charset="0"/>
              </a:rPr>
              <a:t>dbo.Products</a:t>
            </a:r>
            <a:br>
              <a:rPr lang="en-GB" dirty="0">
                <a:latin typeface="Lucida Console" pitchFamily="49" charset="0"/>
              </a:rPr>
            </a:br>
            <a:r>
              <a:rPr lang="en-GB" dirty="0">
                <a:latin typeface="Lucida Console" pitchFamily="49" charset="0"/>
              </a:rPr>
              <a:t>WHERE</a:t>
            </a:r>
            <a:br>
              <a:rPr lang="en-GB" dirty="0">
                <a:latin typeface="Lucida Console" pitchFamily="49" charset="0"/>
              </a:rPr>
            </a:br>
            <a:r>
              <a:rPr lang="en-GB" dirty="0">
                <a:latin typeface="Lucida Console" pitchFamily="49" charset="0"/>
              </a:rPr>
              <a:t>  </a:t>
            </a:r>
            <a:r>
              <a:rPr lang="en-GB" dirty="0" err="1">
                <a:latin typeface="Lucida Console" pitchFamily="49" charset="0"/>
              </a:rPr>
              <a:t>CategoryID</a:t>
            </a:r>
            <a:r>
              <a:rPr lang="en-GB" dirty="0">
                <a:latin typeface="Lucida Console" pitchFamily="49" charset="0"/>
              </a:rPr>
              <a:t> </a:t>
            </a:r>
            <a:r>
              <a:rPr lang="en-GB" b="1" dirty="0">
                <a:latin typeface="Lucida Console" pitchFamily="49" charset="0"/>
              </a:rPr>
              <a:t>IN (</a:t>
            </a:r>
            <a:r>
              <a:rPr lang="en-GB" dirty="0">
                <a:latin typeface="Lucida Console" pitchFamily="49" charset="0"/>
              </a:rPr>
              <a:t>7</a:t>
            </a:r>
            <a:r>
              <a:rPr lang="en-GB" b="1" dirty="0">
                <a:latin typeface="Lucida Console" pitchFamily="49" charset="0"/>
              </a:rPr>
              <a:t>,</a:t>
            </a:r>
            <a:r>
              <a:rPr lang="en-GB" dirty="0">
                <a:latin typeface="Lucida Console" pitchFamily="49" charset="0"/>
              </a:rPr>
              <a:t> 8</a:t>
            </a:r>
            <a:r>
              <a:rPr lang="en-GB" b="1" dirty="0">
                <a:latin typeface="Lucida Console" pitchFamily="49" charset="0"/>
              </a:rPr>
              <a:t>)</a:t>
            </a:r>
            <a:br>
              <a:rPr lang="en-GB" dirty="0">
                <a:latin typeface="Lucida Console" pitchFamily="49" charset="0"/>
              </a:rPr>
            </a:br>
            <a:r>
              <a:rPr lang="en-GB" dirty="0">
                <a:latin typeface="Lucida Console" pitchFamily="49" charset="0"/>
              </a:rPr>
              <a:t>  AND </a:t>
            </a:r>
            <a:r>
              <a:rPr lang="en-GB" dirty="0" err="1">
                <a:latin typeface="Lucida Console" pitchFamily="49" charset="0"/>
              </a:rPr>
              <a:t>UnitPrice</a:t>
            </a:r>
            <a:r>
              <a:rPr lang="en-GB" dirty="0">
                <a:latin typeface="Lucida Console" pitchFamily="49" charset="0"/>
              </a:rPr>
              <a:t> &gt; 30</a:t>
            </a:r>
          </a:p>
        </p:txBody>
      </p:sp>
    </p:spTree>
    <p:extLst>
      <p:ext uri="{BB962C8B-B14F-4D97-AF65-F5344CB8AC3E}">
        <p14:creationId xmlns:p14="http://schemas.microsoft.com/office/powerpoint/2010/main" val="5612359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 name="Straight Connector 7"/>
          <p:cNvCxnSpPr>
            <a:stCxn id="6" idx="3"/>
            <a:endCxn id="3" idx="3"/>
          </p:cNvCxnSpPr>
          <p:nvPr/>
        </p:nvCxnSpPr>
        <p:spPr bwMode="auto">
          <a:xfrm flipH="1">
            <a:off x="8230159" y="2613089"/>
            <a:ext cx="2057974" cy="2667699"/>
          </a:xfrm>
          <a:prstGeom prst="line">
            <a:avLst/>
          </a:prstGeom>
          <a:solidFill>
            <a:schemeClr val="accent1"/>
          </a:solidFill>
          <a:ln w="9525" cap="flat" cmpd="sng" algn="ctr">
            <a:solidFill>
              <a:schemeClr val="tx1"/>
            </a:solidFill>
            <a:prstDash val="dash"/>
            <a:round/>
            <a:headEnd type="none" w="med" len="med"/>
            <a:tailEnd type="none" w="med" len="med"/>
          </a:ln>
          <a:effectLst/>
        </p:spPr>
      </p:cxnSp>
      <p:cxnSp>
        <p:nvCxnSpPr>
          <p:cNvPr id="10" name="Straight Connector 9"/>
          <p:cNvCxnSpPr>
            <a:stCxn id="5" idx="1"/>
            <a:endCxn id="3" idx="1"/>
          </p:cNvCxnSpPr>
          <p:nvPr/>
        </p:nvCxnSpPr>
        <p:spPr bwMode="auto">
          <a:xfrm>
            <a:off x="1727842" y="2613089"/>
            <a:ext cx="2098503" cy="2667699"/>
          </a:xfrm>
          <a:prstGeom prst="line">
            <a:avLst/>
          </a:prstGeom>
          <a:solidFill>
            <a:schemeClr val="accent1"/>
          </a:solidFill>
          <a:ln w="9525" cap="flat" cmpd="sng" algn="ctr">
            <a:solidFill>
              <a:schemeClr val="tx1"/>
            </a:solidFill>
            <a:prstDash val="dash"/>
            <a:round/>
            <a:headEnd type="none" w="med" len="med"/>
            <a:tailEnd type="none" w="med" len="med"/>
          </a:ln>
          <a:effectLst/>
        </p:spPr>
      </p:cxnSp>
      <p:sp>
        <p:nvSpPr>
          <p:cNvPr id="2" name="Title 1"/>
          <p:cNvSpPr>
            <a:spLocks noGrp="1"/>
          </p:cNvSpPr>
          <p:nvPr>
            <p:ph type="title"/>
          </p:nvPr>
        </p:nvSpPr>
        <p:spPr>
          <a:xfrm>
            <a:off x="674182" y="890661"/>
            <a:ext cx="11517818" cy="805001"/>
          </a:xfrm>
        </p:spPr>
        <p:txBody>
          <a:bodyPr/>
          <a:lstStyle/>
          <a:p>
            <a:r>
              <a:rPr lang="en-GB" dirty="0"/>
              <a:t>Specifying a range of values – BETWEEN</a:t>
            </a:r>
          </a:p>
        </p:txBody>
      </p:sp>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826345" y="4098782"/>
            <a:ext cx="4403814" cy="2364011"/>
          </a:xfrm>
          <a:prstGeom prst="rect">
            <a:avLst/>
          </a:prstGeom>
          <a:ln w="63500">
            <a:solidFill>
              <a:schemeClr val="bg1"/>
            </a:solidFill>
          </a:ln>
        </p:spPr>
      </p:pic>
      <p:sp>
        <p:nvSpPr>
          <p:cNvPr id="5" name="Rectangle 4"/>
          <p:cNvSpPr>
            <a:spLocks noChangeArrowheads="1"/>
          </p:cNvSpPr>
          <p:nvPr/>
        </p:nvSpPr>
        <p:spPr bwMode="auto">
          <a:xfrm>
            <a:off x="1727842" y="1458927"/>
            <a:ext cx="4182179" cy="2308324"/>
          </a:xfrm>
          <a:prstGeom prst="rect">
            <a:avLst/>
          </a:prstGeom>
          <a:solidFill>
            <a:schemeClr val="bg1">
              <a:lumMod val="85000"/>
            </a:schemeClr>
          </a:solidFill>
          <a:ln w="9525">
            <a:solidFill>
              <a:schemeClr val="tx1"/>
            </a:solidFill>
            <a:miter lim="800000"/>
            <a:headEnd/>
            <a:tailEnd/>
          </a:ln>
        </p:spPr>
        <p:txBody>
          <a:bodyPr wrap="square">
            <a:spAutoFit/>
          </a:bodyPr>
          <a:lstStyle/>
          <a:p>
            <a:r>
              <a:rPr lang="en-GB" dirty="0">
                <a:latin typeface="Lucida Console" pitchFamily="49" charset="0"/>
              </a:rPr>
              <a:t>SELECT</a:t>
            </a:r>
            <a:br>
              <a:rPr lang="en-GB" dirty="0">
                <a:latin typeface="Lucida Console" pitchFamily="49" charset="0"/>
              </a:rPr>
            </a:br>
            <a:r>
              <a:rPr lang="en-GB" dirty="0">
                <a:latin typeface="Lucida Console" pitchFamily="49" charset="0"/>
              </a:rPr>
              <a:t>  </a:t>
            </a:r>
            <a:r>
              <a:rPr lang="en-GB" dirty="0" err="1">
                <a:latin typeface="Lucida Console" pitchFamily="49" charset="0"/>
              </a:rPr>
              <a:t>ProductID</a:t>
            </a:r>
            <a:r>
              <a:rPr lang="en-GB" dirty="0">
                <a:latin typeface="Lucida Console" pitchFamily="49" charset="0"/>
              </a:rPr>
              <a:t>, </a:t>
            </a:r>
            <a:r>
              <a:rPr lang="en-GB" dirty="0" err="1">
                <a:latin typeface="Lucida Console" pitchFamily="49" charset="0"/>
              </a:rPr>
              <a:t>ProductName</a:t>
            </a:r>
            <a:r>
              <a:rPr lang="en-GB" dirty="0">
                <a:latin typeface="Lucida Console" pitchFamily="49" charset="0"/>
              </a:rPr>
              <a:t>,</a:t>
            </a:r>
            <a:br>
              <a:rPr lang="en-GB" dirty="0">
                <a:latin typeface="Lucida Console" pitchFamily="49" charset="0"/>
              </a:rPr>
            </a:br>
            <a:r>
              <a:rPr lang="en-GB" dirty="0">
                <a:latin typeface="Lucida Console" pitchFamily="49" charset="0"/>
              </a:rPr>
              <a:t>  </a:t>
            </a:r>
            <a:r>
              <a:rPr lang="en-GB" dirty="0" err="1">
                <a:latin typeface="Lucida Console" pitchFamily="49" charset="0"/>
              </a:rPr>
              <a:t>UnitPrice</a:t>
            </a:r>
            <a:br>
              <a:rPr lang="en-GB" dirty="0">
                <a:latin typeface="Lucida Console" pitchFamily="49" charset="0"/>
              </a:rPr>
            </a:br>
            <a:r>
              <a:rPr lang="en-GB" dirty="0">
                <a:latin typeface="Lucida Console" pitchFamily="49" charset="0"/>
              </a:rPr>
              <a:t>FROM</a:t>
            </a:r>
            <a:br>
              <a:rPr lang="en-GB" dirty="0">
                <a:latin typeface="Lucida Console" pitchFamily="49" charset="0"/>
              </a:rPr>
            </a:br>
            <a:r>
              <a:rPr lang="en-GB" dirty="0">
                <a:latin typeface="Lucida Console" pitchFamily="49" charset="0"/>
              </a:rPr>
              <a:t>  </a:t>
            </a:r>
            <a:r>
              <a:rPr lang="en-GB" dirty="0" err="1">
                <a:latin typeface="Lucida Console" pitchFamily="49" charset="0"/>
              </a:rPr>
              <a:t>dbo.Products</a:t>
            </a:r>
            <a:br>
              <a:rPr lang="en-GB" dirty="0">
                <a:latin typeface="Lucida Console" pitchFamily="49" charset="0"/>
              </a:rPr>
            </a:br>
            <a:r>
              <a:rPr lang="en-GB" dirty="0">
                <a:latin typeface="Lucida Console" pitchFamily="49" charset="0"/>
              </a:rPr>
              <a:t>WHERE</a:t>
            </a:r>
            <a:br>
              <a:rPr lang="en-GB" dirty="0">
                <a:latin typeface="Lucida Console" pitchFamily="49" charset="0"/>
              </a:rPr>
            </a:br>
            <a:r>
              <a:rPr lang="en-GB" dirty="0">
                <a:latin typeface="Lucida Console" pitchFamily="49" charset="0"/>
              </a:rPr>
              <a:t>  </a:t>
            </a:r>
            <a:r>
              <a:rPr lang="en-GB" dirty="0" err="1">
                <a:latin typeface="Lucida Console" pitchFamily="49" charset="0"/>
              </a:rPr>
              <a:t>UnitPrice</a:t>
            </a:r>
            <a:r>
              <a:rPr lang="en-GB" dirty="0">
                <a:latin typeface="Lucida Console" pitchFamily="49" charset="0"/>
              </a:rPr>
              <a:t> &gt;= 35 </a:t>
            </a:r>
            <a:br>
              <a:rPr lang="en-GB" dirty="0">
                <a:latin typeface="Lucida Console" pitchFamily="49" charset="0"/>
              </a:rPr>
            </a:br>
            <a:r>
              <a:rPr lang="en-GB" dirty="0">
                <a:latin typeface="Lucida Console" pitchFamily="49" charset="0"/>
              </a:rPr>
              <a:t>  AND </a:t>
            </a:r>
            <a:r>
              <a:rPr lang="en-GB" dirty="0" err="1">
                <a:latin typeface="Lucida Console" pitchFamily="49" charset="0"/>
              </a:rPr>
              <a:t>UnitPrice</a:t>
            </a:r>
            <a:r>
              <a:rPr lang="en-GB" dirty="0">
                <a:latin typeface="Lucida Console" pitchFamily="49" charset="0"/>
              </a:rPr>
              <a:t> &lt;= 40</a:t>
            </a:r>
          </a:p>
        </p:txBody>
      </p:sp>
      <p:sp>
        <p:nvSpPr>
          <p:cNvPr id="6" name="Rectangle 5"/>
          <p:cNvSpPr>
            <a:spLocks noChangeArrowheads="1"/>
          </p:cNvSpPr>
          <p:nvPr/>
        </p:nvSpPr>
        <p:spPr bwMode="auto">
          <a:xfrm>
            <a:off x="6105954" y="1458927"/>
            <a:ext cx="4182179" cy="2308324"/>
          </a:xfrm>
          <a:prstGeom prst="rect">
            <a:avLst/>
          </a:prstGeom>
          <a:solidFill>
            <a:schemeClr val="bg1">
              <a:lumMod val="85000"/>
            </a:schemeClr>
          </a:solidFill>
          <a:ln w="9525">
            <a:solidFill>
              <a:schemeClr val="tx1"/>
            </a:solidFill>
            <a:miter lim="800000"/>
            <a:headEnd/>
            <a:tailEnd/>
          </a:ln>
        </p:spPr>
        <p:txBody>
          <a:bodyPr wrap="square">
            <a:spAutoFit/>
          </a:bodyPr>
          <a:lstStyle/>
          <a:p>
            <a:r>
              <a:rPr lang="en-GB" dirty="0">
                <a:latin typeface="Lucida Console" pitchFamily="49" charset="0"/>
              </a:rPr>
              <a:t>SELECT</a:t>
            </a:r>
            <a:br>
              <a:rPr lang="en-GB" dirty="0">
                <a:latin typeface="Lucida Console" pitchFamily="49" charset="0"/>
              </a:rPr>
            </a:br>
            <a:r>
              <a:rPr lang="en-GB" dirty="0">
                <a:latin typeface="Lucida Console" pitchFamily="49" charset="0"/>
              </a:rPr>
              <a:t>  </a:t>
            </a:r>
            <a:r>
              <a:rPr lang="en-GB" dirty="0" err="1">
                <a:latin typeface="Lucida Console" pitchFamily="49" charset="0"/>
              </a:rPr>
              <a:t>ProductID</a:t>
            </a:r>
            <a:r>
              <a:rPr lang="en-GB" dirty="0">
                <a:latin typeface="Lucida Console" pitchFamily="49" charset="0"/>
              </a:rPr>
              <a:t>, </a:t>
            </a:r>
            <a:r>
              <a:rPr lang="en-GB" dirty="0" err="1">
                <a:latin typeface="Lucida Console" pitchFamily="49" charset="0"/>
              </a:rPr>
              <a:t>ProductName</a:t>
            </a:r>
            <a:r>
              <a:rPr lang="en-GB" dirty="0">
                <a:latin typeface="Lucida Console" pitchFamily="49" charset="0"/>
              </a:rPr>
              <a:t>,</a:t>
            </a:r>
            <a:br>
              <a:rPr lang="en-GB" dirty="0">
                <a:latin typeface="Lucida Console" pitchFamily="49" charset="0"/>
              </a:rPr>
            </a:br>
            <a:r>
              <a:rPr lang="en-GB" dirty="0">
                <a:latin typeface="Lucida Console" pitchFamily="49" charset="0"/>
              </a:rPr>
              <a:t>  </a:t>
            </a:r>
            <a:r>
              <a:rPr lang="en-GB" dirty="0" err="1">
                <a:latin typeface="Lucida Console" pitchFamily="49" charset="0"/>
              </a:rPr>
              <a:t>UnitPrice</a:t>
            </a:r>
            <a:br>
              <a:rPr lang="en-GB" dirty="0">
                <a:latin typeface="Lucida Console" pitchFamily="49" charset="0"/>
              </a:rPr>
            </a:br>
            <a:r>
              <a:rPr lang="en-GB" dirty="0">
                <a:latin typeface="Lucida Console" pitchFamily="49" charset="0"/>
              </a:rPr>
              <a:t>FROM</a:t>
            </a:r>
            <a:br>
              <a:rPr lang="en-GB" dirty="0">
                <a:latin typeface="Lucida Console" pitchFamily="49" charset="0"/>
              </a:rPr>
            </a:br>
            <a:r>
              <a:rPr lang="en-GB" dirty="0">
                <a:latin typeface="Lucida Console" pitchFamily="49" charset="0"/>
              </a:rPr>
              <a:t>  </a:t>
            </a:r>
            <a:r>
              <a:rPr lang="en-GB" dirty="0" err="1">
                <a:latin typeface="Lucida Console" pitchFamily="49" charset="0"/>
              </a:rPr>
              <a:t>dbo.Products</a:t>
            </a:r>
            <a:br>
              <a:rPr lang="en-GB" dirty="0">
                <a:latin typeface="Lucida Console" pitchFamily="49" charset="0"/>
              </a:rPr>
            </a:br>
            <a:r>
              <a:rPr lang="en-GB" dirty="0">
                <a:latin typeface="Lucida Console" pitchFamily="49" charset="0"/>
              </a:rPr>
              <a:t>WHERE</a:t>
            </a:r>
            <a:br>
              <a:rPr lang="en-GB" dirty="0">
                <a:latin typeface="Lucida Console" pitchFamily="49" charset="0"/>
              </a:rPr>
            </a:br>
            <a:r>
              <a:rPr lang="en-GB" dirty="0">
                <a:latin typeface="Lucida Console" pitchFamily="49" charset="0"/>
              </a:rPr>
              <a:t>  </a:t>
            </a:r>
            <a:r>
              <a:rPr lang="en-GB" dirty="0" err="1">
                <a:latin typeface="Lucida Console" pitchFamily="49" charset="0"/>
              </a:rPr>
              <a:t>UnitPrice</a:t>
            </a:r>
            <a:br>
              <a:rPr lang="en-GB" dirty="0">
                <a:latin typeface="Lucida Console" pitchFamily="49" charset="0"/>
              </a:rPr>
            </a:br>
            <a:r>
              <a:rPr lang="en-GB" dirty="0">
                <a:latin typeface="Lucida Console" pitchFamily="49" charset="0"/>
              </a:rPr>
              <a:t>    </a:t>
            </a:r>
            <a:r>
              <a:rPr lang="en-GB" b="1" dirty="0">
                <a:latin typeface="Lucida Console" pitchFamily="49" charset="0"/>
              </a:rPr>
              <a:t>BETWEEN</a:t>
            </a:r>
            <a:r>
              <a:rPr lang="en-GB" dirty="0">
                <a:latin typeface="Lucida Console" pitchFamily="49" charset="0"/>
              </a:rPr>
              <a:t> 35 </a:t>
            </a:r>
            <a:r>
              <a:rPr lang="en-GB" b="1" dirty="0">
                <a:latin typeface="Lucida Console" pitchFamily="49" charset="0"/>
              </a:rPr>
              <a:t>AND</a:t>
            </a:r>
            <a:r>
              <a:rPr lang="en-GB" dirty="0">
                <a:latin typeface="Lucida Console" pitchFamily="49" charset="0"/>
              </a:rPr>
              <a:t> 40</a:t>
            </a:r>
          </a:p>
        </p:txBody>
      </p:sp>
    </p:spTree>
    <p:extLst>
      <p:ext uri="{BB962C8B-B14F-4D97-AF65-F5344CB8AC3E}">
        <p14:creationId xmlns:p14="http://schemas.microsoft.com/office/powerpoint/2010/main" val="31265719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97171" y="855356"/>
            <a:ext cx="11517818" cy="805001"/>
          </a:xfrm>
        </p:spPr>
        <p:txBody>
          <a:bodyPr/>
          <a:lstStyle/>
          <a:p>
            <a:r>
              <a:rPr lang="en-GB" dirty="0"/>
              <a:t>String comparisons – LIKE</a:t>
            </a:r>
          </a:p>
        </p:txBody>
      </p:sp>
      <p:sp>
        <p:nvSpPr>
          <p:cNvPr id="4" name="Rectangle 3"/>
          <p:cNvSpPr>
            <a:spLocks noChangeArrowheads="1"/>
          </p:cNvSpPr>
          <p:nvPr/>
        </p:nvSpPr>
        <p:spPr bwMode="auto">
          <a:xfrm>
            <a:off x="1882822" y="1535127"/>
            <a:ext cx="3608742" cy="1815882"/>
          </a:xfrm>
          <a:prstGeom prst="rect">
            <a:avLst/>
          </a:prstGeom>
          <a:solidFill>
            <a:schemeClr val="bg1">
              <a:lumMod val="85000"/>
            </a:schemeClr>
          </a:solidFill>
          <a:ln w="9525">
            <a:solidFill>
              <a:schemeClr val="tx1"/>
            </a:solidFill>
            <a:miter lim="800000"/>
            <a:headEnd/>
            <a:tailEnd/>
          </a:ln>
        </p:spPr>
        <p:txBody>
          <a:bodyPr wrap="square">
            <a:spAutoFit/>
          </a:bodyPr>
          <a:lstStyle/>
          <a:p>
            <a:r>
              <a:rPr lang="en-GB" sz="1600" dirty="0">
                <a:latin typeface="Lucida Console" pitchFamily="49" charset="0"/>
              </a:rPr>
              <a:t>SELECT</a:t>
            </a:r>
            <a:br>
              <a:rPr lang="en-GB" sz="1600" dirty="0">
                <a:latin typeface="Lucida Console" pitchFamily="49" charset="0"/>
              </a:rPr>
            </a:br>
            <a:r>
              <a:rPr lang="en-GB" sz="1600" dirty="0">
                <a:latin typeface="Lucida Console" pitchFamily="49" charset="0"/>
              </a:rPr>
              <a:t>  </a:t>
            </a:r>
            <a:r>
              <a:rPr lang="en-GB" sz="1600" dirty="0" err="1">
                <a:latin typeface="Lucida Console" pitchFamily="49" charset="0"/>
              </a:rPr>
              <a:t>FirstName</a:t>
            </a:r>
            <a:r>
              <a:rPr lang="en-GB" sz="1600" dirty="0">
                <a:latin typeface="Lucida Console" pitchFamily="49" charset="0"/>
              </a:rPr>
              <a:t>, </a:t>
            </a:r>
            <a:r>
              <a:rPr lang="en-GB" sz="1600" dirty="0" err="1">
                <a:latin typeface="Lucida Console" pitchFamily="49" charset="0"/>
              </a:rPr>
              <a:t>LastName</a:t>
            </a:r>
            <a:r>
              <a:rPr lang="en-GB" sz="1600" dirty="0">
                <a:latin typeface="Lucida Console" pitchFamily="49" charset="0"/>
              </a:rPr>
              <a:t>,</a:t>
            </a:r>
            <a:br>
              <a:rPr lang="en-GB" sz="1600" dirty="0">
                <a:latin typeface="Lucida Console" pitchFamily="49" charset="0"/>
              </a:rPr>
            </a:br>
            <a:r>
              <a:rPr lang="en-GB" sz="1600" dirty="0">
                <a:latin typeface="Lucida Console" pitchFamily="49" charset="0"/>
              </a:rPr>
              <a:t>  Title</a:t>
            </a:r>
            <a:br>
              <a:rPr lang="en-GB" sz="1600" dirty="0">
                <a:latin typeface="Lucida Console" pitchFamily="49" charset="0"/>
              </a:rPr>
            </a:br>
            <a:r>
              <a:rPr lang="en-GB" sz="1600" dirty="0">
                <a:latin typeface="Lucida Console" pitchFamily="49" charset="0"/>
              </a:rPr>
              <a:t>FROM</a:t>
            </a:r>
            <a:br>
              <a:rPr lang="en-GB" sz="1600" dirty="0">
                <a:latin typeface="Lucida Console" pitchFamily="49" charset="0"/>
              </a:rPr>
            </a:br>
            <a:r>
              <a:rPr lang="en-GB" sz="1600" dirty="0">
                <a:latin typeface="Lucida Console" pitchFamily="49" charset="0"/>
              </a:rPr>
              <a:t>  </a:t>
            </a:r>
            <a:r>
              <a:rPr lang="en-GB" sz="1600" dirty="0" err="1">
                <a:latin typeface="Lucida Console" pitchFamily="49" charset="0"/>
              </a:rPr>
              <a:t>dbo.Employees</a:t>
            </a:r>
            <a:br>
              <a:rPr lang="en-GB" sz="1600" dirty="0">
                <a:latin typeface="Lucida Console" pitchFamily="49" charset="0"/>
              </a:rPr>
            </a:br>
            <a:r>
              <a:rPr lang="en-GB" sz="1600" dirty="0">
                <a:latin typeface="Lucida Console" pitchFamily="49" charset="0"/>
              </a:rPr>
              <a:t>WHERE</a:t>
            </a:r>
            <a:br>
              <a:rPr lang="en-GB" sz="1600" dirty="0">
                <a:latin typeface="Lucida Console" pitchFamily="49" charset="0"/>
              </a:rPr>
            </a:br>
            <a:r>
              <a:rPr lang="en-GB" sz="1600" dirty="0">
                <a:latin typeface="Lucida Console" pitchFamily="49" charset="0"/>
              </a:rPr>
              <a:t>  Title </a:t>
            </a:r>
            <a:r>
              <a:rPr lang="en-GB" sz="1600" b="1" dirty="0">
                <a:latin typeface="Lucida Console" pitchFamily="49" charset="0"/>
              </a:rPr>
              <a:t>LIKE</a:t>
            </a:r>
            <a:r>
              <a:rPr lang="en-GB" sz="1600" dirty="0">
                <a:latin typeface="Lucida Console" pitchFamily="49" charset="0"/>
              </a:rPr>
              <a:t> ‘Sales</a:t>
            </a:r>
            <a:r>
              <a:rPr lang="en-GB" sz="1600" b="1" dirty="0">
                <a:latin typeface="Lucida Console" pitchFamily="49" charset="0"/>
              </a:rPr>
              <a:t>%</a:t>
            </a:r>
            <a:r>
              <a:rPr lang="en-GB" sz="1600" dirty="0">
                <a:latin typeface="Lucida Console" pitchFamily="49" charset="0"/>
              </a:rPr>
              <a:t>’</a:t>
            </a:r>
          </a:p>
        </p:txBody>
      </p:sp>
      <p:sp>
        <p:nvSpPr>
          <p:cNvPr id="5" name="Rectangle 4"/>
          <p:cNvSpPr>
            <a:spLocks noChangeArrowheads="1"/>
          </p:cNvSpPr>
          <p:nvPr/>
        </p:nvSpPr>
        <p:spPr bwMode="auto">
          <a:xfrm>
            <a:off x="6204276" y="1536244"/>
            <a:ext cx="3608742" cy="1815882"/>
          </a:xfrm>
          <a:prstGeom prst="rect">
            <a:avLst/>
          </a:prstGeom>
          <a:solidFill>
            <a:schemeClr val="bg1">
              <a:lumMod val="85000"/>
            </a:schemeClr>
          </a:solidFill>
          <a:ln w="9525">
            <a:solidFill>
              <a:schemeClr val="tx1"/>
            </a:solidFill>
            <a:miter lim="800000"/>
            <a:headEnd/>
            <a:tailEnd/>
          </a:ln>
        </p:spPr>
        <p:txBody>
          <a:bodyPr wrap="square">
            <a:spAutoFit/>
          </a:bodyPr>
          <a:lstStyle/>
          <a:p>
            <a:r>
              <a:rPr lang="en-GB" sz="1600" dirty="0">
                <a:latin typeface="Lucida Console" pitchFamily="49" charset="0"/>
              </a:rPr>
              <a:t>SELECT</a:t>
            </a:r>
            <a:br>
              <a:rPr lang="en-GB" sz="1600" dirty="0">
                <a:latin typeface="Lucida Console" pitchFamily="49" charset="0"/>
              </a:rPr>
            </a:br>
            <a:r>
              <a:rPr lang="en-GB" sz="1600" dirty="0">
                <a:latin typeface="Lucida Console" pitchFamily="49" charset="0"/>
              </a:rPr>
              <a:t>  </a:t>
            </a:r>
            <a:r>
              <a:rPr lang="en-GB" sz="1600" dirty="0" err="1">
                <a:latin typeface="Lucida Console" pitchFamily="49" charset="0"/>
              </a:rPr>
              <a:t>FirstName</a:t>
            </a:r>
            <a:r>
              <a:rPr lang="en-GB" sz="1600" dirty="0">
                <a:latin typeface="Lucida Console" pitchFamily="49" charset="0"/>
              </a:rPr>
              <a:t>, </a:t>
            </a:r>
            <a:r>
              <a:rPr lang="en-GB" sz="1600" dirty="0" err="1">
                <a:latin typeface="Lucida Console" pitchFamily="49" charset="0"/>
              </a:rPr>
              <a:t>LastName</a:t>
            </a:r>
            <a:r>
              <a:rPr lang="en-GB" sz="1600" dirty="0">
                <a:latin typeface="Lucida Console" pitchFamily="49" charset="0"/>
              </a:rPr>
              <a:t>,</a:t>
            </a:r>
            <a:br>
              <a:rPr lang="en-GB" sz="1600" dirty="0">
                <a:latin typeface="Lucida Console" pitchFamily="49" charset="0"/>
              </a:rPr>
            </a:br>
            <a:r>
              <a:rPr lang="en-GB" sz="1600" dirty="0">
                <a:latin typeface="Lucida Console" pitchFamily="49" charset="0"/>
              </a:rPr>
              <a:t>  Title</a:t>
            </a:r>
            <a:br>
              <a:rPr lang="en-GB" sz="1600" dirty="0">
                <a:latin typeface="Lucida Console" pitchFamily="49" charset="0"/>
              </a:rPr>
            </a:br>
            <a:r>
              <a:rPr lang="en-GB" sz="1600" dirty="0">
                <a:latin typeface="Lucida Console" pitchFamily="49" charset="0"/>
              </a:rPr>
              <a:t>FROM</a:t>
            </a:r>
            <a:br>
              <a:rPr lang="en-GB" sz="1600" dirty="0">
                <a:latin typeface="Lucida Console" pitchFamily="49" charset="0"/>
              </a:rPr>
            </a:br>
            <a:r>
              <a:rPr lang="en-GB" sz="1600" dirty="0">
                <a:latin typeface="Lucida Console" pitchFamily="49" charset="0"/>
              </a:rPr>
              <a:t>  </a:t>
            </a:r>
            <a:r>
              <a:rPr lang="en-GB" sz="1600" dirty="0" err="1">
                <a:latin typeface="Lucida Console" pitchFamily="49" charset="0"/>
              </a:rPr>
              <a:t>dbo.Employees</a:t>
            </a:r>
            <a:br>
              <a:rPr lang="en-GB" sz="1600" dirty="0">
                <a:latin typeface="Lucida Console" pitchFamily="49" charset="0"/>
              </a:rPr>
            </a:br>
            <a:r>
              <a:rPr lang="en-GB" sz="1600" dirty="0">
                <a:latin typeface="Lucida Console" pitchFamily="49" charset="0"/>
              </a:rPr>
              <a:t>WHERE</a:t>
            </a:r>
            <a:br>
              <a:rPr lang="en-GB" sz="1600" dirty="0">
                <a:latin typeface="Lucida Console" pitchFamily="49" charset="0"/>
              </a:rPr>
            </a:br>
            <a:r>
              <a:rPr lang="en-GB" sz="1600" dirty="0">
                <a:latin typeface="Lucida Console" pitchFamily="49" charset="0"/>
              </a:rPr>
              <a:t>  Title </a:t>
            </a:r>
            <a:r>
              <a:rPr lang="en-GB" sz="1600" b="1" dirty="0">
                <a:latin typeface="Lucida Console" pitchFamily="49" charset="0"/>
              </a:rPr>
              <a:t>LIKE</a:t>
            </a:r>
            <a:r>
              <a:rPr lang="en-GB" sz="1600" dirty="0">
                <a:latin typeface="Lucida Console" pitchFamily="49" charset="0"/>
              </a:rPr>
              <a:t> ‘</a:t>
            </a:r>
            <a:r>
              <a:rPr lang="en-GB" sz="1600" b="1" dirty="0">
                <a:latin typeface="Lucida Console" pitchFamily="49" charset="0"/>
              </a:rPr>
              <a:t>%</a:t>
            </a:r>
            <a:r>
              <a:rPr lang="en-GB" sz="1600" dirty="0">
                <a:latin typeface="Lucida Console" pitchFamily="49" charset="0"/>
              </a:rPr>
              <a:t>sales</a:t>
            </a:r>
            <a:r>
              <a:rPr lang="en-GB" sz="1600" b="1" dirty="0">
                <a:latin typeface="Lucida Console" pitchFamily="49" charset="0"/>
              </a:rPr>
              <a:t>%</a:t>
            </a:r>
            <a:r>
              <a:rPr lang="en-GB" sz="1600" dirty="0">
                <a:latin typeface="Lucida Console" pitchFamily="49" charset="0"/>
              </a:rPr>
              <a:t>’</a:t>
            </a:r>
          </a:p>
        </p:txBody>
      </p:sp>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070091" y="3373767"/>
            <a:ext cx="3824401" cy="2887551"/>
          </a:xfrm>
          <a:prstGeom prst="rect">
            <a:avLst/>
          </a:prstGeom>
          <a:ln w="63500">
            <a:solidFill>
              <a:schemeClr val="bg1"/>
            </a:solidFill>
          </a:ln>
        </p:spPr>
      </p:pic>
      <p:pic>
        <p:nvPicPr>
          <p:cNvPr id="7" name="Picture 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436963" y="3373767"/>
            <a:ext cx="3900428" cy="3073065"/>
          </a:xfrm>
          <a:prstGeom prst="rect">
            <a:avLst/>
          </a:prstGeom>
          <a:ln w="63500">
            <a:solidFill>
              <a:schemeClr val="bg1"/>
            </a:solidFill>
          </a:ln>
        </p:spPr>
      </p:pic>
    </p:spTree>
    <p:extLst>
      <p:ext uri="{BB962C8B-B14F-4D97-AF65-F5344CB8AC3E}">
        <p14:creationId xmlns:p14="http://schemas.microsoft.com/office/powerpoint/2010/main" val="40508173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66182" y="909685"/>
            <a:ext cx="11517818" cy="805001"/>
          </a:xfrm>
        </p:spPr>
        <p:txBody>
          <a:bodyPr/>
          <a:lstStyle/>
          <a:p>
            <a:r>
              <a:rPr lang="en-GB" dirty="0"/>
              <a:t>Filtering on calculated values</a:t>
            </a:r>
          </a:p>
        </p:txBody>
      </p:sp>
      <p:sp>
        <p:nvSpPr>
          <p:cNvPr id="3" name="Content Placeholder 2"/>
          <p:cNvSpPr>
            <a:spLocks noGrp="1"/>
          </p:cNvSpPr>
          <p:nvPr>
            <p:ph idx="1"/>
          </p:nvPr>
        </p:nvSpPr>
        <p:spPr>
          <a:xfrm>
            <a:off x="341272" y="1714686"/>
            <a:ext cx="11516239" cy="4608924"/>
          </a:xfrm>
        </p:spPr>
        <p:txBody>
          <a:bodyPr/>
          <a:lstStyle/>
          <a:p>
            <a:pPr>
              <a:buFont typeface="Arial" panose="020B0604020202020204" pitchFamily="34" charset="0"/>
              <a:buChar char="•"/>
            </a:pPr>
            <a:r>
              <a:rPr lang="en-GB" b="1" dirty="0"/>
              <a:t>Reuse the expression in the WHERE clause</a:t>
            </a:r>
          </a:p>
          <a:p>
            <a:pPr lvl="1"/>
            <a:r>
              <a:rPr lang="en-GB" dirty="0"/>
              <a:t>Has to be evaluated for every row</a:t>
            </a:r>
          </a:p>
        </p:txBody>
      </p:sp>
      <p:sp>
        <p:nvSpPr>
          <p:cNvPr id="4" name="Rectangle 3"/>
          <p:cNvSpPr>
            <a:spLocks noChangeArrowheads="1"/>
          </p:cNvSpPr>
          <p:nvPr/>
        </p:nvSpPr>
        <p:spPr bwMode="auto">
          <a:xfrm>
            <a:off x="1991612" y="2375715"/>
            <a:ext cx="7832327" cy="3170099"/>
          </a:xfrm>
          <a:prstGeom prst="rect">
            <a:avLst/>
          </a:prstGeom>
          <a:solidFill>
            <a:schemeClr val="bg1">
              <a:lumMod val="85000"/>
            </a:schemeClr>
          </a:solidFill>
          <a:ln w="9525">
            <a:solidFill>
              <a:schemeClr val="tx1"/>
            </a:solidFill>
            <a:miter lim="800000"/>
            <a:headEnd/>
            <a:tailEnd/>
          </a:ln>
        </p:spPr>
        <p:txBody>
          <a:bodyPr wrap="square">
            <a:spAutoFit/>
          </a:bodyPr>
          <a:lstStyle/>
          <a:p>
            <a:r>
              <a:rPr lang="en-GB" sz="2000" dirty="0">
                <a:latin typeface="Lucida Console" pitchFamily="49" charset="0"/>
              </a:rPr>
              <a:t>SELECT</a:t>
            </a:r>
            <a:br>
              <a:rPr lang="en-GB" sz="2000" dirty="0">
                <a:latin typeface="Lucida Console" pitchFamily="49" charset="0"/>
              </a:rPr>
            </a:br>
            <a:r>
              <a:rPr lang="en-GB" sz="2000" dirty="0">
                <a:latin typeface="Lucida Console" pitchFamily="49" charset="0"/>
              </a:rPr>
              <a:t>  </a:t>
            </a:r>
            <a:r>
              <a:rPr lang="en-GB" sz="2000" dirty="0" err="1">
                <a:latin typeface="Lucida Console" pitchFamily="49" charset="0"/>
              </a:rPr>
              <a:t>ProductID</a:t>
            </a:r>
            <a:r>
              <a:rPr lang="en-GB" sz="2000" dirty="0">
                <a:latin typeface="Lucida Console" pitchFamily="49" charset="0"/>
              </a:rPr>
              <a:t>,</a:t>
            </a:r>
            <a:br>
              <a:rPr lang="en-GB" sz="2000" dirty="0">
                <a:latin typeface="Lucida Console" pitchFamily="49" charset="0"/>
              </a:rPr>
            </a:br>
            <a:r>
              <a:rPr lang="en-GB" sz="2000" dirty="0">
                <a:latin typeface="Lucida Console" pitchFamily="49" charset="0"/>
              </a:rPr>
              <a:t>  </a:t>
            </a:r>
            <a:r>
              <a:rPr lang="en-GB" sz="2000" dirty="0" err="1">
                <a:latin typeface="Lucida Console" pitchFamily="49" charset="0"/>
              </a:rPr>
              <a:t>ProductName</a:t>
            </a:r>
            <a:r>
              <a:rPr lang="en-GB" sz="2000" dirty="0">
                <a:latin typeface="Lucida Console" pitchFamily="49" charset="0"/>
              </a:rPr>
              <a:t>,</a:t>
            </a:r>
            <a:br>
              <a:rPr lang="en-GB" sz="2000" dirty="0">
                <a:latin typeface="Lucida Console" pitchFamily="49" charset="0"/>
              </a:rPr>
            </a:br>
            <a:r>
              <a:rPr lang="en-GB" sz="2000" dirty="0">
                <a:latin typeface="Lucida Console" pitchFamily="49" charset="0"/>
              </a:rPr>
              <a:t>  </a:t>
            </a:r>
            <a:r>
              <a:rPr lang="en-GB" sz="2000" dirty="0" err="1">
                <a:latin typeface="Lucida Console" pitchFamily="49" charset="0"/>
              </a:rPr>
              <a:t>UnitsInStock</a:t>
            </a:r>
            <a:r>
              <a:rPr lang="en-GB" sz="2000" dirty="0">
                <a:latin typeface="Lucida Console" pitchFamily="49" charset="0"/>
              </a:rPr>
              <a:t> + </a:t>
            </a:r>
            <a:r>
              <a:rPr lang="en-GB" sz="2000" dirty="0" err="1">
                <a:latin typeface="Lucida Console" pitchFamily="49" charset="0"/>
              </a:rPr>
              <a:t>UnitsOnOrder</a:t>
            </a:r>
            <a:r>
              <a:rPr lang="en-GB" sz="2000" dirty="0">
                <a:latin typeface="Lucida Console" pitchFamily="49" charset="0"/>
              </a:rPr>
              <a:t> AS </a:t>
            </a:r>
            <a:r>
              <a:rPr lang="en-GB" sz="2000" dirty="0" err="1">
                <a:latin typeface="Lucida Console" pitchFamily="49" charset="0"/>
              </a:rPr>
              <a:t>FutureStock</a:t>
            </a:r>
            <a:br>
              <a:rPr lang="en-GB" sz="2000" dirty="0">
                <a:latin typeface="Lucida Console" pitchFamily="49" charset="0"/>
              </a:rPr>
            </a:br>
            <a:r>
              <a:rPr lang="en-GB" sz="2000" dirty="0">
                <a:latin typeface="Lucida Console" pitchFamily="49" charset="0"/>
              </a:rPr>
              <a:t>FROM</a:t>
            </a:r>
            <a:br>
              <a:rPr lang="en-GB" sz="2000" dirty="0">
                <a:latin typeface="Lucida Console" pitchFamily="49" charset="0"/>
              </a:rPr>
            </a:br>
            <a:r>
              <a:rPr lang="en-GB" sz="2000" dirty="0">
                <a:latin typeface="Lucida Console" pitchFamily="49" charset="0"/>
              </a:rPr>
              <a:t>  </a:t>
            </a:r>
            <a:r>
              <a:rPr lang="en-GB" sz="2000" dirty="0" err="1">
                <a:latin typeface="Lucida Console" pitchFamily="49" charset="0"/>
              </a:rPr>
              <a:t>dbo.Products</a:t>
            </a:r>
            <a:br>
              <a:rPr lang="en-GB" sz="2000" dirty="0">
                <a:latin typeface="Lucida Console" pitchFamily="49" charset="0"/>
              </a:rPr>
            </a:br>
            <a:r>
              <a:rPr lang="en-GB" sz="2000" dirty="0">
                <a:latin typeface="Lucida Console" pitchFamily="49" charset="0"/>
              </a:rPr>
              <a:t>WHERE</a:t>
            </a:r>
            <a:br>
              <a:rPr lang="en-GB" sz="2000" dirty="0">
                <a:latin typeface="Lucida Console" pitchFamily="49" charset="0"/>
              </a:rPr>
            </a:br>
            <a:r>
              <a:rPr lang="en-GB" sz="2000" dirty="0">
                <a:solidFill>
                  <a:srgbClr val="00B050"/>
                </a:solidFill>
                <a:latin typeface="Lucida Console" pitchFamily="49" charset="0"/>
              </a:rPr>
              <a:t>  --</a:t>
            </a:r>
            <a:r>
              <a:rPr lang="en-GB" sz="2000" dirty="0" err="1">
                <a:solidFill>
                  <a:srgbClr val="00B050"/>
                </a:solidFill>
                <a:latin typeface="Lucida Console" pitchFamily="49" charset="0"/>
              </a:rPr>
              <a:t>FutureStock</a:t>
            </a:r>
            <a:r>
              <a:rPr lang="en-GB" sz="2000" dirty="0">
                <a:solidFill>
                  <a:srgbClr val="00B050"/>
                </a:solidFill>
                <a:latin typeface="Lucida Console" pitchFamily="49" charset="0"/>
              </a:rPr>
              <a:t> &lt; 100 --won’t work!</a:t>
            </a:r>
            <a:br>
              <a:rPr lang="en-GB" sz="2000" dirty="0">
                <a:solidFill>
                  <a:srgbClr val="00B050"/>
                </a:solidFill>
                <a:latin typeface="Lucida Console" pitchFamily="49" charset="0"/>
              </a:rPr>
            </a:br>
            <a:r>
              <a:rPr lang="en-GB" sz="2000" dirty="0">
                <a:solidFill>
                  <a:srgbClr val="00B050"/>
                </a:solidFill>
                <a:latin typeface="Lucida Console" pitchFamily="49" charset="0"/>
              </a:rPr>
              <a:t>  --use:</a:t>
            </a:r>
            <a:br>
              <a:rPr lang="en-GB" sz="2000" dirty="0">
                <a:latin typeface="Lucida Console" pitchFamily="49" charset="0"/>
              </a:rPr>
            </a:br>
            <a:r>
              <a:rPr lang="en-GB" sz="2000" dirty="0">
                <a:latin typeface="Lucida Console" pitchFamily="49" charset="0"/>
              </a:rPr>
              <a:t>  (</a:t>
            </a:r>
            <a:r>
              <a:rPr lang="en-GB" sz="2000" dirty="0" err="1">
                <a:latin typeface="Lucida Console" pitchFamily="49" charset="0"/>
              </a:rPr>
              <a:t>UnitsInStock</a:t>
            </a:r>
            <a:r>
              <a:rPr lang="en-GB" sz="2000" dirty="0">
                <a:latin typeface="Lucida Console" pitchFamily="49" charset="0"/>
              </a:rPr>
              <a:t> + </a:t>
            </a:r>
            <a:r>
              <a:rPr lang="en-GB" sz="2000" dirty="0" err="1">
                <a:latin typeface="Lucida Console" pitchFamily="49" charset="0"/>
              </a:rPr>
              <a:t>UnitsOnOrder</a:t>
            </a:r>
            <a:r>
              <a:rPr lang="en-GB" sz="2000" dirty="0">
                <a:latin typeface="Lucida Console" pitchFamily="49" charset="0"/>
              </a:rPr>
              <a:t>) &lt; 100</a:t>
            </a:r>
          </a:p>
        </p:txBody>
      </p:sp>
    </p:spTree>
    <p:extLst>
      <p:ext uri="{BB962C8B-B14F-4D97-AF65-F5344CB8AC3E}">
        <p14:creationId xmlns:p14="http://schemas.microsoft.com/office/powerpoint/2010/main" val="25434165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ctrTitle"/>
          </p:nvPr>
        </p:nvSpPr>
        <p:spPr/>
        <p:txBody>
          <a:bodyPr/>
          <a:lstStyle/>
          <a:p>
            <a:r>
              <a:rPr lang="en-GB"/>
              <a:t>Unknown values</a:t>
            </a:r>
            <a:endParaRPr lang="en-IN" dirty="0"/>
          </a:p>
        </p:txBody>
      </p:sp>
    </p:spTree>
    <p:extLst>
      <p:ext uri="{BB962C8B-B14F-4D97-AF65-F5344CB8AC3E}">
        <p14:creationId xmlns:p14="http://schemas.microsoft.com/office/powerpoint/2010/main" val="35763689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4182" y="881235"/>
            <a:ext cx="11517818" cy="805001"/>
          </a:xfrm>
        </p:spPr>
        <p:txBody>
          <a:bodyPr/>
          <a:lstStyle/>
          <a:p>
            <a:r>
              <a:rPr lang="en-GB" dirty="0"/>
              <a:t>Finding unknown values (NULLs)</a:t>
            </a:r>
          </a:p>
        </p:txBody>
      </p:sp>
      <p:sp>
        <p:nvSpPr>
          <p:cNvPr id="4" name="Rectangle 3"/>
          <p:cNvSpPr>
            <a:spLocks noChangeArrowheads="1"/>
          </p:cNvSpPr>
          <p:nvPr/>
        </p:nvSpPr>
        <p:spPr bwMode="auto">
          <a:xfrm>
            <a:off x="1882822" y="1458927"/>
            <a:ext cx="3608742" cy="2031325"/>
          </a:xfrm>
          <a:prstGeom prst="rect">
            <a:avLst/>
          </a:prstGeom>
          <a:solidFill>
            <a:schemeClr val="bg1">
              <a:lumMod val="85000"/>
            </a:schemeClr>
          </a:solidFill>
          <a:ln w="9525">
            <a:solidFill>
              <a:schemeClr val="tx1"/>
            </a:solidFill>
            <a:miter lim="800000"/>
            <a:headEnd/>
            <a:tailEnd/>
          </a:ln>
        </p:spPr>
        <p:txBody>
          <a:bodyPr wrap="square">
            <a:spAutoFit/>
          </a:bodyPr>
          <a:lstStyle/>
          <a:p>
            <a:r>
              <a:rPr lang="en-GB" dirty="0">
                <a:latin typeface="Lucida Console" pitchFamily="49" charset="0"/>
              </a:rPr>
              <a:t>SELECT</a:t>
            </a:r>
            <a:br>
              <a:rPr lang="en-GB" dirty="0">
                <a:latin typeface="Lucida Console" pitchFamily="49" charset="0"/>
              </a:rPr>
            </a:br>
            <a:r>
              <a:rPr lang="en-GB" dirty="0">
                <a:latin typeface="Lucida Console" pitchFamily="49" charset="0"/>
              </a:rPr>
              <a:t>  </a:t>
            </a:r>
            <a:r>
              <a:rPr lang="en-GB" dirty="0" err="1">
                <a:latin typeface="Lucida Console" pitchFamily="49" charset="0"/>
              </a:rPr>
              <a:t>CompanyName</a:t>
            </a:r>
            <a:r>
              <a:rPr lang="en-GB" dirty="0">
                <a:latin typeface="Lucida Console" pitchFamily="49" charset="0"/>
              </a:rPr>
              <a:t>, Phone,</a:t>
            </a:r>
            <a:br>
              <a:rPr lang="en-GB" dirty="0">
                <a:latin typeface="Lucida Console" pitchFamily="49" charset="0"/>
              </a:rPr>
            </a:br>
            <a:r>
              <a:rPr lang="en-GB" dirty="0">
                <a:latin typeface="Lucida Console" pitchFamily="49" charset="0"/>
              </a:rPr>
              <a:t>  Fax</a:t>
            </a:r>
            <a:br>
              <a:rPr lang="en-GB" dirty="0">
                <a:latin typeface="Lucida Console" pitchFamily="49" charset="0"/>
              </a:rPr>
            </a:br>
            <a:r>
              <a:rPr lang="en-GB" dirty="0">
                <a:latin typeface="Lucida Console" pitchFamily="49" charset="0"/>
              </a:rPr>
              <a:t>FROM</a:t>
            </a:r>
            <a:br>
              <a:rPr lang="en-GB" dirty="0">
                <a:latin typeface="Lucida Console" pitchFamily="49" charset="0"/>
              </a:rPr>
            </a:br>
            <a:r>
              <a:rPr lang="en-GB" dirty="0">
                <a:latin typeface="Lucida Console" pitchFamily="49" charset="0"/>
              </a:rPr>
              <a:t>  </a:t>
            </a:r>
            <a:r>
              <a:rPr lang="en-GB" dirty="0" err="1">
                <a:latin typeface="Lucida Console" pitchFamily="49" charset="0"/>
              </a:rPr>
              <a:t>dbo.Suppliers</a:t>
            </a:r>
            <a:br>
              <a:rPr lang="en-GB" dirty="0">
                <a:latin typeface="Lucida Console" pitchFamily="49" charset="0"/>
              </a:rPr>
            </a:br>
            <a:r>
              <a:rPr lang="en-GB" dirty="0">
                <a:latin typeface="Lucida Console" pitchFamily="49" charset="0"/>
              </a:rPr>
              <a:t>WHERE</a:t>
            </a:r>
            <a:br>
              <a:rPr lang="en-GB" dirty="0">
                <a:latin typeface="Lucida Console" pitchFamily="49" charset="0"/>
              </a:rPr>
            </a:br>
            <a:r>
              <a:rPr lang="en-GB" dirty="0">
                <a:latin typeface="Lucida Console" pitchFamily="49" charset="0"/>
              </a:rPr>
              <a:t>  Fax = NULL</a:t>
            </a:r>
          </a:p>
        </p:txBody>
      </p:sp>
      <p:sp>
        <p:nvSpPr>
          <p:cNvPr id="6" name="Rectangle 5"/>
          <p:cNvSpPr>
            <a:spLocks noChangeArrowheads="1"/>
          </p:cNvSpPr>
          <p:nvPr/>
        </p:nvSpPr>
        <p:spPr bwMode="auto">
          <a:xfrm>
            <a:off x="6018286" y="1458926"/>
            <a:ext cx="3608742" cy="2031325"/>
          </a:xfrm>
          <a:prstGeom prst="rect">
            <a:avLst/>
          </a:prstGeom>
          <a:solidFill>
            <a:schemeClr val="bg1">
              <a:lumMod val="85000"/>
            </a:schemeClr>
          </a:solidFill>
          <a:ln w="9525">
            <a:solidFill>
              <a:schemeClr val="tx1"/>
            </a:solidFill>
            <a:miter lim="800000"/>
            <a:headEnd/>
            <a:tailEnd/>
          </a:ln>
        </p:spPr>
        <p:txBody>
          <a:bodyPr wrap="square">
            <a:spAutoFit/>
          </a:bodyPr>
          <a:lstStyle/>
          <a:p>
            <a:r>
              <a:rPr lang="en-GB" dirty="0">
                <a:latin typeface="Lucida Console" pitchFamily="49" charset="0"/>
              </a:rPr>
              <a:t>SELECT</a:t>
            </a:r>
            <a:br>
              <a:rPr lang="en-GB" dirty="0">
                <a:latin typeface="Lucida Console" pitchFamily="49" charset="0"/>
              </a:rPr>
            </a:br>
            <a:r>
              <a:rPr lang="en-GB" dirty="0">
                <a:latin typeface="Lucida Console" pitchFamily="49" charset="0"/>
              </a:rPr>
              <a:t>  </a:t>
            </a:r>
            <a:r>
              <a:rPr lang="en-GB" dirty="0" err="1">
                <a:latin typeface="Lucida Console" pitchFamily="49" charset="0"/>
              </a:rPr>
              <a:t>CompanyName</a:t>
            </a:r>
            <a:r>
              <a:rPr lang="en-GB" dirty="0">
                <a:latin typeface="Lucida Console" pitchFamily="49" charset="0"/>
              </a:rPr>
              <a:t>, Phone,</a:t>
            </a:r>
            <a:br>
              <a:rPr lang="en-GB" dirty="0">
                <a:latin typeface="Lucida Console" pitchFamily="49" charset="0"/>
              </a:rPr>
            </a:br>
            <a:r>
              <a:rPr lang="en-GB" dirty="0">
                <a:latin typeface="Lucida Console" pitchFamily="49" charset="0"/>
              </a:rPr>
              <a:t>  Fax</a:t>
            </a:r>
            <a:br>
              <a:rPr lang="en-GB" dirty="0">
                <a:latin typeface="Lucida Console" pitchFamily="49" charset="0"/>
              </a:rPr>
            </a:br>
            <a:r>
              <a:rPr lang="en-GB" dirty="0">
                <a:latin typeface="Lucida Console" pitchFamily="49" charset="0"/>
              </a:rPr>
              <a:t>FROM</a:t>
            </a:r>
            <a:br>
              <a:rPr lang="en-GB" dirty="0">
                <a:latin typeface="Lucida Console" pitchFamily="49" charset="0"/>
              </a:rPr>
            </a:br>
            <a:r>
              <a:rPr lang="en-GB" dirty="0">
                <a:latin typeface="Lucida Console" pitchFamily="49" charset="0"/>
              </a:rPr>
              <a:t>  </a:t>
            </a:r>
            <a:r>
              <a:rPr lang="en-GB" dirty="0" err="1">
                <a:latin typeface="Lucida Console" pitchFamily="49" charset="0"/>
              </a:rPr>
              <a:t>dbo.Suppliers</a:t>
            </a:r>
            <a:br>
              <a:rPr lang="en-GB" dirty="0">
                <a:latin typeface="Lucida Console" pitchFamily="49" charset="0"/>
              </a:rPr>
            </a:br>
            <a:r>
              <a:rPr lang="en-GB" dirty="0">
                <a:latin typeface="Lucida Console" pitchFamily="49" charset="0"/>
              </a:rPr>
              <a:t>WHERE</a:t>
            </a:r>
            <a:br>
              <a:rPr lang="en-GB" dirty="0">
                <a:latin typeface="Lucida Console" pitchFamily="49" charset="0"/>
              </a:rPr>
            </a:br>
            <a:r>
              <a:rPr lang="en-GB" dirty="0">
                <a:latin typeface="Lucida Console" pitchFamily="49" charset="0"/>
              </a:rPr>
              <a:t>  Fax </a:t>
            </a:r>
            <a:r>
              <a:rPr lang="en-GB" b="1" dirty="0">
                <a:latin typeface="Lucida Console" pitchFamily="49" charset="0"/>
              </a:rPr>
              <a:t>IS</a:t>
            </a:r>
            <a:r>
              <a:rPr lang="en-GB" dirty="0">
                <a:latin typeface="Lucida Console" pitchFamily="49" charset="0"/>
              </a:rPr>
              <a:t> </a:t>
            </a:r>
            <a:r>
              <a:rPr lang="en-GB" b="1" dirty="0">
                <a:latin typeface="Lucida Console" pitchFamily="49" charset="0"/>
              </a:rPr>
              <a:t>NULL</a:t>
            </a:r>
          </a:p>
        </p:txBody>
      </p:sp>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073619" y="3496142"/>
            <a:ext cx="3667637" cy="2257740"/>
          </a:xfrm>
          <a:prstGeom prst="rect">
            <a:avLst/>
          </a:prstGeom>
          <a:ln w="63500">
            <a:solidFill>
              <a:schemeClr val="bg1"/>
            </a:solidFill>
          </a:ln>
        </p:spPr>
      </p:pic>
      <p:pic>
        <p:nvPicPr>
          <p:cNvPr id="8" name="Picture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246447" y="3496143"/>
            <a:ext cx="3686690" cy="2276793"/>
          </a:xfrm>
          <a:prstGeom prst="rect">
            <a:avLst/>
          </a:prstGeom>
          <a:ln w="63500">
            <a:solidFill>
              <a:schemeClr val="bg1"/>
            </a:solidFill>
          </a:ln>
        </p:spPr>
      </p:pic>
    </p:spTree>
    <p:extLst>
      <p:ext uri="{BB962C8B-B14F-4D97-AF65-F5344CB8AC3E}">
        <p14:creationId xmlns:p14="http://schemas.microsoft.com/office/powerpoint/2010/main" val="20760448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ctrTitle"/>
          </p:nvPr>
        </p:nvSpPr>
        <p:spPr/>
        <p:txBody>
          <a:bodyPr/>
          <a:lstStyle/>
          <a:p>
            <a:r>
              <a:rPr lang="en-GB" dirty="0"/>
              <a:t>Best practices</a:t>
            </a:r>
            <a:endParaRPr lang="en-IN" dirty="0"/>
          </a:p>
        </p:txBody>
      </p:sp>
    </p:spTree>
    <p:extLst>
      <p:ext uri="{BB962C8B-B14F-4D97-AF65-F5344CB8AC3E}">
        <p14:creationId xmlns:p14="http://schemas.microsoft.com/office/powerpoint/2010/main" val="22107698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p:txBody>
          <a:bodyPr/>
          <a:lstStyle/>
          <a:p>
            <a:r>
              <a:rPr lang="en-GB" dirty="0"/>
              <a:t>Best practices</a:t>
            </a:r>
            <a:endParaRPr lang="en-IN" dirty="0"/>
          </a:p>
        </p:txBody>
      </p:sp>
      <p:sp>
        <p:nvSpPr>
          <p:cNvPr id="5" name="Text Placeholder 4"/>
          <p:cNvSpPr>
            <a:spLocks noGrp="1"/>
          </p:cNvSpPr>
          <p:nvPr>
            <p:ph type="body" sz="quarter" idx="11"/>
          </p:nvPr>
        </p:nvSpPr>
        <p:spPr/>
        <p:txBody>
          <a:bodyPr/>
          <a:lstStyle/>
          <a:p>
            <a:r>
              <a:rPr lang="en-GB" b="1" dirty="0"/>
              <a:t>Avoid NOTs</a:t>
            </a:r>
          </a:p>
          <a:p>
            <a:pPr lvl="1">
              <a:buFont typeface="Arial" panose="020B0604020202020204" pitchFamily="34" charset="0"/>
              <a:buChar char="•"/>
            </a:pPr>
            <a:r>
              <a:rPr lang="en-GB" dirty="0"/>
              <a:t>Including &lt;&gt;</a:t>
            </a:r>
          </a:p>
          <a:p>
            <a:r>
              <a:rPr lang="en-GB" b="1" dirty="0"/>
              <a:t>Use brackets around complex expressions</a:t>
            </a:r>
          </a:p>
          <a:p>
            <a:pPr lvl="1">
              <a:buFont typeface="Arial" panose="020B0604020202020204" pitchFamily="34" charset="0"/>
              <a:buChar char="•"/>
            </a:pPr>
            <a:r>
              <a:rPr lang="en-GB" dirty="0"/>
              <a:t>To alter the order of execution of logical operators</a:t>
            </a:r>
          </a:p>
          <a:p>
            <a:pPr lvl="1">
              <a:buFont typeface="Arial" panose="020B0604020202020204" pitchFamily="34" charset="0"/>
              <a:buChar char="•"/>
            </a:pPr>
            <a:r>
              <a:rPr lang="en-GB" dirty="0"/>
              <a:t>This also makes them easier to read</a:t>
            </a:r>
          </a:p>
          <a:p>
            <a:r>
              <a:rPr lang="en-GB" b="1" dirty="0"/>
              <a:t>Use IN and BETWEEN</a:t>
            </a:r>
          </a:p>
          <a:p>
            <a:pPr lvl="1">
              <a:buFont typeface="Arial" panose="020B0604020202020204" pitchFamily="34" charset="0"/>
              <a:buChar char="•"/>
            </a:pPr>
            <a:r>
              <a:rPr lang="en-GB" dirty="0"/>
              <a:t>Rather than lots of ORs and ANDs</a:t>
            </a:r>
          </a:p>
          <a:p>
            <a:r>
              <a:rPr lang="en-GB" b="1" dirty="0"/>
              <a:t>Avoid leading wildcards</a:t>
            </a:r>
          </a:p>
          <a:p>
            <a:pPr lvl="1">
              <a:buFont typeface="Arial" panose="020B0604020202020204" pitchFamily="34" charset="0"/>
              <a:buChar char="•"/>
            </a:pPr>
            <a:r>
              <a:rPr lang="en-GB" dirty="0"/>
              <a:t>Inefficient</a:t>
            </a:r>
          </a:p>
          <a:p>
            <a:r>
              <a:rPr lang="en-GB" b="1" dirty="0"/>
              <a:t>Use IS NULL</a:t>
            </a:r>
          </a:p>
          <a:p>
            <a:pPr lvl="1">
              <a:buFont typeface="Arial" panose="020B0604020202020204" pitchFamily="34" charset="0"/>
              <a:buChar char="•"/>
            </a:pPr>
            <a:r>
              <a:rPr lang="en-GB" dirty="0"/>
              <a:t>Rather than = NULL</a:t>
            </a:r>
          </a:p>
          <a:p>
            <a:endParaRPr lang="en-IN" dirty="0"/>
          </a:p>
        </p:txBody>
      </p:sp>
    </p:spTree>
    <p:extLst>
      <p:ext uri="{BB962C8B-B14F-4D97-AF65-F5344CB8AC3E}">
        <p14:creationId xmlns:p14="http://schemas.microsoft.com/office/powerpoint/2010/main" val="26984257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ctrTitle"/>
          </p:nvPr>
        </p:nvSpPr>
        <p:spPr/>
        <p:txBody>
          <a:bodyPr/>
          <a:lstStyle/>
          <a:p>
            <a:r>
              <a:rPr lang="en-GB" dirty="0"/>
              <a:t>Hands-on lab</a:t>
            </a:r>
            <a:endParaRPr lang="en-IN" dirty="0"/>
          </a:p>
        </p:txBody>
      </p:sp>
      <p:sp>
        <p:nvSpPr>
          <p:cNvPr id="2" name="Text Placeholder 1">
            <a:extLst>
              <a:ext uri="{FF2B5EF4-FFF2-40B4-BE49-F238E27FC236}">
                <a16:creationId xmlns:a16="http://schemas.microsoft.com/office/drawing/2014/main" id="{437ED207-8456-1D9A-BA30-BED123E2E96B}"/>
              </a:ext>
            </a:extLst>
          </p:cNvPr>
          <p:cNvSpPr>
            <a:spLocks noGrp="1"/>
          </p:cNvSpPr>
          <p:nvPr>
            <p:ph type="body" sz="quarter" idx="10"/>
          </p:nvPr>
        </p:nvSpPr>
        <p:spPr/>
        <p:txBody>
          <a:bodyPr/>
          <a:lstStyle/>
          <a:p>
            <a:pPr marL="342900" indent="-342900">
              <a:buFont typeface="Arial" panose="020B0604020202020204" pitchFamily="34" charset="0"/>
              <a:buChar char="•"/>
            </a:pPr>
            <a:r>
              <a:rPr lang="en-GB" b="1" dirty="0"/>
              <a:t>Basic equality filters</a:t>
            </a:r>
          </a:p>
          <a:p>
            <a:pPr marL="342900" indent="-342900">
              <a:buFont typeface="Arial" panose="020B0604020202020204" pitchFamily="34" charset="0"/>
              <a:buChar char="•"/>
            </a:pPr>
            <a:r>
              <a:rPr lang="en-GB" b="1" dirty="0"/>
              <a:t>Basic comparisons</a:t>
            </a:r>
          </a:p>
          <a:p>
            <a:pPr marL="342900" indent="-342900">
              <a:buFont typeface="Arial" panose="020B0604020202020204" pitchFamily="34" charset="0"/>
              <a:buChar char="•"/>
            </a:pPr>
            <a:r>
              <a:rPr lang="en-GB" b="1" dirty="0"/>
              <a:t>Logical comparisons</a:t>
            </a:r>
          </a:p>
          <a:p>
            <a:pPr marL="342900" indent="-342900">
              <a:buFont typeface="Arial" panose="020B0604020202020204" pitchFamily="34" charset="0"/>
              <a:buChar char="•"/>
            </a:pPr>
            <a:r>
              <a:rPr lang="en-GB" b="1" dirty="0"/>
              <a:t>String comparisons</a:t>
            </a:r>
          </a:p>
          <a:p>
            <a:pPr marL="342900" indent="-342900">
              <a:buFont typeface="Arial" panose="020B0604020202020204" pitchFamily="34" charset="0"/>
              <a:buChar char="•"/>
            </a:pPr>
            <a:r>
              <a:rPr lang="en-GB" b="1" dirty="0"/>
              <a:t>NULL comparisons</a:t>
            </a:r>
          </a:p>
          <a:p>
            <a:endParaRPr lang="en-GB" dirty="0"/>
          </a:p>
        </p:txBody>
      </p:sp>
    </p:spTree>
    <p:extLst>
      <p:ext uri="{BB962C8B-B14F-4D97-AF65-F5344CB8AC3E}">
        <p14:creationId xmlns:p14="http://schemas.microsoft.com/office/powerpoint/2010/main" val="168818949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1FA9EE-497B-C09B-5E7A-3FDDD17BE873}"/>
              </a:ext>
            </a:extLst>
          </p:cNvPr>
          <p:cNvSpPr>
            <a:spLocks noGrp="1"/>
          </p:cNvSpPr>
          <p:nvPr>
            <p:ph type="ctrTitle"/>
          </p:nvPr>
        </p:nvSpPr>
        <p:spPr/>
        <p:txBody>
          <a:bodyPr/>
          <a:lstStyle/>
          <a:p>
            <a:r>
              <a:rPr lang="en-GB" dirty="0"/>
              <a:t>Review</a:t>
            </a:r>
          </a:p>
        </p:txBody>
      </p:sp>
      <p:sp>
        <p:nvSpPr>
          <p:cNvPr id="5" name="Text Placeholder 4"/>
          <p:cNvSpPr>
            <a:spLocks noGrp="1"/>
          </p:cNvSpPr>
          <p:nvPr>
            <p:ph type="body" sz="quarter" idx="4294967295"/>
          </p:nvPr>
        </p:nvSpPr>
        <p:spPr>
          <a:xfrm>
            <a:off x="3989417" y="4237038"/>
            <a:ext cx="5718175" cy="5899150"/>
          </a:xfrm>
        </p:spPr>
        <p:txBody>
          <a:bodyPr/>
          <a:lstStyle/>
          <a:p>
            <a:pPr marL="342900" indent="-342900">
              <a:buFont typeface="Arial" panose="020B0604020202020204" pitchFamily="34" charset="0"/>
              <a:buChar char="•"/>
            </a:pPr>
            <a:r>
              <a:rPr lang="en-GB" b="1" dirty="0"/>
              <a:t>WHERE clause</a:t>
            </a:r>
          </a:p>
          <a:p>
            <a:pPr marL="342900" indent="-342900">
              <a:buFont typeface="Arial" panose="020B0604020202020204" pitchFamily="34" charset="0"/>
              <a:buChar char="•"/>
            </a:pPr>
            <a:r>
              <a:rPr lang="en-GB" b="1" dirty="0"/>
              <a:t>Comparisons</a:t>
            </a:r>
          </a:p>
          <a:p>
            <a:pPr marL="342900" indent="-342900">
              <a:buFont typeface="Arial" panose="020B0604020202020204" pitchFamily="34" charset="0"/>
              <a:buChar char="•"/>
            </a:pPr>
            <a:r>
              <a:rPr lang="en-GB" b="1" dirty="0"/>
              <a:t>IN, BETWEEN, LIKE</a:t>
            </a:r>
          </a:p>
          <a:p>
            <a:pPr marL="342900" indent="-342900">
              <a:buFont typeface="Arial" panose="020B0604020202020204" pitchFamily="34" charset="0"/>
              <a:buChar char="•"/>
            </a:pPr>
            <a:r>
              <a:rPr lang="en-GB" b="1" dirty="0"/>
              <a:t>Filtering on calculated expressions</a:t>
            </a:r>
          </a:p>
          <a:p>
            <a:pPr marL="342900" indent="-342900">
              <a:buFont typeface="Arial" panose="020B0604020202020204" pitchFamily="34" charset="0"/>
              <a:buChar char="•"/>
            </a:pPr>
            <a:r>
              <a:rPr lang="en-GB" b="1" dirty="0"/>
              <a:t>Working with NULLs</a:t>
            </a:r>
          </a:p>
          <a:p>
            <a:pPr marL="342900" indent="-342900">
              <a:buFont typeface="Arial" panose="020B0604020202020204" pitchFamily="34" charset="0"/>
              <a:buChar char="•"/>
            </a:pPr>
            <a:endParaRPr lang="en-IN" b="1" dirty="0"/>
          </a:p>
        </p:txBody>
      </p:sp>
    </p:spTree>
    <p:extLst>
      <p:ext uri="{BB962C8B-B14F-4D97-AF65-F5344CB8AC3E}">
        <p14:creationId xmlns:p14="http://schemas.microsoft.com/office/powerpoint/2010/main" val="3580504777"/>
      </p:ext>
    </p:extLst>
  </p:cSld>
  <p:clrMapOvr>
    <a:masterClrMapping/>
  </p:clrMapOvr>
</p:sld>
</file>

<file path=ppt/theme/theme1.xml><?xml version="1.0" encoding="utf-8"?>
<a:theme xmlns:a="http://schemas.openxmlformats.org/drawingml/2006/main" name="Office Theme">
  <a:themeElements>
    <a:clrScheme name="QA Branding Custom Colour Set">
      <a:dk1>
        <a:srgbClr val="004050"/>
      </a:dk1>
      <a:lt1>
        <a:srgbClr val="FFFFFF"/>
      </a:lt1>
      <a:dk2>
        <a:srgbClr val="00EDB5"/>
      </a:dk2>
      <a:lt2>
        <a:srgbClr val="FFFFFF"/>
      </a:lt2>
      <a:accent1>
        <a:srgbClr val="004050"/>
      </a:accent1>
      <a:accent2>
        <a:srgbClr val="00EDB5"/>
      </a:accent2>
      <a:accent3>
        <a:srgbClr val="7F007D"/>
      </a:accent3>
      <a:accent4>
        <a:srgbClr val="FF004C"/>
      </a:accent4>
      <a:accent5>
        <a:srgbClr val="F8D237"/>
      </a:accent5>
      <a:accent6>
        <a:srgbClr val="F3612C"/>
      </a:accent6>
      <a:hlink>
        <a:srgbClr val="004050"/>
      </a:hlink>
      <a:folHlink>
        <a:srgbClr val="00EDB5"/>
      </a:folHlink>
    </a:clrScheme>
    <a:fontScheme name="QandA">
      <a:majorFont>
        <a:latin typeface="Krana Fat B"/>
        <a:ea typeface=""/>
        <a:cs typeface=""/>
      </a:majorFont>
      <a:minorFont>
        <a:latin typeface="Montserra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bodyPr vert="horz" lIns="0" tIns="0" rIns="0" bIns="0" rtlCol="0" anchor="t" anchorCtr="0">
        <a:normAutofit/>
      </a:bodyPr>
      <a:lstStyle>
        <a:defPPr algn="l">
          <a:defRPr smtClean="0"/>
        </a:defPPr>
      </a:lstStyle>
    </a:txDef>
  </a:objectDefaults>
  <a:extraClrSchemeLst/>
  <a:extLst>
    <a:ext uri="{05A4C25C-085E-4340-85A3-A5531E510DB2}">
      <thm15:themeFamily xmlns:thm15="http://schemas.microsoft.com/office/thememl/2012/main" name="PPT Template  -  Read-Only" id="{FE6F9314-FB1A-4308-9415-7E96F18464DB}" vid="{784FBE3F-1EB5-4B78-902F-FFB6209BBDDA}"/>
    </a:ext>
  </a:extLst>
</a:theme>
</file>

<file path=ppt/theme/theme2.xml><?xml version="1.0" encoding="utf-8"?>
<a:theme xmlns:a="http://schemas.openxmlformats.org/drawingml/2006/main" name="2_Office Theme">
  <a:themeElements>
    <a:clrScheme name="QA Branding Custom Colour Set">
      <a:dk1>
        <a:srgbClr val="004050"/>
      </a:dk1>
      <a:lt1>
        <a:srgbClr val="FFFFFF"/>
      </a:lt1>
      <a:dk2>
        <a:srgbClr val="00EDB5"/>
      </a:dk2>
      <a:lt2>
        <a:srgbClr val="FFFFFF"/>
      </a:lt2>
      <a:accent1>
        <a:srgbClr val="004050"/>
      </a:accent1>
      <a:accent2>
        <a:srgbClr val="00EDB5"/>
      </a:accent2>
      <a:accent3>
        <a:srgbClr val="7F007D"/>
      </a:accent3>
      <a:accent4>
        <a:srgbClr val="FF004C"/>
      </a:accent4>
      <a:accent5>
        <a:srgbClr val="F8D237"/>
      </a:accent5>
      <a:accent6>
        <a:srgbClr val="F3612C"/>
      </a:accent6>
      <a:hlink>
        <a:srgbClr val="004050"/>
      </a:hlink>
      <a:folHlink>
        <a:srgbClr val="00EDB5"/>
      </a:folHlink>
    </a:clrScheme>
    <a:fontScheme name="QandA">
      <a:majorFont>
        <a:latin typeface="Krana Fat B"/>
        <a:ea typeface=""/>
        <a:cs typeface=""/>
      </a:majorFont>
      <a:minorFont>
        <a:latin typeface="Montserra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bodyPr vert="horz" lIns="0" tIns="0" rIns="0" bIns="0" rtlCol="0" anchor="t" anchorCtr="0">
        <a:normAutofit/>
      </a:bodyPr>
      <a:lstStyle>
        <a:defPPr algn="l">
          <a:defRPr smtClean="0"/>
        </a:defPPr>
      </a:lstStyle>
    </a:txDef>
  </a:objectDefaults>
  <a:extraClrSchemeLst/>
  <a:extLst>
    <a:ext uri="{05A4C25C-085E-4340-85A3-A5531E510DB2}">
      <thm15:themeFamily xmlns:thm15="http://schemas.microsoft.com/office/thememl/2012/main" name="PPT Template  -  Read-Only" id="{FE6F9314-FB1A-4308-9415-7E96F18464DB}" vid="{655FDAEA-07BD-40A8-9536-EB653008393D}"/>
    </a:ext>
  </a:extLst>
</a:theme>
</file>

<file path=ppt/theme/theme3.xml><?xml version="1.0" encoding="utf-8"?>
<a:theme xmlns:a="http://schemas.openxmlformats.org/drawingml/2006/main" name="1_Office Theme">
  <a:themeElements>
    <a:clrScheme name="QA Branding Custom Colour Set">
      <a:dk1>
        <a:srgbClr val="004050"/>
      </a:dk1>
      <a:lt1>
        <a:srgbClr val="FFFFFF"/>
      </a:lt1>
      <a:dk2>
        <a:srgbClr val="00EDB5"/>
      </a:dk2>
      <a:lt2>
        <a:srgbClr val="FFFFFF"/>
      </a:lt2>
      <a:accent1>
        <a:srgbClr val="004050"/>
      </a:accent1>
      <a:accent2>
        <a:srgbClr val="00EDB5"/>
      </a:accent2>
      <a:accent3>
        <a:srgbClr val="7F007D"/>
      </a:accent3>
      <a:accent4>
        <a:srgbClr val="FF004C"/>
      </a:accent4>
      <a:accent5>
        <a:srgbClr val="F8D237"/>
      </a:accent5>
      <a:accent6>
        <a:srgbClr val="F3612C"/>
      </a:accent6>
      <a:hlink>
        <a:srgbClr val="004050"/>
      </a:hlink>
      <a:folHlink>
        <a:srgbClr val="00EDB5"/>
      </a:folHlink>
    </a:clrScheme>
    <a:fontScheme name="QandA">
      <a:majorFont>
        <a:latin typeface="Krana Fat B"/>
        <a:ea typeface=""/>
        <a:cs typeface=""/>
      </a:majorFont>
      <a:minorFont>
        <a:latin typeface="Montserra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bodyPr vert="horz" lIns="0" tIns="0" rIns="0" bIns="0" rtlCol="0" anchor="t" anchorCtr="0">
        <a:normAutofit/>
      </a:bodyPr>
      <a:lstStyle>
        <a:defPPr algn="l">
          <a:defRPr smtClean="0"/>
        </a:defPPr>
      </a:lstStyle>
    </a:txDef>
  </a:objectDefaults>
  <a:extraClrSchemeLst/>
  <a:extLst>
    <a:ext uri="{05A4C25C-085E-4340-85A3-A5531E510DB2}">
      <thm15:themeFamily xmlns:thm15="http://schemas.microsoft.com/office/thememl/2012/main" name="PPT Template  -  Read-Only" id="{FE6F9314-FB1A-4308-9415-7E96F18464DB}" vid="{40FC1162-964C-4C87-AECA-550FFE3793A0}"/>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117C33DDE971642A3AD62E1BE8FB4A8" ma:contentTypeVersion="18" ma:contentTypeDescription="Create a new document." ma:contentTypeScope="" ma:versionID="e27b6b193086ccf2492fa4a1c3beb17a">
  <xsd:schema xmlns:xsd="http://www.w3.org/2001/XMLSchema" xmlns:xs="http://www.w3.org/2001/XMLSchema" xmlns:p="http://schemas.microsoft.com/office/2006/metadata/properties" xmlns:ns2="eb7c3fc1-ccd5-477b-94a4-7b6dc96a8d59" xmlns:ns3="9e706368-9a73-4dcc-9221-b8fc62424fbc" targetNamespace="http://schemas.microsoft.com/office/2006/metadata/properties" ma:root="true" ma:fieldsID="1cbe3fd12ddf180cd07389aecbb7c154" ns2:_="" ns3:_="">
    <xsd:import namespace="eb7c3fc1-ccd5-477b-94a4-7b6dc96a8d59"/>
    <xsd:import namespace="9e706368-9a73-4dcc-9221-b8fc62424fbc"/>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2:MediaServiceAutoKeyPoints" minOccurs="0"/>
                <xsd:element ref="ns2:MediaServiceKeyPoints" minOccurs="0"/>
                <xsd:element ref="ns2:MediaServiceDateTaken" minOccurs="0"/>
                <xsd:element ref="ns2:MediaLengthInSeconds" minOccurs="0"/>
                <xsd:element ref="ns3:SharedWithUsers" minOccurs="0"/>
                <xsd:element ref="ns3:SharedWithDetails" minOccurs="0"/>
                <xsd:element ref="ns2:MediaServiceLocation" minOccurs="0"/>
                <xsd:element ref="ns2:lcf76f155ced4ddcb4097134ff3c332f" minOccurs="0"/>
                <xsd:element ref="ns3:TaxCatchAll"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b7c3fc1-ccd5-477b-94a4-7b6dc96a8d5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DateTaken" ma:index="16" nillable="true" ma:displayName="MediaServiceDateTaken" ma:hidden="true" ma:internalName="MediaServiceDateTaken" ma:readOnly="true">
      <xsd:simpleType>
        <xsd:restriction base="dms:Text"/>
      </xsd:simpleType>
    </xsd:element>
    <xsd:element name="MediaLengthInSeconds" ma:index="17" nillable="true" ma:displayName="Length (seconds)" ma:internalName="MediaLengthInSeconds" ma:readOnly="true">
      <xsd:simpleType>
        <xsd:restriction base="dms:Unknown"/>
      </xsd:simpleType>
    </xsd:element>
    <xsd:element name="MediaServiceLocation" ma:index="20" nillable="true" ma:displayName="Location" ma:internalName="MediaServiceLocation" ma:readOnly="true">
      <xsd:simpleType>
        <xsd:restriction base="dms:Text"/>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85f1f1f9-0179-4c93-b971-8e9741e04503"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e706368-9a73-4dcc-9221-b8fc62424fbc"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80d56f4e-fc78-4139-b8cb-10eb5f78ae8a}" ma:internalName="TaxCatchAll" ma:showField="CatchAllData" ma:web="9e706368-9a73-4dcc-9221-b8fc62424fb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9e706368-9a73-4dcc-9221-b8fc62424fbc" xsi:nil="true"/>
    <lcf76f155ced4ddcb4097134ff3c332f xmlns="eb7c3fc1-ccd5-477b-94a4-7b6dc96a8d59">
      <Terms xmlns="http://schemas.microsoft.com/office/infopath/2007/PartnerControls"/>
    </lcf76f155ced4ddcb4097134ff3c332f>
    <SharedWithUsers xmlns="9e706368-9a73-4dcc-9221-b8fc62424fbc">
      <UserInfo>
        <DisplayName/>
        <AccountId xsi:nil="true"/>
        <AccountType/>
      </UserInfo>
    </SharedWithUsers>
    <MediaLengthInSeconds xmlns="eb7c3fc1-ccd5-477b-94a4-7b6dc96a8d59"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8D77873-8B4A-4656-BDF0-1FCDFF7FBC6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b7c3fc1-ccd5-477b-94a4-7b6dc96a8d59"/>
    <ds:schemaRef ds:uri="9e706368-9a73-4dcc-9221-b8fc62424fb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DBC0D1A9-62D4-4D38-98A5-BE95FE2B3BF6}">
  <ds:schemaRefs>
    <ds:schemaRef ds:uri="http://purl.org/dc/elements/1.1/"/>
    <ds:schemaRef ds:uri="http://schemas.microsoft.com/office/2006/metadata/properties"/>
    <ds:schemaRef ds:uri="http://purl.org/dc/terms/"/>
    <ds:schemaRef ds:uri="98F23120-B9C0-4326-80F1-742994D56820"/>
    <ds:schemaRef ds:uri="http://schemas.openxmlformats.org/package/2006/metadata/core-properties"/>
    <ds:schemaRef ds:uri="http://schemas.microsoft.com/office/2006/documentManagement/types"/>
    <ds:schemaRef ds:uri="http://schemas.microsoft.com/office/infopath/2007/PartnerControls"/>
    <ds:schemaRef ds:uri="http://www.w3.org/XML/1998/namespace"/>
    <ds:schemaRef ds:uri="http://purl.org/dc/dcmitype/"/>
    <ds:schemaRef ds:uri="ae7a5ef5-f60e-4918-a47e-25aad02606cf"/>
    <ds:schemaRef ds:uri="35c74202-6262-43ee-80e5-eb97de261190"/>
    <ds:schemaRef ds:uri="9e706368-9a73-4dcc-9221-b8fc62424fbc"/>
    <ds:schemaRef ds:uri="eb7c3fc1-ccd5-477b-94a4-7b6dc96a8d59"/>
  </ds:schemaRefs>
</ds:datastoreItem>
</file>

<file path=customXml/itemProps3.xml><?xml version="1.0" encoding="utf-8"?>
<ds:datastoreItem xmlns:ds="http://schemas.openxmlformats.org/officeDocument/2006/customXml" ds:itemID="{1E30C460-91BC-4486-927B-7DEF612172CF}">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QA PPT Template</Template>
  <TotalTime>216</TotalTime>
  <Words>2246</Words>
  <Application>Microsoft Office PowerPoint</Application>
  <PresentationFormat>Widescreen</PresentationFormat>
  <Paragraphs>196</Paragraphs>
  <Slides>21</Slides>
  <Notes>13</Notes>
  <HiddenSlides>0</HiddenSlides>
  <MMClips>0</MMClips>
  <ScaleCrop>false</ScaleCrop>
  <HeadingPairs>
    <vt:vector size="6" baseType="variant">
      <vt:variant>
        <vt:lpstr>Fonts Used</vt:lpstr>
      </vt:variant>
      <vt:variant>
        <vt:i4>7</vt:i4>
      </vt:variant>
      <vt:variant>
        <vt:lpstr>Theme</vt:lpstr>
      </vt:variant>
      <vt:variant>
        <vt:i4>3</vt:i4>
      </vt:variant>
      <vt:variant>
        <vt:lpstr>Slide Titles</vt:lpstr>
      </vt:variant>
      <vt:variant>
        <vt:i4>21</vt:i4>
      </vt:variant>
    </vt:vector>
  </HeadingPairs>
  <TitlesOfParts>
    <vt:vector size="31" baseType="lpstr">
      <vt:lpstr>Arial</vt:lpstr>
      <vt:lpstr>Calibri</vt:lpstr>
      <vt:lpstr>Google Sans</vt:lpstr>
      <vt:lpstr>Krana Fat B</vt:lpstr>
      <vt:lpstr>Lucida Console</vt:lpstr>
      <vt:lpstr>Montserrat</vt:lpstr>
      <vt:lpstr>Montserrat Black</vt:lpstr>
      <vt:lpstr>Office Theme</vt:lpstr>
      <vt:lpstr>2_Office Theme</vt:lpstr>
      <vt:lpstr>1_Office Theme</vt:lpstr>
      <vt:lpstr>Filtering Rows</vt:lpstr>
      <vt:lpstr>Overview</vt:lpstr>
      <vt:lpstr>PowerPoint Presentation</vt:lpstr>
      <vt:lpstr>WHERE clause</vt:lpstr>
      <vt:lpstr>PowerPoint Presentation</vt:lpstr>
      <vt:lpstr>WHERE expression</vt:lpstr>
      <vt:lpstr>PowerPoint Presentation</vt:lpstr>
      <vt:lpstr>Operators</vt:lpstr>
      <vt:lpstr>PowerPoint Presentation</vt:lpstr>
      <vt:lpstr>PowerPoint Presentation</vt:lpstr>
      <vt:lpstr>Logical operators</vt:lpstr>
      <vt:lpstr>Specifying a list of values – IN</vt:lpstr>
      <vt:lpstr>Specifying a range of values – BETWEEN</vt:lpstr>
      <vt:lpstr>String comparisons – LIKE</vt:lpstr>
      <vt:lpstr>Filtering on calculated values</vt:lpstr>
      <vt:lpstr>Unknown values</vt:lpstr>
      <vt:lpstr>Finding unknown values (NULLs)</vt:lpstr>
      <vt:lpstr>Best practices</vt:lpstr>
      <vt:lpstr>PowerPoint Presentation</vt:lpstr>
      <vt:lpstr>Hands-on lab</vt:lpstr>
      <vt:lpstr>Review</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Filtering Rows</dc:title>
  <dc:subject/>
  <dc:creator>Lee, Peter</dc:creator>
  <cp:keywords/>
  <dc:description/>
  <cp:lastModifiedBy>Beardsley, Paul</cp:lastModifiedBy>
  <cp:revision>8</cp:revision>
  <cp:lastPrinted>2021-06-30T10:37:00Z</cp:lastPrinted>
  <dcterms:created xsi:type="dcterms:W3CDTF">2023-03-20T11:29:29Z</dcterms:created>
  <dcterms:modified xsi:type="dcterms:W3CDTF">2025-03-17T17:18:30Z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0x010100A117C33DDE971642A3AD62E1BE8FB4A8</vt:lpwstr>
  </property>
  <property fmtid="{D5CDD505-2E9C-101B-9397-08002B2CF9AE}" pid="3" name="BookType">
    <vt:lpwstr>10</vt:lpwstr>
  </property>
  <property fmtid="{D5CDD505-2E9C-101B-9397-08002B2CF9AE}" pid="4" name="Order">
    <vt:r8>26363300</vt:r8>
  </property>
  <property fmtid="{D5CDD505-2E9C-101B-9397-08002B2CF9AE}" pid="5" name="xd_Signature">
    <vt:bool>false</vt:bool>
  </property>
  <property fmtid="{D5CDD505-2E9C-101B-9397-08002B2CF9AE}" pid="6" name="xd_ProgID">
    <vt:lpwstr/>
  </property>
  <property fmtid="{D5CDD505-2E9C-101B-9397-08002B2CF9AE}" pid="7" name="_SourceUrl">
    <vt:lpwstr/>
  </property>
  <property fmtid="{D5CDD505-2E9C-101B-9397-08002B2CF9AE}" pid="8" name="_SharedFileIndex">
    <vt:lpwstr/>
  </property>
  <property fmtid="{D5CDD505-2E9C-101B-9397-08002B2CF9AE}" pid="9" name="ComplianceAssetId">
    <vt:lpwstr/>
  </property>
  <property fmtid="{D5CDD505-2E9C-101B-9397-08002B2CF9AE}" pid="10" name="TemplateUrl">
    <vt:lpwstr/>
  </property>
  <property fmtid="{D5CDD505-2E9C-101B-9397-08002B2CF9AE}" pid="11" name="_ExtendedDescription">
    <vt:lpwstr/>
  </property>
  <property fmtid="{D5CDD505-2E9C-101B-9397-08002B2CF9AE}" pid="12" name="TriggerFlowInfo">
    <vt:lpwstr/>
  </property>
  <property fmtid="{D5CDD505-2E9C-101B-9397-08002B2CF9AE}" pid="13" name="MediaServiceImageTags">
    <vt:lpwstr/>
  </property>
</Properties>
</file>