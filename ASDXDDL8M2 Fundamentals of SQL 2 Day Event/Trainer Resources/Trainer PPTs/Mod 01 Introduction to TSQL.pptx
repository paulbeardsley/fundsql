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3.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4.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5.xml" ContentType="application/vnd.openxmlformats-officedocument.theme+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theme/theme6.xml" ContentType="application/vnd.openxmlformats-officedocument.theme+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theme/theme7.xml" ContentType="application/vnd.openxmlformats-officedocument.theme+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50" r:id="rId5"/>
    <p:sldMasterId id="2147483836" r:id="rId6"/>
    <p:sldMasterId id="2147483931" r:id="rId7"/>
    <p:sldMasterId id="2147483965" r:id="rId8"/>
    <p:sldMasterId id="2147484000" r:id="rId9"/>
    <p:sldMasterId id="2147484038" r:id="rId10"/>
    <p:sldMasterId id="2147484071" r:id="rId11"/>
  </p:sldMasterIdLst>
  <p:notesMasterIdLst>
    <p:notesMasterId r:id="rId23"/>
  </p:notesMasterIdLst>
  <p:handoutMasterIdLst>
    <p:handoutMasterId r:id="rId24"/>
  </p:handoutMasterIdLst>
  <p:sldIdLst>
    <p:sldId id="462" r:id="rId12"/>
    <p:sldId id="612" r:id="rId13"/>
    <p:sldId id="845" r:id="rId14"/>
    <p:sldId id="778" r:id="rId15"/>
    <p:sldId id="842" r:id="rId16"/>
    <p:sldId id="843" r:id="rId17"/>
    <p:sldId id="847" r:id="rId18"/>
    <p:sldId id="850" r:id="rId19"/>
    <p:sldId id="851" r:id="rId20"/>
    <p:sldId id="852" r:id="rId21"/>
    <p:sldId id="849" r:id="rId22"/>
  </p:sldIdLst>
  <p:sldSz cx="12192000" cy="6858000"/>
  <p:notesSz cx="9775825" cy="6645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ader Slides" id="{DE8BF54A-1323-4403-83F8-D7B5510C9D53}">
          <p14:sldIdLst>
            <p14:sldId id="462"/>
            <p14:sldId id="612"/>
            <p14:sldId id="845"/>
            <p14:sldId id="778"/>
            <p14:sldId id="842"/>
            <p14:sldId id="843"/>
            <p14:sldId id="847"/>
            <p14:sldId id="850"/>
            <p14:sldId id="851"/>
            <p14:sldId id="852"/>
            <p14:sldId id="84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D3FF"/>
    <a:srgbClr val="004050"/>
    <a:srgbClr val="F3622C"/>
    <a:srgbClr val="FFFFFF"/>
    <a:srgbClr val="7F007D"/>
    <a:srgbClr val="FF004C"/>
    <a:srgbClr val="00EDB5"/>
    <a:srgbClr val="000000"/>
    <a:srgbClr val="C4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B4567-07A5-496F-B61B-FA6930676B85}" v="1" dt="2021-08-20T09:13:56.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96" autoAdjust="0"/>
  </p:normalViewPr>
  <p:slideViewPr>
    <p:cSldViewPr snapToGrid="0" snapToObjects="1" showGuides="1">
      <p:cViewPr varScale="1">
        <p:scale>
          <a:sx n="55" d="100"/>
          <a:sy n="55" d="100"/>
        </p:scale>
        <p:origin x="422" y="34"/>
      </p:cViewPr>
      <p:guideLst/>
    </p:cSldViewPr>
  </p:slideViewPr>
  <p:notesTextViewPr>
    <p:cViewPr>
      <p:scale>
        <a:sx n="1" d="1"/>
        <a:sy n="1" d="1"/>
      </p:scale>
      <p:origin x="0" y="0"/>
    </p:cViewPr>
  </p:notesTextViewPr>
  <p:sorterViewPr>
    <p:cViewPr>
      <p:scale>
        <a:sx n="66" d="100"/>
        <a:sy n="66" d="100"/>
      </p:scale>
      <p:origin x="0" y="-3885"/>
    </p:cViewPr>
  </p:sorterViewPr>
  <p:notesViewPr>
    <p:cSldViewPr snapToGrid="0" snapToObjects="1">
      <p:cViewPr varScale="1">
        <p:scale>
          <a:sx n="69" d="100"/>
          <a:sy n="69" d="100"/>
        </p:scale>
        <p:origin x="16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17/03/2025</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17/03/2025</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t>2</a:t>
            </a:fld>
            <a:endParaRPr lang="en-GB"/>
          </a:p>
        </p:txBody>
      </p:sp>
    </p:spTree>
    <p:extLst>
      <p:ext uri="{BB962C8B-B14F-4D97-AF65-F5344CB8AC3E}">
        <p14:creationId xmlns:p14="http://schemas.microsoft.com/office/powerpoint/2010/main" val="127675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r>
              <a:rPr lang="en-GB" sz="1200" kern="1200" dirty="0">
                <a:solidFill>
                  <a:schemeClr val="tx1"/>
                </a:solidFill>
                <a:latin typeface="+mn-lt"/>
                <a:ea typeface="+mn-ea"/>
                <a:cs typeface="+mn-cs"/>
              </a:rPr>
              <a:t>For the purposes of this course, the best way to describe Microsoft SQL Server is to call it a Relational Database Management System (“RDBMS”), although there is in fact much more to it.</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An RDBMS is a service that stores and processes data and there are many different systems available, from the free such as </a:t>
            </a:r>
            <a:r>
              <a:rPr lang="en-GB" sz="1200" kern="1200" dirty="0" err="1">
                <a:solidFill>
                  <a:schemeClr val="tx1"/>
                </a:solidFill>
                <a:latin typeface="+mn-lt"/>
                <a:ea typeface="+mn-ea"/>
                <a:cs typeface="+mn-cs"/>
              </a:rPr>
              <a:t>MySql</a:t>
            </a:r>
            <a:r>
              <a:rPr lang="en-GB" sz="1200" kern="1200" dirty="0">
                <a:solidFill>
                  <a:schemeClr val="tx1"/>
                </a:solidFill>
                <a:latin typeface="+mn-lt"/>
                <a:ea typeface="+mn-ea"/>
                <a:cs typeface="+mn-cs"/>
              </a:rPr>
              <a:t> (www.mysql.com) to the enterprise level such as Oracle (www.oracle.com) and IBM’s DB2 (www.ibm.com/software/data/db2).</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In an RDBMS, data are stored on rows, in tables, within data files and it is the Database Engine’s task to work out how to retrieve the data that we ask it for and where to put data when we modify it.</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This course is focused on the retrieval of data but there is an appendix on the basics of data modification for those delegates who are interested in that side of things.</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Microsoft SQL Server is Microsoft’s offering in the RDBMS field, which itself has many different editions from the free (Microsoft SQL Server Express Edition) to the enterprise level (Microsoft SQL Server Enterprise Edition). Having repeated the phrase “Microsoft SQL Server” many times in the previous sentence, we will refer to it from now on as SQL Server. The “SQL” is often pronounced “sequel” and we’ll get onto what that means later.</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The current version of SQL Server is Microsoft SQL Server 2022, which was released in November 2022. </a:t>
            </a:r>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5</a:t>
            </a:fld>
            <a:endParaRPr lang="en-GB"/>
          </a:p>
        </p:txBody>
      </p:sp>
    </p:spTree>
    <p:extLst>
      <p:ext uri="{BB962C8B-B14F-4D97-AF65-F5344CB8AC3E}">
        <p14:creationId xmlns:p14="http://schemas.microsoft.com/office/powerpoint/2010/main" val="3914843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r>
              <a:rPr lang="en-GB" sz="1200" kern="1200" dirty="0">
                <a:solidFill>
                  <a:schemeClr val="tx1"/>
                </a:solidFill>
                <a:latin typeface="+mn-lt"/>
                <a:ea typeface="+mn-ea"/>
                <a:cs typeface="+mn-cs"/>
              </a:rPr>
              <a:t>Microsoft SQL Server Management Studio (“SSMS”) is an integrated environment for accessing, configuring, managing, administering and developing all components of SQL Server. SSMS combines a broad group of graphical tools with a number of rich editors to provide access to SQL Server to developers and administrators of all skill levels.</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It combines the features of Enterprise Manager, Query Analyzer and other tools from earlier releases of SQL Server.  Use For OLAP etc.</a:t>
            </a:r>
          </a:p>
          <a:p>
            <a:pPr marL="0" algn="l" defTabSz="914400" rtl="0" eaLnBrk="1" latinLnBrk="0" hangingPunct="1"/>
            <a:r>
              <a:rPr lang="en-GB" sz="1200" kern="1200" dirty="0">
                <a:solidFill>
                  <a:schemeClr val="tx1"/>
                </a:solidFill>
                <a:latin typeface="+mn-lt"/>
                <a:ea typeface="+mn-ea"/>
                <a:cs typeface="+mn-cs"/>
              </a:rPr>
              <a:t>SSMS works with </a:t>
            </a:r>
          </a:p>
          <a:p>
            <a:pPr marL="0" algn="l" defTabSz="914400" rtl="0" eaLnBrk="1" latinLnBrk="0" hangingPunct="1">
              <a:buFont typeface="Arial" pitchFamily="34" charset="0"/>
              <a:buChar char="•"/>
            </a:pPr>
            <a:r>
              <a:rPr lang="en-GB" sz="1200" kern="1200" dirty="0">
                <a:solidFill>
                  <a:schemeClr val="tx1"/>
                </a:solidFill>
                <a:latin typeface="+mn-lt"/>
                <a:ea typeface="+mn-ea"/>
                <a:cs typeface="+mn-cs"/>
              </a:rPr>
              <a:t>Reporting Services</a:t>
            </a:r>
          </a:p>
          <a:p>
            <a:pPr marL="0" algn="l" defTabSz="914400" rtl="0" eaLnBrk="1" latinLnBrk="0" hangingPunct="1">
              <a:buFont typeface="Arial" pitchFamily="34" charset="0"/>
              <a:buChar char="•"/>
            </a:pPr>
            <a:r>
              <a:rPr lang="en-GB" sz="1200" kern="1200" dirty="0">
                <a:solidFill>
                  <a:schemeClr val="tx1"/>
                </a:solidFill>
                <a:latin typeface="+mn-lt"/>
                <a:ea typeface="+mn-ea"/>
                <a:cs typeface="+mn-cs"/>
              </a:rPr>
              <a:t>Integration Services</a:t>
            </a:r>
          </a:p>
          <a:p>
            <a:pPr marL="0" algn="l" defTabSz="914400" rtl="0" eaLnBrk="1" latinLnBrk="0" hangingPunct="1">
              <a:buFont typeface="Arial" pitchFamily="34" charset="0"/>
              <a:buChar char="•"/>
            </a:pPr>
            <a:r>
              <a:rPr lang="en-GB" sz="1200" kern="1200" dirty="0">
                <a:solidFill>
                  <a:schemeClr val="tx1"/>
                </a:solidFill>
                <a:latin typeface="+mn-lt"/>
                <a:ea typeface="+mn-ea"/>
                <a:cs typeface="+mn-cs"/>
              </a:rPr>
              <a:t>SQL Server Compact Edition</a:t>
            </a:r>
          </a:p>
          <a:p>
            <a:pPr marL="0" algn="l" defTabSz="914400" rtl="0" eaLnBrk="1" latinLnBrk="0" hangingPunct="1">
              <a:buFont typeface="Arial" pitchFamily="34" charset="0"/>
              <a:buChar char="•"/>
            </a:pPr>
            <a:r>
              <a:rPr lang="en-GB" sz="1200" kern="1200" dirty="0">
                <a:solidFill>
                  <a:schemeClr val="tx1"/>
                </a:solidFill>
                <a:latin typeface="+mn-lt"/>
                <a:ea typeface="+mn-ea"/>
                <a:cs typeface="+mn-cs"/>
              </a:rPr>
              <a:t>Analysis Services</a:t>
            </a:r>
          </a:p>
          <a:p>
            <a:pPr marL="0" algn="l" defTabSz="914400" rtl="0" eaLnBrk="1" latinLnBrk="0" hangingPunct="1"/>
            <a:endParaRPr lang="en-GB" sz="1200" kern="1200" dirty="0">
              <a:solidFill>
                <a:schemeClr val="tx1"/>
              </a:solidFill>
              <a:latin typeface="+mn-lt"/>
              <a:ea typeface="+mn-ea"/>
              <a:cs typeface="+mn-cs"/>
            </a:endParaRPr>
          </a:p>
          <a:p>
            <a:pPr marL="0" algn="l" defTabSz="914400" rtl="0" eaLnBrk="1" latinLnBrk="0" hangingPunct="1"/>
            <a:r>
              <a:rPr lang="en-GB" sz="1200" kern="1200" dirty="0">
                <a:solidFill>
                  <a:schemeClr val="tx1"/>
                </a:solidFill>
                <a:latin typeface="+mn-lt"/>
                <a:ea typeface="+mn-ea"/>
                <a:cs typeface="+mn-cs"/>
              </a:rPr>
              <a:t>With SSMS, database developers and administrators can develop or administer any of the components of the Database Engine.</a:t>
            </a:r>
          </a:p>
          <a:p>
            <a:endParaRPr lang="en-IN" dirty="0"/>
          </a:p>
          <a:p>
            <a:r>
              <a:rPr lang="en-IN" dirty="0"/>
              <a:t>In September 2018 Microsoft released another development environment for SQL Server, called Azure Data Studio.  Unlike SSMS, Azure Data Studio also works on non-Windows operating systems.  Azure Data Studio is installed alongside SSMS, but it can also be installed separately.</a:t>
            </a:r>
          </a:p>
          <a:p>
            <a:endParaRPr lang="en-IN" dirty="0"/>
          </a:p>
          <a:p>
            <a:r>
              <a:rPr lang="en-IN" dirty="0"/>
              <a:t>Edit &gt; </a:t>
            </a:r>
            <a:r>
              <a:rPr lang="en-IN" dirty="0" err="1"/>
              <a:t>Intellisense</a:t>
            </a:r>
            <a:r>
              <a:rPr lang="en-IN" dirty="0"/>
              <a:t> </a:t>
            </a:r>
            <a:r>
              <a:rPr lang="en-IN"/>
              <a:t>&gt; Insert Snippet</a:t>
            </a:r>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6</a:t>
            </a:fld>
            <a:endParaRPr lang="en-GB"/>
          </a:p>
        </p:txBody>
      </p:sp>
    </p:spTree>
    <p:extLst>
      <p:ext uri="{BB962C8B-B14F-4D97-AF65-F5344CB8AC3E}">
        <p14:creationId xmlns:p14="http://schemas.microsoft.com/office/powerpoint/2010/main" val="3342723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Solution Explorer window is a component of SSMS that allows us to view and manage items in a solution or a project. It also allows us to use the editors to work on items associated with one of the script projects.</a:t>
            </a:r>
          </a:p>
          <a:p>
            <a:endParaRPr lang="en-GB" dirty="0"/>
          </a:p>
          <a:p>
            <a:r>
              <a:rPr lang="en-GB" dirty="0"/>
              <a:t>SSMS can be used as a script development platform for:</a:t>
            </a:r>
          </a:p>
          <a:p>
            <a:endParaRPr lang="en-GB" dirty="0"/>
          </a:p>
          <a:p>
            <a:pPr>
              <a:buFont typeface="Arial" pitchFamily="34" charset="0"/>
              <a:buChar char="•"/>
            </a:pPr>
            <a:r>
              <a:rPr lang="en-GB" dirty="0"/>
              <a:t>SQL Server (TSQL)</a:t>
            </a:r>
          </a:p>
          <a:p>
            <a:pPr>
              <a:buFont typeface="Arial" pitchFamily="34" charset="0"/>
              <a:buChar char="•"/>
            </a:pPr>
            <a:r>
              <a:rPr lang="en-GB" dirty="0"/>
              <a:t>Analysis Services (MDX, DMX or XMLA)</a:t>
            </a:r>
          </a:p>
          <a:p>
            <a:pPr>
              <a:buFont typeface="Arial" pitchFamily="34" charset="0"/>
              <a:buChar char="•"/>
            </a:pPr>
            <a:r>
              <a:rPr lang="en-GB" dirty="0"/>
              <a:t>SQL Server Compact Edition (TSQL)</a:t>
            </a:r>
          </a:p>
          <a:p>
            <a:pPr>
              <a:buFont typeface="Arial" pitchFamily="34" charset="0"/>
              <a:buChar char="•"/>
            </a:pPr>
            <a:endParaRPr lang="en-GB" dirty="0"/>
          </a:p>
          <a:p>
            <a:r>
              <a:rPr lang="en-GB" dirty="0"/>
              <a:t>Solutions are a way of managing script files and folders.</a:t>
            </a:r>
          </a:p>
          <a:p>
            <a:endParaRPr lang="en-GB" dirty="0"/>
          </a:p>
          <a:p>
            <a:r>
              <a:rPr lang="en-GB" dirty="0"/>
              <a:t>It should be pointed out that we aren’t obliged to use projects and solutions – we can manage perfectly fine just by saving all of our scripts to the same folder. However, once there are more than one or two people working on a database we run into the problem of version management and what happens when more than one person tries to update a script at the same time. Source control, also known as SCM (Software Configuration Management), tries to reduce these kind of problems and SSMS Solutions and Projects can be very easily added to source control systems.</a:t>
            </a:r>
          </a:p>
          <a:p>
            <a:endParaRPr lang="en-GB" dirty="0"/>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7</a:t>
            </a:fld>
            <a:endParaRPr lang="en-GB"/>
          </a:p>
        </p:txBody>
      </p:sp>
    </p:spTree>
    <p:extLst>
      <p:ext uri="{BB962C8B-B14F-4D97-AF65-F5344CB8AC3E}">
        <p14:creationId xmlns:p14="http://schemas.microsoft.com/office/powerpoint/2010/main" val="3581865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write a query we can either:</a:t>
            </a:r>
          </a:p>
          <a:p>
            <a:endParaRPr lang="en-GB" dirty="0"/>
          </a:p>
          <a:p>
            <a:pPr>
              <a:buFont typeface="Arial" pitchFamily="34" charset="0"/>
              <a:buChar char="•"/>
            </a:pPr>
            <a:r>
              <a:rPr lang="en-GB" dirty="0"/>
              <a:t>Start with a blank query and enter the code to execute</a:t>
            </a:r>
          </a:p>
          <a:p>
            <a:pPr>
              <a:buFont typeface="Arial" pitchFamily="34" charset="0"/>
              <a:buChar char="•"/>
            </a:pPr>
            <a:r>
              <a:rPr lang="en-GB" dirty="0"/>
              <a:t>Open a pre-written query script</a:t>
            </a:r>
          </a:p>
          <a:p>
            <a:endParaRPr lang="en-GB" dirty="0"/>
          </a:p>
          <a:p>
            <a:r>
              <a:rPr lang="en-GB" dirty="0"/>
              <a:t>Scripts can be saved to disk using File | Save.</a:t>
            </a:r>
          </a:p>
          <a:p>
            <a:endParaRPr lang="en-GB" dirty="0"/>
          </a:p>
          <a:p>
            <a:r>
              <a:rPr lang="en-GB" dirty="0"/>
              <a:t>When a script is loaded into SSMS we can either:</a:t>
            </a:r>
          </a:p>
          <a:p>
            <a:endParaRPr lang="en-GB" dirty="0"/>
          </a:p>
          <a:p>
            <a:pPr>
              <a:buFont typeface="Arial" pitchFamily="34" charset="0"/>
              <a:buChar char="•"/>
            </a:pPr>
            <a:r>
              <a:rPr lang="en-GB" dirty="0"/>
              <a:t>Select only the statements that we wish to run, then run them (F5 is the keyboard shortcut)</a:t>
            </a:r>
          </a:p>
          <a:p>
            <a:pPr>
              <a:buFont typeface="Arial" pitchFamily="34" charset="0"/>
              <a:buChar char="•"/>
            </a:pPr>
            <a:r>
              <a:rPr lang="en-GB" dirty="0"/>
              <a:t>Run the complete script – no statements selected</a:t>
            </a:r>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8</a:t>
            </a:fld>
            <a:endParaRPr lang="en-GB"/>
          </a:p>
        </p:txBody>
      </p:sp>
    </p:spTree>
    <p:extLst>
      <p:ext uri="{BB962C8B-B14F-4D97-AF65-F5344CB8AC3E}">
        <p14:creationId xmlns:p14="http://schemas.microsoft.com/office/powerpoint/2010/main" val="1196157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SQL stands for Structured Query Language and is a standard language for accessing (and manipulating) data in databases. SQL is controlled by the American National Standards Institute (ANSI). The current standard is SQL:2016.</a:t>
            </a:r>
          </a:p>
          <a:p>
            <a:endParaRPr lang="en-GB" dirty="0"/>
          </a:p>
          <a:p>
            <a:r>
              <a:rPr lang="en-GB" dirty="0"/>
              <a:t>As is the case with all standards, the various vendors (Oracle, IBM, Microsoft, et al) all feel that the standard is lacking in certain areas, so whilst all RDBMSs support ANSI-SQL to a greater or lesser extent (few, if any, RDBMSs implement the whole standard), they invariably also have extensions and additions to the standard.</a:t>
            </a:r>
          </a:p>
          <a:p>
            <a:endParaRPr lang="en-GB" dirty="0"/>
          </a:p>
          <a:p>
            <a:r>
              <a:rPr lang="en-GB" dirty="0"/>
              <a:t>Microsoft’s implementation of the standard is called Transact-SQL, or T-SQL for short, or just SQL for even shorter. Most of what we cover in this introductory course is ANSI-compliant.</a:t>
            </a:r>
          </a:p>
          <a:p>
            <a:endParaRPr lang="en-GB" dirty="0"/>
          </a:p>
          <a:p>
            <a:r>
              <a:rPr lang="en-GB" dirty="0"/>
              <a:t>Oracle’s flavour is called PL/SQL (“procedural language”) whilst IBM’s is SQL PL…</a:t>
            </a:r>
          </a:p>
          <a:p>
            <a:endParaRPr lang="en-IN" dirty="0"/>
          </a:p>
        </p:txBody>
      </p:sp>
      <p:sp>
        <p:nvSpPr>
          <p:cNvPr id="4" name="Slide Number Placeholder 3"/>
          <p:cNvSpPr>
            <a:spLocks noGrp="1"/>
          </p:cNvSpPr>
          <p:nvPr>
            <p:ph type="sldNum" sz="quarter" idx="10"/>
          </p:nvPr>
        </p:nvSpPr>
        <p:spPr/>
        <p:txBody>
          <a:bodyPr/>
          <a:lstStyle/>
          <a:p>
            <a:fld id="{548901C6-1DA1-FB44-ABEE-06A0FEB7738E}" type="slidenum">
              <a:rPr lang="en-GB" smtClean="0"/>
              <a:t>10</a:t>
            </a:fld>
            <a:endParaRPr lang="en-GB"/>
          </a:p>
        </p:txBody>
      </p:sp>
    </p:spTree>
    <p:extLst>
      <p:ext uri="{BB962C8B-B14F-4D97-AF65-F5344CB8AC3E}">
        <p14:creationId xmlns:p14="http://schemas.microsoft.com/office/powerpoint/2010/main" val="30775751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19.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 Id="rId5" Type="http://schemas.openxmlformats.org/officeDocument/2006/relationships/image" Target="../media/image31.svg"/><Relationship Id="rId4" Type="http://schemas.openxmlformats.org/officeDocument/2006/relationships/image" Target="../media/image6.svg"/></Relationships>
</file>

<file path=ppt/slideLayouts/_rels/slideLayout1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 Id="rId5" Type="http://schemas.microsoft.com/office/2007/relationships/hdphoto" Target="../media/hdphoto3.wdp"/><Relationship Id="rId4" Type="http://schemas.openxmlformats.org/officeDocument/2006/relationships/image" Target="../media/image32.png"/></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sv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5.xml"/><Relationship Id="rId4" Type="http://schemas.openxmlformats.org/officeDocument/2006/relationships/image" Target="../media/image6.sv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5.xml"/><Relationship Id="rId4" Type="http://schemas.openxmlformats.org/officeDocument/2006/relationships/image" Target="../media/image9.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5.xml"/><Relationship Id="rId4" Type="http://schemas.openxmlformats.org/officeDocument/2006/relationships/image" Target="../media/image6.svg"/></Relationships>
</file>

<file path=ppt/slideLayouts/_rels/slideLayout17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5.png"/><Relationship Id="rId1" Type="http://schemas.openxmlformats.org/officeDocument/2006/relationships/slideMaster" Target="../slideMasters/slideMaster6.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6.xml"/><Relationship Id="rId4" Type="http://schemas.openxmlformats.org/officeDocument/2006/relationships/image" Target="../media/image7.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6.xml"/><Relationship Id="rId5" Type="http://schemas.microsoft.com/office/2007/relationships/hdphoto" Target="../media/hdphoto4.wdp"/><Relationship Id="rId4" Type="http://schemas.openxmlformats.org/officeDocument/2006/relationships/image" Target="../media/image35.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5.png"/><Relationship Id="rId1" Type="http://schemas.openxmlformats.org/officeDocument/2006/relationships/slideMaster" Target="../slideMasters/slideMaster6.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21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Master" Target="../slideMasters/slideMaster7.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7.xml"/><Relationship Id="rId5" Type="http://schemas.microsoft.com/office/2007/relationships/hdphoto" Target="../media/hdphoto3.wdp"/><Relationship Id="rId4" Type="http://schemas.openxmlformats.org/officeDocument/2006/relationships/image" Target="../media/image32.png"/></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7.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6.png"/><Relationship Id="rId1" Type="http://schemas.openxmlformats.org/officeDocument/2006/relationships/slideMaster" Target="../slideMasters/slideMaster7.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5684658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90707301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26430270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eader - Red">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9" y="493"/>
            <a:ext cx="12192649" cy="6857507"/>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1952" y="377825"/>
            <a:ext cx="2133602" cy="1365505"/>
          </a:xfrm>
          <a:prstGeom prst="rect">
            <a:avLst/>
          </a:prstGeom>
        </p:spPr>
      </p:pic>
      <p:sp>
        <p:nvSpPr>
          <p:cNvPr id="10" name="Title 1">
            <a:extLst>
              <a:ext uri="{FF2B5EF4-FFF2-40B4-BE49-F238E27FC236}">
                <a16:creationId xmlns:a16="http://schemas.microsoft.com/office/drawing/2014/main" id="{2B541408-9F20-4E79-B69D-8A8151C2DD05}"/>
              </a:ext>
            </a:extLst>
          </p:cNvPr>
          <p:cNvSpPr>
            <a:spLocks noGrp="1"/>
          </p:cNvSpPr>
          <p:nvPr>
            <p:ph type="ctrTitle"/>
          </p:nvPr>
        </p:nvSpPr>
        <p:spPr>
          <a:xfrm>
            <a:off x="548369" y="2265730"/>
            <a:ext cx="5627171" cy="2211677"/>
          </a:xfrm>
        </p:spPr>
        <p:txBody>
          <a:bodyPr anchor="t" anchorCtr="0">
            <a:noAutofit/>
          </a:bodyPr>
          <a:lstStyle>
            <a:lvl1pPr algn="l">
              <a:lnSpc>
                <a:spcPct val="80000"/>
              </a:lnSpc>
              <a:defRPr sz="5600" cap="all" baseline="0">
                <a:solidFill>
                  <a:schemeClr val="bg1"/>
                </a:solidFill>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143832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1ARROW">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9709"/>
          <a:stretch/>
        </p:blipFill>
        <p:spPr>
          <a:xfrm>
            <a:off x="6590289" y="11113"/>
            <a:ext cx="5601711" cy="6860864"/>
          </a:xfrm>
          <a:prstGeom prst="rect">
            <a:avLst/>
          </a:prstGeom>
        </p:spPr>
      </p:pic>
      <p:sp>
        <p:nvSpPr>
          <p:cNvPr id="5" name="Text Placeholder 2"/>
          <p:cNvSpPr>
            <a:spLocks noGrp="1"/>
          </p:cNvSpPr>
          <p:nvPr>
            <p:ph type="body" sz="quarter" idx="12" hasCustomPrompt="1"/>
          </p:nvPr>
        </p:nvSpPr>
        <p:spPr>
          <a:xfrm>
            <a:off x="1357921" y="1240172"/>
            <a:ext cx="9483118" cy="520262"/>
          </a:xfrm>
        </p:spPr>
        <p:txBody>
          <a:bodyPr/>
          <a:lstStyle>
            <a:lvl1pPr marL="0" indent="0">
              <a:lnSpc>
                <a:spcPct val="90000"/>
              </a:lnSpc>
              <a:spcAft>
                <a:spcPts val="0"/>
              </a:spcAft>
              <a:buFont typeface="Arial" panose="020B0604020202020204" pitchFamily="34" charset="0"/>
              <a:buNone/>
              <a:defRPr sz="40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a:t>Page title to sit here</a:t>
            </a:r>
          </a:p>
        </p:txBody>
      </p:sp>
      <p:sp>
        <p:nvSpPr>
          <p:cNvPr id="6" name="Text Placeholder 7"/>
          <p:cNvSpPr>
            <a:spLocks noGrp="1"/>
          </p:cNvSpPr>
          <p:nvPr>
            <p:ph type="body" sz="quarter" idx="11"/>
          </p:nvPr>
        </p:nvSpPr>
        <p:spPr>
          <a:xfrm>
            <a:off x="1357921" y="2102264"/>
            <a:ext cx="9483117" cy="4376323"/>
          </a:xfrm>
        </p:spPr>
        <p:txBody>
          <a:bodyPr/>
          <a:lstStyle>
            <a:lvl1pPr marL="0" indent="0">
              <a:buFont typeface="Arial" panose="020B0604020202020204" pitchFamily="34" charset="0"/>
              <a:buNone/>
              <a:defRPr/>
            </a:lvl1pPr>
            <a:lvl2pPr marL="171450" indent="-171450">
              <a:buFont typeface="Arial" panose="020B0604020202020204" pitchFamily="34" charset="0"/>
              <a:buChar cha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userDrawn="1"/>
        </p:nvSpPr>
        <p:spPr>
          <a:xfrm>
            <a:off x="269737" y="314036"/>
            <a:ext cx="1004881" cy="659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9" name="Slide Number Placeholder 5">
            <a:extLst>
              <a:ext uri="{FF2B5EF4-FFF2-40B4-BE49-F238E27FC236}">
                <a16:creationId xmlns:a16="http://schemas.microsoft.com/office/drawing/2014/main" id="{8A975D01-89DD-456F-80CA-73FF7FB9E1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410989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1 Section Divider">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pic>
        <p:nvPicPr>
          <p:cNvPr id="10"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1" name="Title 1">
            <a:extLst>
              <a:ext uri="{FF2B5EF4-FFF2-40B4-BE49-F238E27FC236}">
                <a16:creationId xmlns:a16="http://schemas.microsoft.com/office/drawing/2014/main" id="{EBBB6D40-B4C9-8B4A-B2A6-126F64906376}"/>
              </a:ext>
            </a:extLst>
          </p:cNvPr>
          <p:cNvSpPr>
            <a:spLocks noGrp="1"/>
          </p:cNvSpPr>
          <p:nvPr>
            <p:ph type="ctrTitle"/>
          </p:nvPr>
        </p:nvSpPr>
        <p:spPr>
          <a:xfrm>
            <a:off x="384784" y="3089654"/>
            <a:ext cx="707527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345193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4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59613" y="1556247"/>
            <a:ext cx="6814270" cy="2277604"/>
          </a:xfrm>
        </p:spPr>
        <p:txBody>
          <a:bodyPr anchor="b" anchorCtr="0">
            <a:noAutofit/>
          </a:bodyPr>
          <a:lstStyle>
            <a:lvl1pPr algn="l">
              <a:lnSpc>
                <a:spcPct val="90000"/>
              </a:lnSpc>
              <a:defRPr sz="54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7" name="Graphic 31">
            <a:extLst>
              <a:ext uri="{FF2B5EF4-FFF2-40B4-BE49-F238E27FC236}">
                <a16:creationId xmlns:a16="http://schemas.microsoft.com/office/drawing/2014/main" id="{5548F746-665E-408B-B0D4-EA7E82C51C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84926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02 Section Divider">
    <p:bg>
      <p:bgPr>
        <a:solidFill>
          <a:schemeClr val="accent6"/>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13" name="Title 1">
            <a:extLst>
              <a:ext uri="{FF2B5EF4-FFF2-40B4-BE49-F238E27FC236}">
                <a16:creationId xmlns:a16="http://schemas.microsoft.com/office/drawing/2014/main" id="{EBBB6D40-B4C9-8B4A-B2A6-126F64906376}"/>
              </a:ext>
            </a:extLst>
          </p:cNvPr>
          <p:cNvSpPr>
            <a:spLocks noGrp="1"/>
          </p:cNvSpPr>
          <p:nvPr>
            <p:ph type="ctrTitle"/>
          </p:nvPr>
        </p:nvSpPr>
        <p:spPr>
          <a:xfrm>
            <a:off x="376238" y="1897166"/>
            <a:ext cx="7011390"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09" y="1897166"/>
            <a:ext cx="11479292" cy="4960834"/>
          </a:xfrm>
          <a:prstGeom prst="rect">
            <a:avLst/>
          </a:prstGeom>
        </p:spPr>
      </p:pic>
    </p:spTree>
    <p:extLst>
      <p:ext uri="{BB962C8B-B14F-4D97-AF65-F5344CB8AC3E}">
        <p14:creationId xmlns:p14="http://schemas.microsoft.com/office/powerpoint/2010/main" val="12541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03 Section Divider">
    <p:bg>
      <p:bgPr>
        <a:solidFill>
          <a:schemeClr val="accent3"/>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pic>
        <p:nvPicPr>
          <p:cNvPr id="4" name="Picture 3"/>
          <p:cNvPicPr>
            <a:picLocks noChangeAspect="1"/>
          </p:cNvPicPr>
          <p:nvPr userDrawn="1"/>
        </p:nvPicPr>
        <p:blipFill rotWithShape="1">
          <a:blip r:embed="rId3">
            <a:extLst>
              <a:ext uri="{28A0092B-C50C-407E-A947-70E740481C1C}">
                <a14:useLocalDpi xmlns:a14="http://schemas.microsoft.com/office/drawing/2010/main" val="0"/>
              </a:ext>
            </a:extLst>
          </a:blip>
          <a:srcRect l="42453"/>
          <a:stretch/>
        </p:blipFill>
        <p:spPr>
          <a:xfrm>
            <a:off x="-1" y="2138695"/>
            <a:ext cx="11137643" cy="4973375"/>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6783308"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spTree>
    <p:extLst>
      <p:ext uri="{BB962C8B-B14F-4D97-AF65-F5344CB8AC3E}">
        <p14:creationId xmlns:p14="http://schemas.microsoft.com/office/powerpoint/2010/main" val="292691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04 Section Divider">
    <p:bg>
      <p:bgPr>
        <a:solidFill>
          <a:schemeClr val="accent4"/>
        </a:solidFill>
        <a:effectLst/>
      </p:bgPr>
    </p:bg>
    <p:spTree>
      <p:nvGrpSpPr>
        <p:cNvPr id="1" name=""/>
        <p:cNvGrpSpPr/>
        <p:nvPr/>
      </p:nvGrpSpPr>
      <p:grpSpPr>
        <a:xfrm>
          <a:off x="0" y="0"/>
          <a:ext cx="0" cy="0"/>
          <a:chOff x="0" y="0"/>
          <a:chExt cx="0" cy="0"/>
        </a:xfrm>
      </p:grpSpPr>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5" name="Title 1">
            <a:extLst>
              <a:ext uri="{FF2B5EF4-FFF2-40B4-BE49-F238E27FC236}">
                <a16:creationId xmlns:a16="http://schemas.microsoft.com/office/drawing/2014/main" id="{EBBB6D40-B4C9-8B4A-B2A6-126F64906376}"/>
              </a:ext>
            </a:extLst>
          </p:cNvPr>
          <p:cNvSpPr>
            <a:spLocks noGrp="1"/>
          </p:cNvSpPr>
          <p:nvPr>
            <p:ph type="ctrTitle"/>
          </p:nvPr>
        </p:nvSpPr>
        <p:spPr>
          <a:xfrm>
            <a:off x="387037" y="1169540"/>
            <a:ext cx="7000591" cy="2277604"/>
          </a:xfrm>
        </p:spPr>
        <p:txBody>
          <a:bodyPr anchor="b" anchorCtr="0">
            <a:noAutofit/>
          </a:bodyPr>
          <a:lstStyle>
            <a:lvl1pPr algn="l">
              <a:lnSpc>
                <a:spcPts val="6000"/>
              </a:lnSpc>
              <a:defRPr sz="5600">
                <a:solidFill>
                  <a:schemeClr val="bg1"/>
                </a:solidFill>
                <a:latin typeface="Montserrat Black" panose="00000A00000000000000" pitchFamily="2" charset="0"/>
              </a:defRPr>
            </a:lvl1pPr>
          </a:lstStyle>
          <a:p>
            <a:r>
              <a:rPr lang="en-US" noProof="0"/>
              <a:t>Click to edit Master title style</a:t>
            </a:r>
            <a:endParaRPr lang="en-GB" noProof="0" dirty="0"/>
          </a:p>
        </p:txBody>
      </p:sp>
      <p:pic>
        <p:nvPicPr>
          <p:cNvPr id="7" name="Picture 6"/>
          <p:cNvPicPr>
            <a:picLocks noChangeAspect="1"/>
          </p:cNvPicPr>
          <p:nvPr userDrawn="1"/>
        </p:nvPicPr>
        <p:blipFill rotWithShape="1">
          <a:blip r:embed="rId3">
            <a:biLevel thresh="25000"/>
            <a:extLst>
              <a:ext uri="{28A0092B-C50C-407E-A947-70E740481C1C}">
                <a14:useLocalDpi xmlns:a14="http://schemas.microsoft.com/office/drawing/2010/main" val="0"/>
              </a:ext>
            </a:extLst>
          </a:blip>
          <a:srcRect l="2277"/>
          <a:stretch/>
        </p:blipFill>
        <p:spPr>
          <a:xfrm>
            <a:off x="0" y="2294314"/>
            <a:ext cx="9545652" cy="4066446"/>
          </a:xfrm>
          <a:prstGeom prst="rect">
            <a:avLst/>
          </a:prstGeom>
        </p:spPr>
      </p:pic>
    </p:spTree>
    <p:extLst>
      <p:ext uri="{BB962C8B-B14F-4D97-AF65-F5344CB8AC3E}">
        <p14:creationId xmlns:p14="http://schemas.microsoft.com/office/powerpoint/2010/main" val="4113690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3_02 Section Divider">
    <p:bg>
      <p:bgPr>
        <a:solidFill>
          <a:srgbClr val="004050"/>
        </a:solidFill>
        <a:effectLst/>
      </p:bgPr>
    </p:bg>
    <p:spTree>
      <p:nvGrpSpPr>
        <p:cNvPr id="1" name=""/>
        <p:cNvGrpSpPr/>
        <p:nvPr/>
      </p:nvGrpSpPr>
      <p:grpSpPr>
        <a:xfrm>
          <a:off x="0" y="0"/>
          <a:ext cx="0" cy="0"/>
          <a:chOff x="0" y="0"/>
          <a:chExt cx="0" cy="0"/>
        </a:xfrm>
      </p:grpSpPr>
      <p:sp>
        <p:nvSpPr>
          <p:cNvPr id="3" name="Rectangle 2"/>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endParaRPr lang="en-GB" dirty="0"/>
          </a:p>
        </p:txBody>
      </p:sp>
      <p:sp>
        <p:nvSpPr>
          <p:cNvPr id="4" name="Rectangle 3"/>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7071966" cy="2353439"/>
          </a:xfrm>
        </p:spPr>
        <p:txBody>
          <a:bodyPr anchor="b" anchorCtr="0">
            <a:noAutofit/>
          </a:bodyPr>
          <a:lstStyle>
            <a:lvl1pPr algn="l">
              <a:lnSpc>
                <a:spcPts val="6000"/>
              </a:lnSpc>
              <a:defRPr sz="5400" spc="60" baseline="0">
                <a:solidFill>
                  <a:srgbClr val="004050"/>
                </a:solidFill>
              </a:defRPr>
            </a:lvl1pPr>
          </a:lstStyle>
          <a:p>
            <a:r>
              <a:rPr lang="en-US" noProof="0" dirty="0"/>
              <a:t>Click to edit master title style</a:t>
            </a:r>
            <a:endParaRPr lang="en-GB" noProof="0" dirty="0"/>
          </a:p>
        </p:txBody>
      </p:sp>
      <p:pic>
        <p:nvPicPr>
          <p:cNvPr id="6" name="Graphic 31">
            <a:extLst>
              <a:ext uri="{FF2B5EF4-FFF2-40B4-BE49-F238E27FC236}">
                <a16:creationId xmlns:a16="http://schemas.microsoft.com/office/drawing/2014/main" id="{B724B3C1-1C9A-478C-8A84-BF65A52018E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4174727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653548AA-2EF5-4301-B743-9688BED3B31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91788850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F3622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1412F92A-2AA3-4AE7-9685-27769A9522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96016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5" name="Slide Number Placeholder 5">
            <a:extLst>
              <a:ext uri="{FF2B5EF4-FFF2-40B4-BE49-F238E27FC236}">
                <a16:creationId xmlns:a16="http://schemas.microsoft.com/office/drawing/2014/main" id="{F0ACF9E5-B24F-48AB-A388-369B61722EB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07542970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5" name="Slide Number Placeholder 5">
            <a:extLst>
              <a:ext uri="{FF2B5EF4-FFF2-40B4-BE49-F238E27FC236}">
                <a16:creationId xmlns:a16="http://schemas.microsoft.com/office/drawing/2014/main" id="{EF226655-D805-4B87-813B-F781D2DAFE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bg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9774471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20D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tx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tx1"/>
                </a:solidFill>
              </a:defRPr>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p>
        </p:txBody>
      </p:sp>
      <p:sp>
        <p:nvSpPr>
          <p:cNvPr id="6" name="Slide Number Placeholder 5">
            <a:extLst>
              <a:ext uri="{FF2B5EF4-FFF2-40B4-BE49-F238E27FC236}">
                <a16:creationId xmlns:a16="http://schemas.microsoft.com/office/drawing/2014/main" id="{5A6219D4-D160-4AED-AB5B-A5ED5A7543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511476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pic>
        <p:nvPicPr>
          <p:cNvPr id="1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7" y="377825"/>
            <a:ext cx="781218" cy="552176"/>
          </a:xfrm>
          <a:prstGeom prst="rect">
            <a:avLst/>
          </a:prstGeom>
        </p:spPr>
      </p:pic>
      <p:sp>
        <p:nvSpPr>
          <p:cNvPr id="3" name="Title Placeholder 1">
            <a:extLst>
              <a:ext uri="{FF2B5EF4-FFF2-40B4-BE49-F238E27FC236}">
                <a16:creationId xmlns:a16="http://schemas.microsoft.com/office/drawing/2014/main" id="{62421104-899E-4F1E-9A2F-57175A8CFD01}"/>
              </a:ext>
            </a:extLst>
          </p:cNvPr>
          <p:cNvSpPr txBox="1">
            <a:spLocks/>
          </p:cNvSpPr>
          <p:nvPr userDrawn="1"/>
        </p:nvSpPr>
        <p:spPr>
          <a:xfrm>
            <a:off x="1198387"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sp>
        <p:nvSpPr>
          <p:cNvPr id="4" name="Slide Number Placeholder 5">
            <a:extLst>
              <a:ext uri="{FF2B5EF4-FFF2-40B4-BE49-F238E27FC236}">
                <a16:creationId xmlns:a16="http://schemas.microsoft.com/office/drawing/2014/main" id="{8BF3B38F-9248-4518-960F-EDA7B13F7B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8096321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34370292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1671771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4110310605"/>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24706708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5156183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574679673"/>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7114643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6162C174-BF5A-4194-BC6C-B1D4B56734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6">
            <a:extLst>
              <a:ext uri="{FF2B5EF4-FFF2-40B4-BE49-F238E27FC236}">
                <a16:creationId xmlns:a16="http://schemas.microsoft.com/office/drawing/2014/main" id="{70AB5B51-72D8-4473-94F4-AF1E267C458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8371074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B3A2A039-D599-4D76-8124-504B5075C5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B3A548B-2F5E-4EDE-B435-EFC29196AFD2}"/>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5175998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EE319D53-01A0-4E2F-9BD9-B400728892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C0A6909-69F0-4B1F-BE18-928EC76D397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1684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B3622C14-6CAE-4F48-B751-E9E621B2C95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A62CD8E-3A81-48BD-84FE-755B7D0788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449569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9B411762-86B8-4A94-AA95-CCF2281698A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987461D-5441-4AD2-8665-A7A3D3A4D9C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13654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87D866A2-1500-436A-A186-3C20EE4D5C3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A433F1-ACA3-4D3D-8AFF-6E3BE26B065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349946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EAE9C79-14B5-44C7-8FA5-E4D6103A0E3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C2C66C0C-8E65-4B91-9008-87E53A07C0A9}"/>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96727804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04D412BD-43D3-4A43-9346-908171D3BC7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3C23A046-21AC-4DAE-8154-4FE4D01B9A9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2F600B5F-7713-43B9-8473-50A216B6C64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1645895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A302942E-CE85-4C6C-9028-B98821F8F2D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AFDE34FD-D516-4C25-82B2-09E27AA0E72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D5CAFD6D-3AC9-43A7-88AB-26FD7F8FC6C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9297930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17EBA526-60BF-4958-81B9-EA46732F17C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1054D9-60B5-41F3-984B-AF6E5FE5F842}"/>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3E84D21-72B4-491E-ACF0-23B74A3E3FE6}"/>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318917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0" name="Slide Number Placeholder 5">
            <a:extLst>
              <a:ext uri="{FF2B5EF4-FFF2-40B4-BE49-F238E27FC236}">
                <a16:creationId xmlns:a16="http://schemas.microsoft.com/office/drawing/2014/main" id="{79DCD36C-45A5-4076-B40F-7B2A5A6FCFD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3CD4607-1DFA-4DA2-A302-14AA7E741AA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69C9A809-5A3F-46CE-93A1-B61856B8EA0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8200864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2464811-C3A4-4C43-85CA-DDE34ABA64F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D077554B-9AB3-4001-A116-3414FBC11D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55FEE24A-E749-4DC2-B881-5A1436F05D5C}"/>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01007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FD99CE6E-A64E-4704-AF9F-FFB00E94D7A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A589C6D-0204-47CC-87FF-FB0EB802152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2EC17026-9507-409A-81BC-59EFD639EE11}"/>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7173593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2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26E6605E-98CF-4395-9DE0-09CC469435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33EE44F-4E4B-4653-9358-84B9BA39102E}"/>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2626092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2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5">
            <a:extLst>
              <a:ext uri="{FF2B5EF4-FFF2-40B4-BE49-F238E27FC236}">
                <a16:creationId xmlns:a16="http://schemas.microsoft.com/office/drawing/2014/main" id="{CB0CA267-7521-4244-9705-1A256E86313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A6E7854-1462-4248-9497-C8C510D5E904}"/>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9937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7" name="Slide Number Placeholder 5">
            <a:extLst>
              <a:ext uri="{FF2B5EF4-FFF2-40B4-BE49-F238E27FC236}">
                <a16:creationId xmlns:a16="http://schemas.microsoft.com/office/drawing/2014/main" id="{ED95F8AE-8762-4F39-B239-68E1547B153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BA6F235-3973-48D8-B2CC-D1C3A5A7FF3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6289334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77089E4-D435-4929-8AC4-34D75682B0E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6223DB9-3B28-4A1C-AF77-040989A89C20}"/>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C89BF57C-9A63-4BD2-BE5E-6C985D4ACD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270280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F4B9FA5E-F6D9-41E1-AB1A-0DF3518A321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5D3749E-0BC5-465D-A75B-AEC2DF19C16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9F7A3913-1B98-4C5D-8011-58DA120BBE6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275953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C4304140-66DF-4600-A913-2FE16EE8D7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94BDB016-508C-4776-BAF5-402A02267F01}"/>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B909995E-F976-4C7D-8CFA-5515B97460E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80571308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0" y="5523689"/>
            <a:ext cx="4114800" cy="1334310"/>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Slide Number Placeholder 5">
            <a:extLst>
              <a:ext uri="{FF2B5EF4-FFF2-40B4-BE49-F238E27FC236}">
                <a16:creationId xmlns:a16="http://schemas.microsoft.com/office/drawing/2014/main" id="{59589677-251F-470E-9AA6-4D13BF7FABA0}"/>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918F955-2B32-48D1-8D99-B25B656F3CDA}"/>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5F2BCBA9-38AC-4EB6-A0FA-5CD919F5E66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0100288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6" name="Slide Number Placeholder 5">
            <a:extLst>
              <a:ext uri="{FF2B5EF4-FFF2-40B4-BE49-F238E27FC236}">
                <a16:creationId xmlns:a16="http://schemas.microsoft.com/office/drawing/2014/main" id="{62D0FD9B-3A7B-4AD3-AF69-81B1DB3B7DC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2B9FE1B0-D8B0-4E06-93F5-0A82852A8743}"/>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9012016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F9D7AB20-841B-473D-A32A-6F69250CA67F}"/>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76C196FA-3B7D-4C82-8883-8F2013A2765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0613789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Arrow Left 06">
    <p:spTree>
      <p:nvGrpSpPr>
        <p:cNvPr id="1" name=""/>
        <p:cNvGrpSpPr/>
        <p:nvPr/>
      </p:nvGrpSpPr>
      <p:grpSpPr>
        <a:xfrm>
          <a:off x="0" y="0"/>
          <a:ext cx="0" cy="0"/>
          <a:chOff x="0" y="0"/>
          <a:chExt cx="0" cy="0"/>
        </a:xfrm>
      </p:grpSpPr>
      <p:grpSp>
        <p:nvGrpSpPr>
          <p:cNvPr id="19" name="Group 18"/>
          <p:cNvGrpSpPr/>
          <p:nvPr userDrawn="1"/>
        </p:nvGrpSpPr>
        <p:grpSpPr>
          <a:xfrm>
            <a:off x="-754639" y="4413951"/>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E8E8E948-8BC8-4DC2-8EA6-D6D12C7B44A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E2206BDD-4CAD-4240-8289-65D6D1D0A6C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2127470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CC2B73AC-F2E0-442D-B9C4-65D5AD1A0967}"/>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CFC6B97-40BB-4EAB-A33D-8398BEE6A916}"/>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7543005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08137084-0666-4AB6-A15C-58BA10ECC343}"/>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B8430456-322C-496E-9439-7335E15B26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7DE75644-A55F-4F09-A532-80ED1D4604E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211210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lide Number Placeholder 5">
            <a:extLst>
              <a:ext uri="{FF2B5EF4-FFF2-40B4-BE49-F238E27FC236}">
                <a16:creationId xmlns:a16="http://schemas.microsoft.com/office/drawing/2014/main" id="{0DE094E3-CE25-440F-B8A8-1CA329D5AAFA}"/>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249157EC-B9A8-478B-B1F3-B2A9D86D249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7F4CD14E-E0F2-49B7-93CC-478A6100430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8559302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07D33088-E4C8-4FF8-824B-9F688A8163CB}"/>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A0F24479-1F81-40E3-89A1-F1875ADD43C4}"/>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B5935BB6-5CCF-4418-A1AD-7CC46A8A5E1D}"/>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7344414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92260E9D-886F-4C37-909F-86CB02C602F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488AF78-499E-480C-9653-A23A983DC2F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9870052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
            <a:extLst>
              <a:ext uri="{FF2B5EF4-FFF2-40B4-BE49-F238E27FC236}">
                <a16:creationId xmlns:a16="http://schemas.microsoft.com/office/drawing/2014/main" id="{902BC675-0ACA-4C98-904F-78AFF641EBEC}"/>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D0EF663F-3A21-46DD-B058-26447AC846E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6">
            <a:extLst>
              <a:ext uri="{FF2B5EF4-FFF2-40B4-BE49-F238E27FC236}">
                <a16:creationId xmlns:a16="http://schemas.microsoft.com/office/drawing/2014/main" id="{E97A60B7-7703-48EE-BEE3-573BFBF6742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4609841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7" name="Text Placeholder 2">
            <a:extLst>
              <a:ext uri="{FF2B5EF4-FFF2-40B4-BE49-F238E27FC236}">
                <a16:creationId xmlns:a16="http://schemas.microsoft.com/office/drawing/2014/main" id="{7B0EE3B6-2A99-4A4A-9595-73B01F290B83}"/>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36000C67-7602-4BCB-9279-C3575014D3DC}"/>
              </a:ext>
            </a:extLst>
          </p:cNvPr>
          <p:cNvSpPr txBox="1">
            <a:spLocks/>
          </p:cNvSpPr>
          <p:nvPr userDrawn="1"/>
        </p:nvSpPr>
        <p:spPr>
          <a:xfrm>
            <a:off x="11256421" y="6511672"/>
            <a:ext cx="785483" cy="180000"/>
          </a:xfrm>
          <a:prstGeom prst="rect">
            <a:avLst/>
          </a:prstGeom>
        </p:spPr>
        <p:txBody>
          <a:bodyPr vert="horz" lIns="0" tIns="0" rIns="0" bIns="0" rtlCol="0" anchor="b" anchorCtr="0"/>
          <a:lstStyle>
            <a:defPPr>
              <a:defRPr lang="en-US"/>
            </a:defPPr>
            <a:lvl1pPr marL="0" algn="r" defTabSz="914400" rtl="0" eaLnBrk="1" latinLnBrk="0" hangingPunct="1">
              <a:defRPr sz="1200" b="1" i="0" kern="1200">
                <a:solidFill>
                  <a:schemeClr val="tx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83341C2A-73FF-4BE5-8452-230916D7E6A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0141691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xt Slide A">
    <p:spTree>
      <p:nvGrpSpPr>
        <p:cNvPr id="1" name=""/>
        <p:cNvGrpSpPr/>
        <p:nvPr/>
      </p:nvGrpSpPr>
      <p:grpSpPr>
        <a:xfrm>
          <a:off x="0" y="0"/>
          <a:ext cx="0" cy="0"/>
          <a:chOff x="0" y="0"/>
          <a:chExt cx="0" cy="0"/>
        </a:xfrm>
      </p:grpSpPr>
      <p:pic>
        <p:nvPicPr>
          <p:cNvPr id="40" name="Picture 39"/>
          <p:cNvPicPr>
            <a:picLocks noChangeAspect="1"/>
          </p:cNvPicPr>
          <p:nvPr userDrawn="1"/>
        </p:nvPicPr>
        <p:blipFill rotWithShape="1">
          <a:blip r:embed="rId2">
            <a:extLst>
              <a:ext uri="{28A0092B-C50C-407E-A947-70E740481C1C}">
                <a14:useLocalDpi xmlns:a14="http://schemas.microsoft.com/office/drawing/2010/main" val="0"/>
              </a:ext>
            </a:extLst>
          </a:blip>
          <a:srcRect l="42453"/>
          <a:stretch/>
        </p:blipFill>
        <p:spPr>
          <a:xfrm>
            <a:off x="0" y="3432381"/>
            <a:ext cx="5788325" cy="2584704"/>
          </a:xfrm>
          <a:prstGeom prst="rect">
            <a:avLst/>
          </a:prstGeom>
        </p:spPr>
      </p:pic>
      <p:sp>
        <p:nvSpPr>
          <p:cNvPr id="3" name="Text Placeholder 2"/>
          <p:cNvSpPr>
            <a:spLocks noGrp="1"/>
          </p:cNvSpPr>
          <p:nvPr>
            <p:ph type="body" sz="quarter" idx="10" hasCustomPrompt="1"/>
          </p:nvPr>
        </p:nvSpPr>
        <p:spPr>
          <a:xfrm>
            <a:off x="384784" y="1242034"/>
            <a:ext cx="3694112" cy="1962150"/>
          </a:xfrm>
        </p:spPr>
        <p:txBody>
          <a:bodyPr/>
          <a:lstStyle>
            <a:lvl1pPr marL="0" indent="0">
              <a:lnSpc>
                <a:spcPct val="90000"/>
              </a:lnSpc>
              <a:spcAft>
                <a:spcPts val="0"/>
              </a:spcAft>
              <a:buFont typeface="Arial" panose="020B0604020202020204" pitchFamily="34" charset="0"/>
              <a:buNone/>
              <a:defRPr sz="40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Page title </a:t>
            </a:r>
            <a:br>
              <a:rPr lang="en-US" dirty="0"/>
            </a:br>
            <a:r>
              <a:rPr lang="en-US" dirty="0"/>
              <a:t>to sit here</a:t>
            </a:r>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408B1376-9C9D-45E5-9BBE-71B21FC9A52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1E50EA61-94E4-4825-90F9-9FB7F4E8F34D}"/>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727272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373063" y="4996683"/>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5F3B2DBE-6810-4AC0-B237-4C05D67F11BA}"/>
              </a:ext>
            </a:extLst>
          </p:cNvPr>
          <p:cNvSpPr>
            <a:spLocks noGrp="1"/>
          </p:cNvSpPr>
          <p:nvPr>
            <p:ph type="body" sz="quarter" idx="12"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9" name="Slide Number Placeholder 5">
            <a:extLst>
              <a:ext uri="{FF2B5EF4-FFF2-40B4-BE49-F238E27FC236}">
                <a16:creationId xmlns:a16="http://schemas.microsoft.com/office/drawing/2014/main" id="{D9AE5860-C0B6-4F89-AE77-B2F4760B59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4" name="Text Placeholder 7">
            <a:extLst>
              <a:ext uri="{FF2B5EF4-FFF2-40B4-BE49-F238E27FC236}">
                <a16:creationId xmlns:a16="http://schemas.microsoft.com/office/drawing/2014/main" id="{4759352F-E67E-4FE9-8363-4452B1CC29C4}"/>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8961312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sp>
        <p:nvSpPr>
          <p:cNvPr id="10" name="Slide Number Placeholder 5">
            <a:extLst>
              <a:ext uri="{FF2B5EF4-FFF2-40B4-BE49-F238E27FC236}">
                <a16:creationId xmlns:a16="http://schemas.microsoft.com/office/drawing/2014/main" id="{9F4F082C-21A3-4795-85E7-493095ABBEF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6EBB4AF7-2E97-4705-8E23-69D0121E65FA}"/>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FFC37F7E-8509-4F7C-9153-35620AE50A4A}"/>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740001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Slide Number Placeholder 5">
            <a:extLst>
              <a:ext uri="{FF2B5EF4-FFF2-40B4-BE49-F238E27FC236}">
                <a16:creationId xmlns:a16="http://schemas.microsoft.com/office/drawing/2014/main" id="{63C0A894-CE35-4D5D-8748-553B91B4F5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8" name="Text Placeholder 2">
            <a:extLst>
              <a:ext uri="{FF2B5EF4-FFF2-40B4-BE49-F238E27FC236}">
                <a16:creationId xmlns:a16="http://schemas.microsoft.com/office/drawing/2014/main" id="{0F2D5D8A-AFE9-4D9A-B04C-8A0BB5E629A9}"/>
              </a:ext>
            </a:extLst>
          </p:cNvPr>
          <p:cNvSpPr>
            <a:spLocks noGrp="1"/>
          </p:cNvSpPr>
          <p:nvPr>
            <p:ph type="body" sz="quarter" idx="14"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9" name="Text Placeholder 7">
            <a:extLst>
              <a:ext uri="{FF2B5EF4-FFF2-40B4-BE49-F238E27FC236}">
                <a16:creationId xmlns:a16="http://schemas.microsoft.com/office/drawing/2014/main" id="{6D2A3021-76D5-4427-B3CB-789B0FA1F2F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9994566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2">
            <a:extLst>
              <a:ext uri="{FF2B5EF4-FFF2-40B4-BE49-F238E27FC236}">
                <a16:creationId xmlns:a16="http://schemas.microsoft.com/office/drawing/2014/main" id="{568CBE16-9243-46B2-AB09-95C8191428C5}"/>
              </a:ext>
            </a:extLst>
          </p:cNvPr>
          <p:cNvSpPr>
            <a:spLocks noGrp="1"/>
          </p:cNvSpPr>
          <p:nvPr>
            <p:ph type="body" sz="quarter" idx="12" hasCustomPrompt="1"/>
          </p:nvPr>
        </p:nvSpPr>
        <p:spPr>
          <a:xfrm>
            <a:off x="373063" y="1133145"/>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Slide Number Placeholder 5">
            <a:extLst>
              <a:ext uri="{FF2B5EF4-FFF2-40B4-BE49-F238E27FC236}">
                <a16:creationId xmlns:a16="http://schemas.microsoft.com/office/drawing/2014/main" id="{3373DA12-ED5E-4FF3-9F6C-A932CC1C5AB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7">
            <a:extLst>
              <a:ext uri="{FF2B5EF4-FFF2-40B4-BE49-F238E27FC236}">
                <a16:creationId xmlns:a16="http://schemas.microsoft.com/office/drawing/2014/main" id="{798DD8AB-C99D-45F0-B8BC-AE12BB8090F3}"/>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3822291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8" name="Text Placeholder 2">
            <a:extLst>
              <a:ext uri="{FF2B5EF4-FFF2-40B4-BE49-F238E27FC236}">
                <a16:creationId xmlns:a16="http://schemas.microsoft.com/office/drawing/2014/main" id="{401CBE07-42E3-4B39-BDDF-60F502220A9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6" name="Slide Number Placeholder 5">
            <a:extLst>
              <a:ext uri="{FF2B5EF4-FFF2-40B4-BE49-F238E27FC236}">
                <a16:creationId xmlns:a16="http://schemas.microsoft.com/office/drawing/2014/main" id="{B2E02014-5771-41F0-9083-A94B1449F27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EC879EDE-DC9B-4B44-9F37-A58CA524CA70}"/>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035101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1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2">
            <a:extLst>
              <a:ext uri="{FF2B5EF4-FFF2-40B4-BE49-F238E27FC236}">
                <a16:creationId xmlns:a16="http://schemas.microsoft.com/office/drawing/2014/main" id="{3225252A-8CEF-43E2-9274-7BF4B9F00480}"/>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0BD3CBC6-0348-4ED0-BA6D-3BF82E7D10E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679F881A-B30C-494F-9A57-517FCF4905C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121447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Text Placeholder 2">
            <a:extLst>
              <a:ext uri="{FF2B5EF4-FFF2-40B4-BE49-F238E27FC236}">
                <a16:creationId xmlns:a16="http://schemas.microsoft.com/office/drawing/2014/main" id="{0511BD1D-4FB3-47E5-90D7-0CCF84C8CAFD}"/>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292F7B73-6958-4A1B-B8CA-0F5A9E902A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1B248D0-3729-477D-A45B-4AC82FDBBD7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2198963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2">
            <a:extLst>
              <a:ext uri="{FF2B5EF4-FFF2-40B4-BE49-F238E27FC236}">
                <a16:creationId xmlns:a16="http://schemas.microsoft.com/office/drawing/2014/main" id="{F49E4ACF-1E9A-40C0-8732-68C6F8A2CD5A}"/>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8" name="Slide Number Placeholder 5">
            <a:extLst>
              <a:ext uri="{FF2B5EF4-FFF2-40B4-BE49-F238E27FC236}">
                <a16:creationId xmlns:a16="http://schemas.microsoft.com/office/drawing/2014/main" id="{A120D91C-D1E9-43DD-9588-6136E19DC5B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B721D982-41CB-4649-9208-82A8115B6F01}"/>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2207533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lide Number Placeholder 5">
            <a:extLst>
              <a:ext uri="{FF2B5EF4-FFF2-40B4-BE49-F238E27FC236}">
                <a16:creationId xmlns:a16="http://schemas.microsoft.com/office/drawing/2014/main" id="{3CEE3D7F-91EC-47CB-86E2-77D5DE1A207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A12DBF6-DDF6-4705-B10E-4742D0F2A73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3" name="Text Placeholder 7">
            <a:extLst>
              <a:ext uri="{FF2B5EF4-FFF2-40B4-BE49-F238E27FC236}">
                <a16:creationId xmlns:a16="http://schemas.microsoft.com/office/drawing/2014/main" id="{13F4F259-26B2-4677-AE17-D14181EB82F5}"/>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57616843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9B2D9328-9CFC-4681-96FF-77C4AB52BC7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F0F8BB63-A7D0-443F-A4D9-CBEDEBA89F97}"/>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0B92FB0B-A9D4-4957-A766-FEAFF10CA74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5606746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3C562CB5-885C-4340-835C-442D717FB94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FBA81F6-8E89-4DB2-BA0B-73E3237A970B}"/>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1" name="Text Placeholder 7">
            <a:extLst>
              <a:ext uri="{FF2B5EF4-FFF2-40B4-BE49-F238E27FC236}">
                <a16:creationId xmlns:a16="http://schemas.microsoft.com/office/drawing/2014/main" id="{94E6F44B-181A-448F-A307-E82F96114CE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232820153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Contents or agenda">
    <p:spTree>
      <p:nvGrpSpPr>
        <p:cNvPr id="1" name=""/>
        <p:cNvGrpSpPr/>
        <p:nvPr/>
      </p:nvGrpSpPr>
      <p:grpSpPr>
        <a:xfrm>
          <a:off x="0" y="0"/>
          <a:ext cx="0" cy="0"/>
          <a:chOff x="0" y="0"/>
          <a:chExt cx="0" cy="0"/>
        </a:xfrm>
      </p:grpSpPr>
      <p:cxnSp>
        <p:nvCxnSpPr>
          <p:cNvPr id="13" name="Straight Connector 12"/>
          <p:cNvCxnSpPr/>
          <p:nvPr userDrawn="1"/>
        </p:nvCxnSpPr>
        <p:spPr>
          <a:xfrm>
            <a:off x="3101975" y="1925767"/>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3101975" y="2587060"/>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101975" y="3248353"/>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3101975" y="3909646"/>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3101975" y="4570939"/>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a:off x="3101975" y="5232231"/>
            <a:ext cx="8523287" cy="0"/>
          </a:xfrm>
          <a:prstGeom prst="line">
            <a:avLst/>
          </a:prstGeom>
          <a:ln w="19050">
            <a:solidFill>
              <a:srgbClr val="004050"/>
            </a:solidFill>
          </a:ln>
        </p:spPr>
        <p:style>
          <a:lnRef idx="1">
            <a:schemeClr val="accent1"/>
          </a:lnRef>
          <a:fillRef idx="0">
            <a:schemeClr val="accent1"/>
          </a:fillRef>
          <a:effectRef idx="0">
            <a:schemeClr val="accent1"/>
          </a:effectRef>
          <a:fontRef idx="minor">
            <a:schemeClr val="tx1"/>
          </a:fontRef>
        </p:style>
      </p:cxn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25640" y="3666044"/>
            <a:ext cx="2923326" cy="2198740"/>
          </a:xfrm>
          <a:prstGeom prst="rect">
            <a:avLst/>
          </a:prstGeom>
        </p:spPr>
      </p:pic>
      <p:sp>
        <p:nvSpPr>
          <p:cNvPr id="30" name="Text Placeholder 2"/>
          <p:cNvSpPr>
            <a:spLocks noGrp="1"/>
          </p:cNvSpPr>
          <p:nvPr>
            <p:ph type="body" sz="quarter" idx="10" hasCustomPrompt="1"/>
          </p:nvPr>
        </p:nvSpPr>
        <p:spPr>
          <a:xfrm>
            <a:off x="384784" y="1925767"/>
            <a:ext cx="2521449" cy="1962150"/>
          </a:xfrm>
        </p:spPr>
        <p:txBody>
          <a:bodyPr/>
          <a:lstStyle>
            <a:lvl1pPr marL="0" indent="0">
              <a:lnSpc>
                <a:spcPct val="90000"/>
              </a:lnSpc>
              <a:spcAft>
                <a:spcPts val="0"/>
              </a:spcAft>
              <a:buFont typeface="Arial" panose="020B0604020202020204" pitchFamily="34" charset="0"/>
              <a:buNone/>
              <a:defRPr sz="3200" cap="all"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ADD TITLE</a:t>
            </a:r>
          </a:p>
        </p:txBody>
      </p:sp>
      <p:sp>
        <p:nvSpPr>
          <p:cNvPr id="5" name="Text Placeholder 4"/>
          <p:cNvSpPr>
            <a:spLocks noGrp="1"/>
          </p:cNvSpPr>
          <p:nvPr>
            <p:ph type="body" sz="quarter" idx="11" hasCustomPrompt="1"/>
          </p:nvPr>
        </p:nvSpPr>
        <p:spPr>
          <a:xfrm>
            <a:off x="3299565" y="2060614"/>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7" name="Text Placeholder 6"/>
          <p:cNvSpPr>
            <a:spLocks noGrp="1"/>
          </p:cNvSpPr>
          <p:nvPr>
            <p:ph type="body" sz="quarter" idx="12" hasCustomPrompt="1"/>
          </p:nvPr>
        </p:nvSpPr>
        <p:spPr>
          <a:xfrm>
            <a:off x="5037138" y="2107781"/>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38" name="Text Placeholder 4"/>
          <p:cNvSpPr>
            <a:spLocks noGrp="1"/>
          </p:cNvSpPr>
          <p:nvPr>
            <p:ph type="body" sz="quarter" idx="13" hasCustomPrompt="1"/>
          </p:nvPr>
        </p:nvSpPr>
        <p:spPr>
          <a:xfrm>
            <a:off x="3299565" y="2721905"/>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39" name="Text Placeholder 6"/>
          <p:cNvSpPr>
            <a:spLocks noGrp="1"/>
          </p:cNvSpPr>
          <p:nvPr>
            <p:ph type="body" sz="quarter" idx="14" hasCustomPrompt="1"/>
          </p:nvPr>
        </p:nvSpPr>
        <p:spPr>
          <a:xfrm>
            <a:off x="5037138" y="276907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0" name="Text Placeholder 4"/>
          <p:cNvSpPr>
            <a:spLocks noGrp="1"/>
          </p:cNvSpPr>
          <p:nvPr>
            <p:ph type="body" sz="quarter" idx="15" hasCustomPrompt="1"/>
          </p:nvPr>
        </p:nvSpPr>
        <p:spPr>
          <a:xfrm>
            <a:off x="3305695" y="3380601"/>
            <a:ext cx="951760" cy="426737"/>
          </a:xfrm>
        </p:spPr>
        <p:txBody>
          <a:bodyPr/>
          <a:lstStyle>
            <a:lvl1pPr marL="0" indent="0">
              <a:lnSpc>
                <a:spcPct val="100000"/>
              </a:lnSpc>
              <a:spcAft>
                <a:spcPts val="0"/>
              </a:spcAft>
              <a:buFont typeface="Arial" panose="020B0604020202020204" pitchFamily="34" charset="0"/>
              <a:buNone/>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GB" dirty="0"/>
              <a:t>TEXT</a:t>
            </a:r>
          </a:p>
        </p:txBody>
      </p:sp>
      <p:sp>
        <p:nvSpPr>
          <p:cNvPr id="41" name="Text Placeholder 6"/>
          <p:cNvSpPr>
            <a:spLocks noGrp="1"/>
          </p:cNvSpPr>
          <p:nvPr>
            <p:ph type="body" sz="quarter" idx="16" hasCustomPrompt="1"/>
          </p:nvPr>
        </p:nvSpPr>
        <p:spPr>
          <a:xfrm>
            <a:off x="5043268" y="3427768"/>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2" name="Text Placeholder 4"/>
          <p:cNvSpPr>
            <a:spLocks noGrp="1"/>
          </p:cNvSpPr>
          <p:nvPr>
            <p:ph type="body" sz="quarter" idx="17" hasCustomPrompt="1"/>
          </p:nvPr>
        </p:nvSpPr>
        <p:spPr>
          <a:xfrm>
            <a:off x="3305695" y="4035597"/>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3" name="Text Placeholder 6"/>
          <p:cNvSpPr>
            <a:spLocks noGrp="1"/>
          </p:cNvSpPr>
          <p:nvPr>
            <p:ph type="body" sz="quarter" idx="18" hasCustomPrompt="1"/>
          </p:nvPr>
        </p:nvSpPr>
        <p:spPr>
          <a:xfrm>
            <a:off x="5043268" y="4082764"/>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4" name="Text Placeholder 4"/>
          <p:cNvSpPr>
            <a:spLocks noGrp="1"/>
          </p:cNvSpPr>
          <p:nvPr>
            <p:ph type="body" sz="quarter" idx="19" hasCustomPrompt="1"/>
          </p:nvPr>
        </p:nvSpPr>
        <p:spPr>
          <a:xfrm>
            <a:off x="3299564" y="4700588"/>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5" name="Text Placeholder 6"/>
          <p:cNvSpPr>
            <a:spLocks noGrp="1"/>
          </p:cNvSpPr>
          <p:nvPr>
            <p:ph type="body" sz="quarter" idx="20" hasCustomPrompt="1"/>
          </p:nvPr>
        </p:nvSpPr>
        <p:spPr>
          <a:xfrm>
            <a:off x="5037137" y="4747755"/>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sp>
        <p:nvSpPr>
          <p:cNvPr id="46" name="Text Placeholder 4"/>
          <p:cNvSpPr>
            <a:spLocks noGrp="1"/>
          </p:cNvSpPr>
          <p:nvPr>
            <p:ph type="body" sz="quarter" idx="21" hasCustomPrompt="1"/>
          </p:nvPr>
        </p:nvSpPr>
        <p:spPr>
          <a:xfrm>
            <a:off x="3305695" y="5378225"/>
            <a:ext cx="951760" cy="426737"/>
          </a:xfrm>
        </p:spPr>
        <p:txBody>
          <a:bodyPr/>
          <a:lstStyle>
            <a:lvl1pPr marL="0" marR="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sz="2800"/>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marL="0" marR="0" lvl="0" indent="0" algn="l" defTabSz="914400" rtl="0" eaLnBrk="1" fontAlgn="auto" latinLnBrk="0" hangingPunct="1">
              <a:lnSpc>
                <a:spcPct val="100000"/>
              </a:lnSpc>
              <a:spcBef>
                <a:spcPts val="0"/>
              </a:spcBef>
              <a:spcAft>
                <a:spcPts val="0"/>
              </a:spcAft>
              <a:buClrTx/>
              <a:buSzPct val="115000"/>
              <a:buFont typeface="Arial" panose="020B0604020202020204" pitchFamily="34" charset="0"/>
              <a:buNone/>
              <a:tabLst/>
              <a:defRPr/>
            </a:pPr>
            <a:r>
              <a:rPr lang="en-GB" dirty="0"/>
              <a:t>TEXT</a:t>
            </a:r>
          </a:p>
        </p:txBody>
      </p:sp>
      <p:sp>
        <p:nvSpPr>
          <p:cNvPr id="47" name="Text Placeholder 6"/>
          <p:cNvSpPr>
            <a:spLocks noGrp="1"/>
          </p:cNvSpPr>
          <p:nvPr>
            <p:ph type="body" sz="quarter" idx="22" hasCustomPrompt="1"/>
          </p:nvPr>
        </p:nvSpPr>
        <p:spPr>
          <a:xfrm>
            <a:off x="5043268" y="5425392"/>
            <a:ext cx="6588125" cy="376285"/>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a:lvl1pPr>
          </a:lstStyle>
          <a:p>
            <a:pPr marL="0" marR="0" lvl="0" indent="0" algn="l" defTabSz="914400" rtl="0" eaLnBrk="1" fontAlgn="auto" latinLnBrk="0" hangingPunct="1">
              <a:lnSpc>
                <a:spcPts val="2200"/>
              </a:lnSpc>
              <a:spcBef>
                <a:spcPts val="0"/>
              </a:spcBef>
              <a:spcAft>
                <a:spcPts val="650"/>
              </a:spcAft>
              <a:buClrTx/>
              <a:buSzPct val="115000"/>
              <a:buFontTx/>
              <a:buNone/>
              <a:tabLst/>
              <a:defRPr/>
            </a:pPr>
            <a:r>
              <a:rPr lang="en-GB" sz="1800" b="0" i="0" kern="1200" dirty="0">
                <a:solidFill>
                  <a:srgbClr val="004050"/>
                </a:solidFill>
                <a:latin typeface="Montserrat"/>
                <a:ea typeface="+mn-ea"/>
                <a:cs typeface="Montserrat"/>
              </a:rPr>
              <a:t>Lorem ipsum </a:t>
            </a:r>
            <a:r>
              <a:rPr lang="en-GB" sz="1800" b="0" i="0" kern="1200" dirty="0" err="1">
                <a:solidFill>
                  <a:srgbClr val="004050"/>
                </a:solidFill>
                <a:latin typeface="Montserrat"/>
                <a:ea typeface="+mn-ea"/>
                <a:cs typeface="Montserrat"/>
              </a:rPr>
              <a:t>dolor</a:t>
            </a:r>
            <a:r>
              <a:rPr lang="en-GB" sz="1800" b="0" i="0" kern="1200" dirty="0">
                <a:solidFill>
                  <a:srgbClr val="004050"/>
                </a:solidFill>
                <a:latin typeface="Montserrat"/>
                <a:ea typeface="+mn-ea"/>
                <a:cs typeface="Montserrat"/>
              </a:rPr>
              <a:t> sit </a:t>
            </a:r>
            <a:r>
              <a:rPr lang="en-GB" sz="1800" b="0" i="0" kern="1200" dirty="0" err="1">
                <a:solidFill>
                  <a:srgbClr val="004050"/>
                </a:solidFill>
                <a:latin typeface="Montserrat"/>
                <a:ea typeface="+mn-ea"/>
                <a:cs typeface="Montserrat"/>
              </a:rPr>
              <a:t>amet</a:t>
            </a:r>
            <a:endParaRPr lang="en-GB" sz="1800" dirty="0">
              <a:solidFill>
                <a:srgbClr val="004050"/>
              </a:solidFill>
            </a:endParaRPr>
          </a:p>
          <a:p>
            <a:pPr lvl="0"/>
            <a:endParaRPr lang="en-GB" dirty="0"/>
          </a:p>
        </p:txBody>
      </p:sp>
      <p:pic>
        <p:nvPicPr>
          <p:cNvPr id="23"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69737" y="377825"/>
            <a:ext cx="781218" cy="552176"/>
          </a:xfrm>
          <a:prstGeom prst="rect">
            <a:avLst/>
          </a:prstGeom>
        </p:spPr>
      </p:pic>
      <p:sp>
        <p:nvSpPr>
          <p:cNvPr id="25" name="Slide Number Placeholder 5">
            <a:extLst>
              <a:ext uri="{FF2B5EF4-FFF2-40B4-BE49-F238E27FC236}">
                <a16:creationId xmlns:a16="http://schemas.microsoft.com/office/drawing/2014/main" id="{317F0D96-BC58-434E-BE95-7E87509486A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15711507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3_Arrow Left 01">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F3D00C54-118E-47F2-BEED-8C2514ED82E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3C66BE5F-2E76-4496-9234-6453A8DFEDDA}"/>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409235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3_Arrow Left 02">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968240"/>
            <a:ext cx="5726719"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5878576"/>
            <a:ext cx="738525" cy="330925"/>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FBE6C43-DD0D-4FAF-9BD2-84E953FD64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95FD2FD3-6973-40C0-8977-F91621F33F95}"/>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1627565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3_Arrow Left 03">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378E8CD2-9C88-4163-A7EE-AB91D262A4EE}"/>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F0CE4796-16B1-4035-9A0B-84250F40DDFF}"/>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385861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3_Arrow Left 04">
    <p:spTree>
      <p:nvGrpSpPr>
        <p:cNvPr id="1" name=""/>
        <p:cNvGrpSpPr/>
        <p:nvPr/>
      </p:nvGrpSpPr>
      <p:grpSpPr>
        <a:xfrm>
          <a:off x="0" y="0"/>
          <a:ext cx="0" cy="0"/>
          <a:chOff x="0" y="0"/>
          <a:chExt cx="0" cy="0"/>
        </a:xfrm>
      </p:grpSpPr>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6" name="Slide Number Placeholder 5">
            <a:extLst>
              <a:ext uri="{FF2B5EF4-FFF2-40B4-BE49-F238E27FC236}">
                <a16:creationId xmlns:a16="http://schemas.microsoft.com/office/drawing/2014/main" id="{9F8E269A-2068-4C33-BD8C-91BB8F416E0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ext Placeholder 6">
            <a:extLst>
              <a:ext uri="{FF2B5EF4-FFF2-40B4-BE49-F238E27FC236}">
                <a16:creationId xmlns:a16="http://schemas.microsoft.com/office/drawing/2014/main" id="{F8829AE8-ABF3-4C23-AFA7-F835134F767B}"/>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413916172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3_Arrow Left_05">
    <p:spTree>
      <p:nvGrpSpPr>
        <p:cNvPr id="1" name=""/>
        <p:cNvGrpSpPr/>
        <p:nvPr/>
      </p:nvGrpSpPr>
      <p:grpSpPr>
        <a:xfrm>
          <a:off x="0" y="0"/>
          <a:ext cx="0" cy="0"/>
          <a:chOff x="0" y="0"/>
          <a:chExt cx="0" cy="0"/>
        </a:xfrm>
      </p:grpSpPr>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7" name="Slide Number Placeholder 5">
            <a:extLst>
              <a:ext uri="{FF2B5EF4-FFF2-40B4-BE49-F238E27FC236}">
                <a16:creationId xmlns:a16="http://schemas.microsoft.com/office/drawing/2014/main" id="{780C592A-34A2-4FBE-BBD0-1231F3D2AFE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DCFD92C0-4B59-40C7-8AFA-24EAB9A12F08}"/>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5734612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Arrow Left 06">
    <p:spTree>
      <p:nvGrpSpPr>
        <p:cNvPr id="1" name=""/>
        <p:cNvGrpSpPr/>
        <p:nvPr/>
      </p:nvGrpSpPr>
      <p:grpSpPr>
        <a:xfrm>
          <a:off x="0" y="0"/>
          <a:ext cx="0" cy="0"/>
          <a:chOff x="0" y="0"/>
          <a:chExt cx="0" cy="0"/>
        </a:xfrm>
      </p:grpSpPr>
      <p:grpSp>
        <p:nvGrpSpPr>
          <p:cNvPr id="19" name="Group 18"/>
          <p:cNvGrpSpPr/>
          <p:nvPr userDrawn="1"/>
        </p:nvGrpSpPr>
        <p:grpSpPr>
          <a:xfrm>
            <a:off x="-754639" y="4113557"/>
            <a:ext cx="5797612" cy="2365031"/>
            <a:chOff x="-2229" y="2361812"/>
            <a:chExt cx="11067619" cy="4514835"/>
          </a:xfrm>
          <a:solidFill>
            <a:srgbClr val="20D3FF"/>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Slide Number Placeholder 5">
            <a:extLst>
              <a:ext uri="{FF2B5EF4-FFF2-40B4-BE49-F238E27FC236}">
                <a16:creationId xmlns:a16="http://schemas.microsoft.com/office/drawing/2014/main" id="{765166C1-B518-4008-A325-E242BC5976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4B83FEDD-C988-42F4-B20C-F32B64B8107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38386109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Arrow Left_07">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7" name="Slide Number Placeholder 5">
            <a:extLst>
              <a:ext uri="{FF2B5EF4-FFF2-40B4-BE49-F238E27FC236}">
                <a16:creationId xmlns:a16="http://schemas.microsoft.com/office/drawing/2014/main" id="{F4D408FB-534C-495E-A01B-3A5252745D2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6">
            <a:extLst>
              <a:ext uri="{FF2B5EF4-FFF2-40B4-BE49-F238E27FC236}">
                <a16:creationId xmlns:a16="http://schemas.microsoft.com/office/drawing/2014/main" id="{5815EACF-801C-42B6-9E09-8A49AFA339F7}"/>
              </a:ext>
            </a:extLst>
          </p:cNvPr>
          <p:cNvSpPr>
            <a:spLocks noGrp="1"/>
          </p:cNvSpPr>
          <p:nvPr>
            <p:ph type="body" sz="quarter" idx="11"/>
          </p:nvPr>
        </p:nvSpPr>
        <p:spPr>
          <a:xfrm>
            <a:off x="5473700" y="1261533"/>
            <a:ext cx="6342671" cy="5217055"/>
          </a:xfrm>
        </p:spPr>
        <p:txBody>
          <a:bodyPr/>
          <a:lstStyle>
            <a:lvl1pPr marL="0" indent="0">
              <a:buNone/>
              <a:defRPr b="0"/>
            </a:lvl1pPr>
          </a:lstStyle>
          <a:p>
            <a:endParaRPr lang="en-GB" dirty="0"/>
          </a:p>
        </p:txBody>
      </p:sp>
    </p:spTree>
    <p:extLst>
      <p:ext uri="{BB962C8B-B14F-4D97-AF65-F5344CB8AC3E}">
        <p14:creationId xmlns:p14="http://schemas.microsoft.com/office/powerpoint/2010/main" val="6508363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FC36E4D3-6B85-4E7A-A517-650651AC575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A4284CA-721A-46FE-91ED-BB203CE244E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87A4347C-EAF5-41E3-99B2-9B958C0543B7}"/>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7440262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_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8312FD13-97A1-4EBA-A95C-75C0B1FD9CA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779E27B8-6E6D-4D7C-8511-4788542671BC}"/>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5E2F94A-6BD1-4809-8195-0CB493D728A0}"/>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605556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9" name="Slide Number Placeholder 5">
            <a:extLst>
              <a:ext uri="{FF2B5EF4-FFF2-40B4-BE49-F238E27FC236}">
                <a16:creationId xmlns:a16="http://schemas.microsoft.com/office/drawing/2014/main" id="{47A2DC30-C4F7-4157-9660-F0E750F90ACA}"/>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48DBD0B-5C62-430B-A5E1-22B98F78BB79}"/>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0" name="Text Placeholder 7">
            <a:extLst>
              <a:ext uri="{FF2B5EF4-FFF2-40B4-BE49-F238E27FC236}">
                <a16:creationId xmlns:a16="http://schemas.microsoft.com/office/drawing/2014/main" id="{1FADBB4D-8AC1-40DF-B56E-CE3D9F96A5D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36793632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0000"/>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6F111D75-7F37-4729-97BD-3A53778CD2F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E7CC3E60-4992-48EA-A47D-023E5007E716}"/>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2" name="Text Placeholder 7">
            <a:extLst>
              <a:ext uri="{FF2B5EF4-FFF2-40B4-BE49-F238E27FC236}">
                <a16:creationId xmlns:a16="http://schemas.microsoft.com/office/drawing/2014/main" id="{143CA721-4441-4AC8-B4DE-721B4B5F0C32}"/>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008914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0D3FF"/>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4" name="Slide Number Placeholder 5">
            <a:extLst>
              <a:ext uri="{FF2B5EF4-FFF2-40B4-BE49-F238E27FC236}">
                <a16:creationId xmlns:a16="http://schemas.microsoft.com/office/drawing/2014/main" id="{704D90AE-C358-4B2C-A9CF-5507DB72915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5" name="Text Placeholder 2">
            <a:extLst>
              <a:ext uri="{FF2B5EF4-FFF2-40B4-BE49-F238E27FC236}">
                <a16:creationId xmlns:a16="http://schemas.microsoft.com/office/drawing/2014/main" id="{E9284DC7-FDFA-4A70-82F3-A997EB41B738}"/>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8" name="Text Placeholder 7">
            <a:extLst>
              <a:ext uri="{FF2B5EF4-FFF2-40B4-BE49-F238E27FC236}">
                <a16:creationId xmlns:a16="http://schemas.microsoft.com/office/drawing/2014/main" id="{D73A8DAF-2058-4022-B937-44F0E6A95899}"/>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191449266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_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9" name="Freeform 8">
            <a:extLst>
              <a:ext uri="{FF2B5EF4-FFF2-40B4-BE49-F238E27FC236}">
                <a16:creationId xmlns:a16="http://schemas.microsoft.com/office/drawing/2014/main" id="{A47FC6CD-AA14-4D49-9723-6E8098A42BDE}"/>
              </a:ext>
            </a:extLst>
          </p:cNvPr>
          <p:cNvSpPr/>
          <p:nvPr userDrawn="1"/>
        </p:nvSpPr>
        <p:spPr>
          <a:xfrm>
            <a:off x="-2932" y="5113958"/>
            <a:ext cx="3594030"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0D3FF"/>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Slide Number Placeholder 5">
            <a:extLst>
              <a:ext uri="{FF2B5EF4-FFF2-40B4-BE49-F238E27FC236}">
                <a16:creationId xmlns:a16="http://schemas.microsoft.com/office/drawing/2014/main" id="{16E965C2-93DD-4C7A-8A12-F6B8FB6BF56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C6D61C67-0401-4818-B951-6E0A37D6C1C5}"/>
              </a:ext>
            </a:extLst>
          </p:cNvPr>
          <p:cNvSpPr>
            <a:spLocks noGrp="1"/>
          </p:cNvSpPr>
          <p:nvPr>
            <p:ph type="body" sz="quarter" idx="14" hasCustomPrompt="1"/>
          </p:nvPr>
        </p:nvSpPr>
        <p:spPr>
          <a:xfrm>
            <a:off x="385650" y="1147572"/>
            <a:ext cx="590085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4" name="Text Placeholder 7">
            <a:extLst>
              <a:ext uri="{FF2B5EF4-FFF2-40B4-BE49-F238E27FC236}">
                <a16:creationId xmlns:a16="http://schemas.microsoft.com/office/drawing/2014/main" id="{A0C0EFF0-5546-4493-A222-73F375FB5B7E}"/>
              </a:ext>
            </a:extLst>
          </p:cNvPr>
          <p:cNvSpPr>
            <a:spLocks noGrp="1"/>
          </p:cNvSpPr>
          <p:nvPr>
            <p:ph type="body" sz="quarter" idx="11"/>
          </p:nvPr>
        </p:nvSpPr>
        <p:spPr>
          <a:xfrm>
            <a:off x="373063" y="1892636"/>
            <a:ext cx="6143484" cy="2742864"/>
          </a:xfrm>
        </p:spPr>
        <p:txBody>
          <a:bodyPr/>
          <a:lstStyle>
            <a:lvl1pPr marL="0" indent="0">
              <a:buNone/>
              <a:defRPr b="0"/>
            </a:lvl1pPr>
          </a:lstStyle>
          <a:p>
            <a:endParaRPr lang="en-GB" dirty="0"/>
          </a:p>
        </p:txBody>
      </p:sp>
    </p:spTree>
    <p:extLst>
      <p:ext uri="{BB962C8B-B14F-4D97-AF65-F5344CB8AC3E}">
        <p14:creationId xmlns:p14="http://schemas.microsoft.com/office/powerpoint/2010/main" val="42557328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Slide Number Placeholder 5">
            <a:extLst>
              <a:ext uri="{FF2B5EF4-FFF2-40B4-BE49-F238E27FC236}">
                <a16:creationId xmlns:a16="http://schemas.microsoft.com/office/drawing/2014/main" id="{700893CE-9599-46E1-8C4B-E49F55C460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D6CBE0F-9A3C-4223-BCB1-72E6DB41D09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4747046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0E2147E7-0E00-4857-9387-8C98DB82E13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25545F83-4383-41AF-855D-23D197ADAF1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69861294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0" name="Slide Number Placeholder 5">
            <a:extLst>
              <a:ext uri="{FF2B5EF4-FFF2-40B4-BE49-F238E27FC236}">
                <a16:creationId xmlns:a16="http://schemas.microsoft.com/office/drawing/2014/main" id="{6FCB4367-DFEB-41EE-BB5F-1DE76BE845E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A7D55C08-C6A4-4310-AEEF-59D10B31AC05}"/>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489265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27896B65-6406-4653-B1DC-F69E4603314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4F529A1-8E27-48C0-8395-0D2C24C23CA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98190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7D686AB6-FF0C-4123-9325-1B0D3DE23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B2226ADB-845F-4C5C-A8EE-88BE65AB800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7976152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339AB15F-03B0-4706-83CA-17272774B4AD}"/>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23A4B77-1686-450D-9C67-51B65F1B87B9}"/>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396668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00988D2-82A2-458F-83C4-DDF528994F02}"/>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C859107-FD19-4226-A608-E9BE8671A66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2835526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E841C89-9FC5-43A4-844D-AB62CBC2EB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D4877454-100C-4E10-9A9E-F6AD2F2F9F84}"/>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437337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1AB162E7-8FD8-4304-8A81-63BF4C370318}"/>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81FC4075-679E-4D60-938A-748CADDD962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537514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accent6"/>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9E10B59E-1833-44B5-8681-D09E60BD3AB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A44FD2F-A8A0-4406-A893-2B023C1FBA5F}"/>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4749219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B3695FF9-7CF7-4B5D-B88A-16EAD663D0C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2B3D6DA-C005-419A-9A80-9FA360F7CB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016458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F75D9748-2DD0-4FFA-A4DB-0870D106D5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FD08F0E-3E27-4620-A708-86D5F01A0B4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8229703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5E0FDA98-D83C-4F8D-8C06-E1EC33D3239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B8C97BD8-4E1D-420B-BED8-058F92E1D6D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2354928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88F1BEC4-B7C8-40F3-80A4-023EE62D7FE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DCCDF01D-4284-4B49-922B-CC5473380BBB}"/>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99732400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C0D79F22-9145-4FB6-A417-23EAEBAE0E8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03F35AFB-525B-4610-8ABA-620C36499EEE}"/>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6048820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D08D196-F460-485B-9B5F-F9309E615A4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CE46A15D-5D47-4F9D-AE82-7850CDF907EC}"/>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403028553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AD2262-AEBC-4DD5-8680-6A6F55F0479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9FD150A3-A188-4177-AC97-4337644B63B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316697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0A1DF176-8FAA-466E-A7A3-4168C09538F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EC65070B-DD11-4B89-A8A8-6D8C6468C29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15878306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8AB7AED6-4DFA-4DBB-B3DC-591078FB0DD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69E3DC87-BE48-4B96-B86C-00DB8A66CF4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6367268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68F9D1C8-5795-4F0C-8DB2-F0876929446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D5393A2A-51FC-43E8-88C3-4A77760C4527}"/>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11199401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7A4F5004-F0DD-4BC5-9E39-C91C6C0C954C}"/>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BE24FC32-9812-4DB8-8622-1007B7A817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169289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ext Slide - With side bar B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l="2277"/>
          <a:stretch/>
        </p:blipFill>
        <p:spPr>
          <a:xfrm>
            <a:off x="0" y="4485899"/>
            <a:ext cx="4401082" cy="1874860"/>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7"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9" name="Slide Number Placeholder 5">
            <a:extLst>
              <a:ext uri="{FF2B5EF4-FFF2-40B4-BE49-F238E27FC236}">
                <a16:creationId xmlns:a16="http://schemas.microsoft.com/office/drawing/2014/main" id="{23D6ABAC-98C2-4A0D-8B8C-8A597A57D62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FFD0FE0C-257E-4211-9CAC-9BA769FC94D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34136583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Text Slide - With side bar B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F0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7531" y="4614727"/>
            <a:ext cx="4244154" cy="1944001"/>
          </a:xfrm>
          <a:prstGeom prst="rect">
            <a:avLst/>
          </a:prstGeom>
        </p:spPr>
      </p:pic>
      <p:sp>
        <p:nvSpPr>
          <p:cNvPr id="8" name="Text Placeholder 2"/>
          <p:cNvSpPr>
            <a:spLocks noGrp="1"/>
          </p:cNvSpPr>
          <p:nvPr>
            <p:ph type="body" sz="quarter" idx="10" hasCustomPrompt="1"/>
          </p:nvPr>
        </p:nvSpPr>
        <p:spPr>
          <a:xfrm>
            <a:off x="384784" y="1349984"/>
            <a:ext cx="3443732" cy="2751998"/>
          </a:xfrm>
          <a:prstGeom prst="rect">
            <a:avLst/>
          </a:prstGeom>
        </p:spPr>
        <p:txBody>
          <a:bodyPr/>
          <a:lstStyle>
            <a:lvl1pPr marL="0" indent="0">
              <a:lnSpc>
                <a:spcPct val="90000"/>
              </a:lnSpc>
              <a:spcAft>
                <a:spcPts val="0"/>
              </a:spcAft>
              <a:buFont typeface="Arial" panose="020B0604020202020204" pitchFamily="34" charset="0"/>
              <a:buNone/>
              <a:defRPr sz="3600" cap="all"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732" t="-5388" r="-9847" b="6180"/>
          <a:stretch/>
        </p:blipFill>
        <p:spPr>
          <a:xfrm>
            <a:off x="265143" y="388189"/>
            <a:ext cx="776377" cy="483079"/>
          </a:xfrm>
          <a:prstGeom prst="rect">
            <a:avLst/>
          </a:prstGeom>
        </p:spPr>
      </p:pic>
      <p:sp>
        <p:nvSpPr>
          <p:cNvPr id="7" name="Slide Number Placeholder 5">
            <a:extLst>
              <a:ext uri="{FF2B5EF4-FFF2-40B4-BE49-F238E27FC236}">
                <a16:creationId xmlns:a16="http://schemas.microsoft.com/office/drawing/2014/main" id="{ADB9D501-C2FE-4F4E-B0F6-FE58A17AB6F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FA961E50-B6CC-47F7-8DF6-C0AE1ADFAB7A}"/>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5681238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8" name="Text Placeholder 2"/>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Slide Number Placeholder 5">
            <a:extLst>
              <a:ext uri="{FF2B5EF4-FFF2-40B4-BE49-F238E27FC236}">
                <a16:creationId xmlns:a16="http://schemas.microsoft.com/office/drawing/2014/main" id="{3F427447-CE66-4582-B744-A32983AD3D91}"/>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AF92F08D-E18C-48DE-85CF-0EEBD344D781}"/>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87230943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 Placeholder 2">
            <a:extLst>
              <a:ext uri="{FF2B5EF4-FFF2-40B4-BE49-F238E27FC236}">
                <a16:creationId xmlns:a16="http://schemas.microsoft.com/office/drawing/2014/main" id="{80A7D019-BBAC-4645-9DB8-682AF9377C73}"/>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8" name="Slide Number Placeholder 5">
            <a:extLst>
              <a:ext uri="{FF2B5EF4-FFF2-40B4-BE49-F238E27FC236}">
                <a16:creationId xmlns:a16="http://schemas.microsoft.com/office/drawing/2014/main" id="{3A6C8B8C-BDD5-43B9-8C27-354C810E1C4B}"/>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67062943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2">
            <a:extLst>
              <a:ext uri="{FF2B5EF4-FFF2-40B4-BE49-F238E27FC236}">
                <a16:creationId xmlns:a16="http://schemas.microsoft.com/office/drawing/2014/main" id="{6AE6F906-CC5F-42C7-9475-87635D73613A}"/>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421F0A2D-AF77-453A-A628-E5249AE85BC4}"/>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Text Placeholder 2">
            <a:extLst>
              <a:ext uri="{FF2B5EF4-FFF2-40B4-BE49-F238E27FC236}">
                <a16:creationId xmlns:a16="http://schemas.microsoft.com/office/drawing/2014/main" id="{8022B908-BA31-4E35-AAA8-AA6869D9D896}"/>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89549465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E791B42B-198C-425F-B793-3ED8FA182CDE}"/>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DAB8CF2-F221-497D-8A4A-9E369C2BEE15}"/>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a:extLst>
              <a:ext uri="{FF2B5EF4-FFF2-40B4-BE49-F238E27FC236}">
                <a16:creationId xmlns:a16="http://schemas.microsoft.com/office/drawing/2014/main" id="{7E3635FE-6F90-4286-8EBE-FEE651E560F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94593910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351"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62D94233-C7E7-4738-A0C4-B99795516696}"/>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ED3A38F4-26AB-473F-A76C-F9BCE73BE57F}"/>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C4EF76EF-23E8-4453-97F1-6B565EFFD6BD}"/>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27332470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rgbClr val="004050"/>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gr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1" name="Text Placeholder 2">
            <a:extLst>
              <a:ext uri="{FF2B5EF4-FFF2-40B4-BE49-F238E27FC236}">
                <a16:creationId xmlns:a16="http://schemas.microsoft.com/office/drawing/2014/main" id="{BE8967D6-25B5-4098-82D9-0802D221932F}"/>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0" name="Slide Number Placeholder 5">
            <a:extLst>
              <a:ext uri="{FF2B5EF4-FFF2-40B4-BE49-F238E27FC236}">
                <a16:creationId xmlns:a16="http://schemas.microsoft.com/office/drawing/2014/main" id="{53D750DE-56D0-4BC9-AA2A-42BE390D295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Text Placeholder 2">
            <a:extLst>
              <a:ext uri="{FF2B5EF4-FFF2-40B4-BE49-F238E27FC236}">
                <a16:creationId xmlns:a16="http://schemas.microsoft.com/office/drawing/2014/main" id="{5680B404-A54E-4E7E-8BBE-C0FAF5A135C8}"/>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109405205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3_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0D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004050"/>
          </a:solidFill>
          <a:ln w="635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4050"/>
              </a:solidFill>
              <a:effectLst/>
              <a:uLnTx/>
              <a:uFillTx/>
              <a:latin typeface="Montserrat"/>
              <a:ea typeface="+mn-ea"/>
              <a:cs typeface="+mn-cs"/>
            </a:endParaRP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497A7600-9EBB-4083-BCDD-6A176587090D}"/>
              </a:ext>
            </a:extLst>
          </p:cNvPr>
          <p:cNvSpPr>
            <a:spLocks noGrp="1"/>
          </p:cNvSpPr>
          <p:nvPr>
            <p:ph type="body" sz="quarter" idx="10" hasCustomPrompt="1"/>
          </p:nvPr>
        </p:nvSpPr>
        <p:spPr>
          <a:xfrm>
            <a:off x="384785" y="1349985"/>
            <a:ext cx="3443732" cy="2751999"/>
          </a:xfrm>
          <a:prstGeom prst="rect">
            <a:avLst/>
          </a:prstGeo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Slide Number Placeholder 5">
            <a:extLst>
              <a:ext uri="{FF2B5EF4-FFF2-40B4-BE49-F238E27FC236}">
                <a16:creationId xmlns:a16="http://schemas.microsoft.com/office/drawing/2014/main" id="{3C313C4C-13AF-45F6-A71B-8AA193623E66}"/>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Text Placeholder 2">
            <a:extLst>
              <a:ext uri="{FF2B5EF4-FFF2-40B4-BE49-F238E27FC236}">
                <a16:creationId xmlns:a16="http://schemas.microsoft.com/office/drawing/2014/main" id="{7FD30B99-C964-41A2-983E-292CAEE023B0}"/>
              </a:ext>
            </a:extLst>
          </p:cNvPr>
          <p:cNvSpPr>
            <a:spLocks noGrp="1"/>
          </p:cNvSpPr>
          <p:nvPr>
            <p:ph type="body" sz="quarter" idx="15"/>
          </p:nvPr>
        </p:nvSpPr>
        <p:spPr>
          <a:xfrm>
            <a:off x="5037137" y="1349986"/>
            <a:ext cx="6770688" cy="5119407"/>
          </a:xfrm>
          <a:prstGeom prst="rect">
            <a:avLst/>
          </a:prstGeom>
        </p:spPr>
        <p:txBody>
          <a:bodyPr/>
          <a:lstStyle>
            <a:lvl1pPr marL="0" indent="0">
              <a:buNone/>
              <a:defRPr lang="en-GB" sz="1800" b="0" i="0" kern="1200">
                <a:solidFill>
                  <a:schemeClr val="tx1"/>
                </a:solidFill>
                <a:latin typeface="Montserrat" pitchFamily="2" charset="77"/>
                <a:ea typeface="+mn-ea"/>
                <a:cs typeface="+mn-cs"/>
              </a:defRPr>
            </a:lvl1pPr>
          </a:lstStyle>
          <a:p>
            <a:endParaRPr lang="en-GB" dirty="0"/>
          </a:p>
        </p:txBody>
      </p:sp>
    </p:spTree>
    <p:extLst>
      <p:ext uri="{BB962C8B-B14F-4D97-AF65-F5344CB8AC3E}">
        <p14:creationId xmlns:p14="http://schemas.microsoft.com/office/powerpoint/2010/main" val="9131700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pic>
        <p:nvPicPr>
          <p:cNvPr id="5" name="Picture 4">
            <a:extLst>
              <a:ext uri="{FF2B5EF4-FFF2-40B4-BE49-F238E27FC236}">
                <a16:creationId xmlns:a16="http://schemas.microsoft.com/office/drawing/2014/main" id="{D064397B-661B-3723-55EE-C6475F4552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6" name="Graphic 29">
            <a:extLst>
              <a:ext uri="{FF2B5EF4-FFF2-40B4-BE49-F238E27FC236}">
                <a16:creationId xmlns:a16="http://schemas.microsoft.com/office/drawing/2014/main" id="{0479BF12-8740-4574-D7CC-CB5C19951F05}"/>
              </a:ext>
            </a:extLst>
          </p:cNvPr>
          <p:cNvPicPr>
            <a:picLocks noChangeAspect="1"/>
          </p:cNvPicPr>
          <p:nvPr userDrawn="1"/>
        </p:nvPicPr>
        <p:blipFill>
          <a:blip r:embed="rId3">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Tree>
    <p:extLst>
      <p:ext uri="{BB962C8B-B14F-4D97-AF65-F5344CB8AC3E}">
        <p14:creationId xmlns:p14="http://schemas.microsoft.com/office/powerpoint/2010/main" val="36404603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
        <p:nvSpPr>
          <p:cNvPr id="2" name="object 3">
            <a:extLst>
              <a:ext uri="{FF2B5EF4-FFF2-40B4-BE49-F238E27FC236}">
                <a16:creationId xmlns:a16="http://schemas.microsoft.com/office/drawing/2014/main" id="{B9D1458D-1D08-7337-31CF-DBC3C91EC3FF}"/>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Tree>
    <p:extLst>
      <p:ext uri="{BB962C8B-B14F-4D97-AF65-F5344CB8AC3E}">
        <p14:creationId xmlns:p14="http://schemas.microsoft.com/office/powerpoint/2010/main" val="333751299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240980241"/>
      </p:ext>
    </p:extLst>
  </p:cSld>
  <p:clrMapOvr>
    <a:masterClrMapping/>
  </p:clrMapOvr>
  <p:hf hdr="0" ft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36422453"/>
      </p:ext>
    </p:extLst>
  </p:cSld>
  <p:clrMapOvr>
    <a:masterClrMapping/>
  </p:clrMapOvr>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05863570"/>
      </p:ext>
    </p:extLst>
  </p:cSld>
  <p:clrMapOvr>
    <a:masterClrMapping/>
  </p:clrMapOvr>
  <p:hf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86070054"/>
      </p:ext>
    </p:extLst>
  </p:cSld>
  <p:clrMapOvr>
    <a:masterClrMapping/>
  </p:clrMapOvr>
  <p:hf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71097975"/>
      </p:ext>
    </p:extLst>
  </p:cSld>
  <p:clrMapOvr>
    <a:masterClrMapping/>
  </p:clrMapOvr>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441969523"/>
      </p:ext>
    </p:extLst>
  </p:cSld>
  <p:clrMapOvr>
    <a:masterClrMapping/>
  </p:clrMapOvr>
  <p:hf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3153727621"/>
      </p:ext>
    </p:extLst>
  </p:cSld>
  <p:clrMapOvr>
    <a:masterClrMapping/>
  </p:clrMapOvr>
  <p:hf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426478727"/>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97484128"/>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90254573"/>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766801907"/>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57599465"/>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437136341"/>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92344789"/>
      </p:ext>
    </p:extLst>
  </p:cSld>
  <p:clrMapOvr>
    <a:masterClrMapping/>
  </p:clrMapOvr>
  <p:hf hdr="0" ftr="0" dt="0"/>
  <p:extLst>
    <p:ext uri="{DCECCB84-F9BA-43D5-87BE-67443E8EF086}">
      <p15:sldGuideLst xmlns:p15="http://schemas.microsoft.com/office/powerpoint/2012/main">
        <p15:guide id="1" orient="horz" pos="845">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237520968"/>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06082655"/>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7237245"/>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889710307"/>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48453038"/>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154270770"/>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17501971"/>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653123972"/>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30348793"/>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667247617"/>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824240265"/>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26275408"/>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2526614"/>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34882738"/>
      </p:ext>
    </p:extLst>
  </p:cSld>
  <p:clrMapOvr>
    <a:masterClrMapping/>
  </p:clrMapOvr>
  <p:hf hdr="0" ftr="0" dt="0"/>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3965831403"/>
      </p:ext>
    </p:extLst>
  </p:cSld>
  <p:clrMapOvr>
    <a:masterClrMapping/>
  </p:clrMapOvr>
  <p:hf hdr="0" ft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365978121"/>
      </p:ext>
    </p:extLst>
  </p:cSld>
  <p:clrMapOvr>
    <a:masterClrMapping/>
  </p:clrMapOvr>
  <p:hf hdr="0" ftr="0" dt="0"/>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648089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74476317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84349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322121981"/>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64426661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8631655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7106826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4097147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4076462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6196733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28468141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53011029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442992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5057378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35140487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0824997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372442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7574224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6988299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1040318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6982853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124461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1730049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4447386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1904316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2907330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792888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52887421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3750714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789730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302731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8425878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1680655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37113725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1_Title Slide - White / Re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2772504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26285410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7136797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152217143"/>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532934012"/>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13500499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14245287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bg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62836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24298491"/>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6599447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48533517"/>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164561883"/>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2682876699"/>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35125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6792899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7931089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3880301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18637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4095608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7869411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57597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8607169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423988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053853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865101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8903879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1003824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8727208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730500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013080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367712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6072958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3211707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872336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87847748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3508003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6644848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98311439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255321517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94336906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60455806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2782916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9421921"/>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38023026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7554020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021061419"/>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87085871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7368787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959723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1688784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072482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70695943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7272724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52636769"/>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2790856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0009437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047668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60716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4705316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96880687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226829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9607192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0124589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02401765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92331835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680513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981791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9513423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84242076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57162284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75738589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612462741"/>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271384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87127613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71662434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4145585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019938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1669589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6367537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slideLayout" Target="../slideLayouts/slideLayout51.xml"/><Relationship Id="rId39" Type="http://schemas.openxmlformats.org/officeDocument/2006/relationships/slideLayout" Target="../slideLayouts/slideLayout64.xml"/><Relationship Id="rId21" Type="http://schemas.openxmlformats.org/officeDocument/2006/relationships/slideLayout" Target="../slideLayouts/slideLayout46.xml"/><Relationship Id="rId34" Type="http://schemas.openxmlformats.org/officeDocument/2006/relationships/slideLayout" Target="../slideLayouts/slideLayout59.xml"/><Relationship Id="rId42" Type="http://schemas.openxmlformats.org/officeDocument/2006/relationships/slideLayout" Target="../slideLayouts/slideLayout67.xml"/><Relationship Id="rId47" Type="http://schemas.openxmlformats.org/officeDocument/2006/relationships/slideLayout" Target="../slideLayouts/slideLayout72.xml"/><Relationship Id="rId50" Type="http://schemas.openxmlformats.org/officeDocument/2006/relationships/slideLayout" Target="../slideLayouts/slideLayout75.xml"/><Relationship Id="rId55" Type="http://schemas.openxmlformats.org/officeDocument/2006/relationships/slideLayout" Target="../slideLayouts/slideLayout80.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9" Type="http://schemas.openxmlformats.org/officeDocument/2006/relationships/slideLayout" Target="../slideLayouts/slideLayout54.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32" Type="http://schemas.openxmlformats.org/officeDocument/2006/relationships/slideLayout" Target="../slideLayouts/slideLayout57.xml"/><Relationship Id="rId37" Type="http://schemas.openxmlformats.org/officeDocument/2006/relationships/slideLayout" Target="../slideLayouts/slideLayout62.xml"/><Relationship Id="rId40" Type="http://schemas.openxmlformats.org/officeDocument/2006/relationships/slideLayout" Target="../slideLayouts/slideLayout65.xml"/><Relationship Id="rId45" Type="http://schemas.openxmlformats.org/officeDocument/2006/relationships/slideLayout" Target="../slideLayouts/slideLayout70.xml"/><Relationship Id="rId53" Type="http://schemas.openxmlformats.org/officeDocument/2006/relationships/slideLayout" Target="../slideLayouts/slideLayout78.xml"/><Relationship Id="rId58" Type="http://schemas.openxmlformats.org/officeDocument/2006/relationships/image" Target="../media/image1.png"/><Relationship Id="rId5" Type="http://schemas.openxmlformats.org/officeDocument/2006/relationships/slideLayout" Target="../slideLayouts/slideLayout30.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slideLayout" Target="../slideLayouts/slideLayout52.xml"/><Relationship Id="rId30" Type="http://schemas.openxmlformats.org/officeDocument/2006/relationships/slideLayout" Target="../slideLayouts/slideLayout55.xml"/><Relationship Id="rId35" Type="http://schemas.openxmlformats.org/officeDocument/2006/relationships/slideLayout" Target="../slideLayouts/slideLayout60.xml"/><Relationship Id="rId43" Type="http://schemas.openxmlformats.org/officeDocument/2006/relationships/slideLayout" Target="../slideLayouts/slideLayout68.xml"/><Relationship Id="rId48" Type="http://schemas.openxmlformats.org/officeDocument/2006/relationships/slideLayout" Target="../slideLayouts/slideLayout73.xml"/><Relationship Id="rId56" Type="http://schemas.openxmlformats.org/officeDocument/2006/relationships/slideLayout" Target="../slideLayouts/slideLayout81.xml"/><Relationship Id="rId8" Type="http://schemas.openxmlformats.org/officeDocument/2006/relationships/slideLayout" Target="../slideLayouts/slideLayout33.xml"/><Relationship Id="rId51" Type="http://schemas.openxmlformats.org/officeDocument/2006/relationships/slideLayout" Target="../slideLayouts/slideLayout76.xml"/><Relationship Id="rId3" Type="http://schemas.openxmlformats.org/officeDocument/2006/relationships/slideLayout" Target="../slideLayouts/slideLayout28.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33" Type="http://schemas.openxmlformats.org/officeDocument/2006/relationships/slideLayout" Target="../slideLayouts/slideLayout58.xml"/><Relationship Id="rId38" Type="http://schemas.openxmlformats.org/officeDocument/2006/relationships/slideLayout" Target="../slideLayouts/slideLayout63.xml"/><Relationship Id="rId46" Type="http://schemas.openxmlformats.org/officeDocument/2006/relationships/slideLayout" Target="../slideLayouts/slideLayout71.xml"/><Relationship Id="rId59" Type="http://schemas.openxmlformats.org/officeDocument/2006/relationships/image" Target="../media/image2.svg"/><Relationship Id="rId20" Type="http://schemas.openxmlformats.org/officeDocument/2006/relationships/slideLayout" Target="../slideLayouts/slideLayout45.xml"/><Relationship Id="rId41" Type="http://schemas.openxmlformats.org/officeDocument/2006/relationships/slideLayout" Target="../slideLayouts/slideLayout66.xml"/><Relationship Id="rId54" Type="http://schemas.openxmlformats.org/officeDocument/2006/relationships/slideLayout" Target="../slideLayouts/slideLayout79.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slideLayout" Target="../slideLayouts/slideLayout53.xml"/><Relationship Id="rId36" Type="http://schemas.openxmlformats.org/officeDocument/2006/relationships/slideLayout" Target="../slideLayouts/slideLayout61.xml"/><Relationship Id="rId49" Type="http://schemas.openxmlformats.org/officeDocument/2006/relationships/slideLayout" Target="../slideLayouts/slideLayout74.xml"/><Relationship Id="rId57" Type="http://schemas.openxmlformats.org/officeDocument/2006/relationships/theme" Target="../theme/theme2.xml"/><Relationship Id="rId10" Type="http://schemas.openxmlformats.org/officeDocument/2006/relationships/slideLayout" Target="../slideLayouts/slideLayout35.xml"/><Relationship Id="rId31" Type="http://schemas.openxmlformats.org/officeDocument/2006/relationships/slideLayout" Target="../slideLayouts/slideLayout56.xml"/><Relationship Id="rId44" Type="http://schemas.openxmlformats.org/officeDocument/2006/relationships/slideLayout" Target="../slideLayouts/slideLayout69.xml"/><Relationship Id="rId52" Type="http://schemas.openxmlformats.org/officeDocument/2006/relationships/slideLayout" Target="../slideLayouts/slideLayout77.xml"/><Relationship Id="rId60"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34" Type="http://schemas.openxmlformats.org/officeDocument/2006/relationships/image" Target="../media/image3.png"/><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33" Type="http://schemas.openxmlformats.org/officeDocument/2006/relationships/image" Target="../media/image2.svg"/><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image" Target="../media/image1.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theme" Target="../theme/theme3.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slideLayout" Target="../slideLayouts/slideLayout111.xml"/><Relationship Id="rId8" Type="http://schemas.openxmlformats.org/officeDocument/2006/relationships/slideLayout" Target="../slideLayouts/slideLayout8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24.xml"/><Relationship Id="rId18" Type="http://schemas.openxmlformats.org/officeDocument/2006/relationships/slideLayout" Target="../slideLayouts/slideLayout129.xml"/><Relationship Id="rId26" Type="http://schemas.openxmlformats.org/officeDocument/2006/relationships/slideLayout" Target="../slideLayouts/slideLayout137.xml"/><Relationship Id="rId21" Type="http://schemas.openxmlformats.org/officeDocument/2006/relationships/slideLayout" Target="../slideLayouts/slideLayout132.xml"/><Relationship Id="rId34" Type="http://schemas.openxmlformats.org/officeDocument/2006/relationships/theme" Target="../theme/theme4.xml"/><Relationship Id="rId7" Type="http://schemas.openxmlformats.org/officeDocument/2006/relationships/slideLayout" Target="../slideLayouts/slideLayout118.xml"/><Relationship Id="rId12" Type="http://schemas.openxmlformats.org/officeDocument/2006/relationships/slideLayout" Target="../slideLayouts/slideLayout123.xml"/><Relationship Id="rId17" Type="http://schemas.openxmlformats.org/officeDocument/2006/relationships/slideLayout" Target="../slideLayouts/slideLayout128.xml"/><Relationship Id="rId25" Type="http://schemas.openxmlformats.org/officeDocument/2006/relationships/slideLayout" Target="../slideLayouts/slideLayout136.xml"/><Relationship Id="rId33" Type="http://schemas.openxmlformats.org/officeDocument/2006/relationships/slideLayout" Target="../slideLayouts/slideLayout144.xml"/><Relationship Id="rId2" Type="http://schemas.openxmlformats.org/officeDocument/2006/relationships/slideLayout" Target="../slideLayouts/slideLayout113.xml"/><Relationship Id="rId16" Type="http://schemas.openxmlformats.org/officeDocument/2006/relationships/slideLayout" Target="../slideLayouts/slideLayout127.xml"/><Relationship Id="rId20" Type="http://schemas.openxmlformats.org/officeDocument/2006/relationships/slideLayout" Target="../slideLayouts/slideLayout131.xml"/><Relationship Id="rId29" Type="http://schemas.openxmlformats.org/officeDocument/2006/relationships/slideLayout" Target="../slideLayouts/slideLayout140.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24" Type="http://schemas.openxmlformats.org/officeDocument/2006/relationships/slideLayout" Target="../slideLayouts/slideLayout135.xml"/><Relationship Id="rId32" Type="http://schemas.openxmlformats.org/officeDocument/2006/relationships/slideLayout" Target="../slideLayouts/slideLayout143.xml"/><Relationship Id="rId37" Type="http://schemas.openxmlformats.org/officeDocument/2006/relationships/image" Target="../media/image3.png"/><Relationship Id="rId5" Type="http://schemas.openxmlformats.org/officeDocument/2006/relationships/slideLayout" Target="../slideLayouts/slideLayout116.xml"/><Relationship Id="rId15" Type="http://schemas.openxmlformats.org/officeDocument/2006/relationships/slideLayout" Target="../slideLayouts/slideLayout126.xml"/><Relationship Id="rId23" Type="http://schemas.openxmlformats.org/officeDocument/2006/relationships/slideLayout" Target="../slideLayouts/slideLayout134.xml"/><Relationship Id="rId28" Type="http://schemas.openxmlformats.org/officeDocument/2006/relationships/slideLayout" Target="../slideLayouts/slideLayout139.xml"/><Relationship Id="rId36" Type="http://schemas.openxmlformats.org/officeDocument/2006/relationships/image" Target="../media/image2.svg"/><Relationship Id="rId10" Type="http://schemas.openxmlformats.org/officeDocument/2006/relationships/slideLayout" Target="../slideLayouts/slideLayout121.xml"/><Relationship Id="rId19" Type="http://schemas.openxmlformats.org/officeDocument/2006/relationships/slideLayout" Target="../slideLayouts/slideLayout130.xml"/><Relationship Id="rId31" Type="http://schemas.openxmlformats.org/officeDocument/2006/relationships/slideLayout" Target="../slideLayouts/slideLayout142.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slideLayout" Target="../slideLayouts/slideLayout125.xml"/><Relationship Id="rId22" Type="http://schemas.openxmlformats.org/officeDocument/2006/relationships/slideLayout" Target="../slideLayouts/slideLayout133.xml"/><Relationship Id="rId27" Type="http://schemas.openxmlformats.org/officeDocument/2006/relationships/slideLayout" Target="../slideLayouts/slideLayout138.xml"/><Relationship Id="rId30" Type="http://schemas.openxmlformats.org/officeDocument/2006/relationships/slideLayout" Target="../slideLayouts/slideLayout141.xml"/><Relationship Id="rId35" Type="http://schemas.openxmlformats.org/officeDocument/2006/relationships/image" Target="../media/image1.png"/><Relationship Id="rId8" Type="http://schemas.openxmlformats.org/officeDocument/2006/relationships/slideLayout" Target="../slideLayouts/slideLayout119.xml"/><Relationship Id="rId3" Type="http://schemas.openxmlformats.org/officeDocument/2006/relationships/slideLayout" Target="../slideLayouts/slideLayout11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57.xml"/><Relationship Id="rId18" Type="http://schemas.openxmlformats.org/officeDocument/2006/relationships/slideLayout" Target="../slideLayouts/slideLayout162.xml"/><Relationship Id="rId26" Type="http://schemas.openxmlformats.org/officeDocument/2006/relationships/slideLayout" Target="../slideLayouts/slideLayout170.xml"/><Relationship Id="rId3" Type="http://schemas.openxmlformats.org/officeDocument/2006/relationships/slideLayout" Target="../slideLayouts/slideLayout147.xml"/><Relationship Id="rId21" Type="http://schemas.openxmlformats.org/officeDocument/2006/relationships/slideLayout" Target="../slideLayouts/slideLayout165.xml"/><Relationship Id="rId34" Type="http://schemas.openxmlformats.org/officeDocument/2006/relationships/slideLayout" Target="../slideLayouts/slideLayout178.xml"/><Relationship Id="rId7" Type="http://schemas.openxmlformats.org/officeDocument/2006/relationships/slideLayout" Target="../slideLayouts/slideLayout151.xml"/><Relationship Id="rId12" Type="http://schemas.openxmlformats.org/officeDocument/2006/relationships/slideLayout" Target="../slideLayouts/slideLayout156.xml"/><Relationship Id="rId17" Type="http://schemas.openxmlformats.org/officeDocument/2006/relationships/slideLayout" Target="../slideLayouts/slideLayout161.xml"/><Relationship Id="rId25" Type="http://schemas.openxmlformats.org/officeDocument/2006/relationships/slideLayout" Target="../slideLayouts/slideLayout169.xml"/><Relationship Id="rId33" Type="http://schemas.openxmlformats.org/officeDocument/2006/relationships/slideLayout" Target="../slideLayouts/slideLayout177.xml"/><Relationship Id="rId2" Type="http://schemas.openxmlformats.org/officeDocument/2006/relationships/slideLayout" Target="../slideLayouts/slideLayout146.xml"/><Relationship Id="rId16" Type="http://schemas.openxmlformats.org/officeDocument/2006/relationships/slideLayout" Target="../slideLayouts/slideLayout160.xml"/><Relationship Id="rId20" Type="http://schemas.openxmlformats.org/officeDocument/2006/relationships/slideLayout" Target="../slideLayouts/slideLayout164.xml"/><Relationship Id="rId29" Type="http://schemas.openxmlformats.org/officeDocument/2006/relationships/slideLayout" Target="../slideLayouts/slideLayout173.xml"/><Relationship Id="rId1" Type="http://schemas.openxmlformats.org/officeDocument/2006/relationships/slideLayout" Target="../slideLayouts/slideLayout145.xml"/><Relationship Id="rId6" Type="http://schemas.openxmlformats.org/officeDocument/2006/relationships/slideLayout" Target="../slideLayouts/slideLayout150.xml"/><Relationship Id="rId11" Type="http://schemas.openxmlformats.org/officeDocument/2006/relationships/slideLayout" Target="../slideLayouts/slideLayout155.xml"/><Relationship Id="rId24" Type="http://schemas.openxmlformats.org/officeDocument/2006/relationships/slideLayout" Target="../slideLayouts/slideLayout168.xml"/><Relationship Id="rId32" Type="http://schemas.openxmlformats.org/officeDocument/2006/relationships/slideLayout" Target="../slideLayouts/slideLayout176.xml"/><Relationship Id="rId5" Type="http://schemas.openxmlformats.org/officeDocument/2006/relationships/slideLayout" Target="../slideLayouts/slideLayout149.xml"/><Relationship Id="rId15" Type="http://schemas.openxmlformats.org/officeDocument/2006/relationships/slideLayout" Target="../slideLayouts/slideLayout159.xml"/><Relationship Id="rId23" Type="http://schemas.openxmlformats.org/officeDocument/2006/relationships/slideLayout" Target="../slideLayouts/slideLayout167.xml"/><Relationship Id="rId28" Type="http://schemas.openxmlformats.org/officeDocument/2006/relationships/slideLayout" Target="../slideLayouts/slideLayout172.xml"/><Relationship Id="rId36" Type="http://schemas.openxmlformats.org/officeDocument/2006/relationships/image" Target="../media/image3.png"/><Relationship Id="rId10" Type="http://schemas.openxmlformats.org/officeDocument/2006/relationships/slideLayout" Target="../slideLayouts/slideLayout154.xml"/><Relationship Id="rId19" Type="http://schemas.openxmlformats.org/officeDocument/2006/relationships/slideLayout" Target="../slideLayouts/slideLayout163.xml"/><Relationship Id="rId31" Type="http://schemas.openxmlformats.org/officeDocument/2006/relationships/slideLayout" Target="../slideLayouts/slideLayout175.xml"/><Relationship Id="rId4" Type="http://schemas.openxmlformats.org/officeDocument/2006/relationships/slideLayout" Target="../slideLayouts/slideLayout148.xml"/><Relationship Id="rId9" Type="http://schemas.openxmlformats.org/officeDocument/2006/relationships/slideLayout" Target="../slideLayouts/slideLayout153.xml"/><Relationship Id="rId14" Type="http://schemas.openxmlformats.org/officeDocument/2006/relationships/slideLayout" Target="../slideLayouts/slideLayout158.xml"/><Relationship Id="rId22" Type="http://schemas.openxmlformats.org/officeDocument/2006/relationships/slideLayout" Target="../slideLayouts/slideLayout166.xml"/><Relationship Id="rId27" Type="http://schemas.openxmlformats.org/officeDocument/2006/relationships/slideLayout" Target="../slideLayouts/slideLayout171.xml"/><Relationship Id="rId30" Type="http://schemas.openxmlformats.org/officeDocument/2006/relationships/slideLayout" Target="../slideLayouts/slideLayout174.xml"/><Relationship Id="rId35" Type="http://schemas.openxmlformats.org/officeDocument/2006/relationships/theme" Target="../theme/theme5.xml"/><Relationship Id="rId8" Type="http://schemas.openxmlformats.org/officeDocument/2006/relationships/slideLayout" Target="../slideLayouts/slideLayout152.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91.xml"/><Relationship Id="rId18" Type="http://schemas.openxmlformats.org/officeDocument/2006/relationships/slideLayout" Target="../slideLayouts/slideLayout196.xml"/><Relationship Id="rId26" Type="http://schemas.openxmlformats.org/officeDocument/2006/relationships/slideLayout" Target="../slideLayouts/slideLayout204.xml"/><Relationship Id="rId39" Type="http://schemas.openxmlformats.org/officeDocument/2006/relationships/image" Target="../media/image3.png"/><Relationship Id="rId21" Type="http://schemas.openxmlformats.org/officeDocument/2006/relationships/slideLayout" Target="../slideLayouts/slideLayout199.xml"/><Relationship Id="rId34" Type="http://schemas.openxmlformats.org/officeDocument/2006/relationships/slideLayout" Target="../slideLayouts/slideLayout212.xml"/><Relationship Id="rId7" Type="http://schemas.openxmlformats.org/officeDocument/2006/relationships/slideLayout" Target="../slideLayouts/slideLayout185.xml"/><Relationship Id="rId12" Type="http://schemas.openxmlformats.org/officeDocument/2006/relationships/slideLayout" Target="../slideLayouts/slideLayout190.xml"/><Relationship Id="rId17" Type="http://schemas.openxmlformats.org/officeDocument/2006/relationships/slideLayout" Target="../slideLayouts/slideLayout195.xml"/><Relationship Id="rId25" Type="http://schemas.openxmlformats.org/officeDocument/2006/relationships/slideLayout" Target="../slideLayouts/slideLayout203.xml"/><Relationship Id="rId33" Type="http://schemas.openxmlformats.org/officeDocument/2006/relationships/slideLayout" Target="../slideLayouts/slideLayout211.xml"/><Relationship Id="rId38" Type="http://schemas.openxmlformats.org/officeDocument/2006/relationships/theme" Target="../theme/theme6.xml"/><Relationship Id="rId2" Type="http://schemas.openxmlformats.org/officeDocument/2006/relationships/slideLayout" Target="../slideLayouts/slideLayout180.xml"/><Relationship Id="rId16" Type="http://schemas.openxmlformats.org/officeDocument/2006/relationships/slideLayout" Target="../slideLayouts/slideLayout194.xml"/><Relationship Id="rId20" Type="http://schemas.openxmlformats.org/officeDocument/2006/relationships/slideLayout" Target="../slideLayouts/slideLayout198.xml"/><Relationship Id="rId29" Type="http://schemas.openxmlformats.org/officeDocument/2006/relationships/slideLayout" Target="../slideLayouts/slideLayout207.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24" Type="http://schemas.openxmlformats.org/officeDocument/2006/relationships/slideLayout" Target="../slideLayouts/slideLayout202.xml"/><Relationship Id="rId32" Type="http://schemas.openxmlformats.org/officeDocument/2006/relationships/slideLayout" Target="../slideLayouts/slideLayout210.xml"/><Relationship Id="rId37" Type="http://schemas.openxmlformats.org/officeDocument/2006/relationships/slideLayout" Target="../slideLayouts/slideLayout215.xml"/><Relationship Id="rId5" Type="http://schemas.openxmlformats.org/officeDocument/2006/relationships/slideLayout" Target="../slideLayouts/slideLayout183.xml"/><Relationship Id="rId15" Type="http://schemas.openxmlformats.org/officeDocument/2006/relationships/slideLayout" Target="../slideLayouts/slideLayout193.xml"/><Relationship Id="rId23" Type="http://schemas.openxmlformats.org/officeDocument/2006/relationships/slideLayout" Target="../slideLayouts/slideLayout201.xml"/><Relationship Id="rId28" Type="http://schemas.openxmlformats.org/officeDocument/2006/relationships/slideLayout" Target="../slideLayouts/slideLayout206.xml"/><Relationship Id="rId36" Type="http://schemas.openxmlformats.org/officeDocument/2006/relationships/slideLayout" Target="../slideLayouts/slideLayout214.xml"/><Relationship Id="rId10" Type="http://schemas.openxmlformats.org/officeDocument/2006/relationships/slideLayout" Target="../slideLayouts/slideLayout188.xml"/><Relationship Id="rId19" Type="http://schemas.openxmlformats.org/officeDocument/2006/relationships/slideLayout" Target="../slideLayouts/slideLayout197.xml"/><Relationship Id="rId31" Type="http://schemas.openxmlformats.org/officeDocument/2006/relationships/slideLayout" Target="../slideLayouts/slideLayout209.xml"/><Relationship Id="rId4" Type="http://schemas.openxmlformats.org/officeDocument/2006/relationships/slideLayout" Target="../slideLayouts/slideLayout182.xml"/><Relationship Id="rId9" Type="http://schemas.openxmlformats.org/officeDocument/2006/relationships/slideLayout" Target="../slideLayouts/slideLayout187.xml"/><Relationship Id="rId14" Type="http://schemas.openxmlformats.org/officeDocument/2006/relationships/slideLayout" Target="../slideLayouts/slideLayout192.xml"/><Relationship Id="rId22" Type="http://schemas.openxmlformats.org/officeDocument/2006/relationships/slideLayout" Target="../slideLayouts/slideLayout200.xml"/><Relationship Id="rId27" Type="http://schemas.openxmlformats.org/officeDocument/2006/relationships/slideLayout" Target="../slideLayouts/slideLayout205.xml"/><Relationship Id="rId30" Type="http://schemas.openxmlformats.org/officeDocument/2006/relationships/slideLayout" Target="../slideLayouts/slideLayout208.xml"/><Relationship Id="rId35" Type="http://schemas.openxmlformats.org/officeDocument/2006/relationships/slideLayout" Target="../slideLayouts/slideLayout213.xml"/><Relationship Id="rId8" Type="http://schemas.openxmlformats.org/officeDocument/2006/relationships/slideLayout" Target="../slideLayouts/slideLayout186.xml"/><Relationship Id="rId3" Type="http://schemas.openxmlformats.org/officeDocument/2006/relationships/slideLayout" Target="../slideLayouts/slideLayout181.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28.xml"/><Relationship Id="rId18" Type="http://schemas.openxmlformats.org/officeDocument/2006/relationships/slideLayout" Target="../slideLayouts/slideLayout233.xml"/><Relationship Id="rId26" Type="http://schemas.openxmlformats.org/officeDocument/2006/relationships/slideLayout" Target="../slideLayouts/slideLayout241.xml"/><Relationship Id="rId3" Type="http://schemas.openxmlformats.org/officeDocument/2006/relationships/slideLayout" Target="../slideLayouts/slideLayout218.xml"/><Relationship Id="rId21" Type="http://schemas.openxmlformats.org/officeDocument/2006/relationships/slideLayout" Target="../slideLayouts/slideLayout236.xml"/><Relationship Id="rId34" Type="http://schemas.openxmlformats.org/officeDocument/2006/relationships/image" Target="../media/image3.png"/><Relationship Id="rId7" Type="http://schemas.openxmlformats.org/officeDocument/2006/relationships/slideLayout" Target="../slideLayouts/slideLayout222.xml"/><Relationship Id="rId12" Type="http://schemas.openxmlformats.org/officeDocument/2006/relationships/slideLayout" Target="../slideLayouts/slideLayout227.xml"/><Relationship Id="rId17" Type="http://schemas.openxmlformats.org/officeDocument/2006/relationships/slideLayout" Target="../slideLayouts/slideLayout232.xml"/><Relationship Id="rId25" Type="http://schemas.openxmlformats.org/officeDocument/2006/relationships/slideLayout" Target="../slideLayouts/slideLayout240.xml"/><Relationship Id="rId33" Type="http://schemas.openxmlformats.org/officeDocument/2006/relationships/theme" Target="../theme/theme7.xml"/><Relationship Id="rId2" Type="http://schemas.openxmlformats.org/officeDocument/2006/relationships/slideLayout" Target="../slideLayouts/slideLayout217.xml"/><Relationship Id="rId16" Type="http://schemas.openxmlformats.org/officeDocument/2006/relationships/slideLayout" Target="../slideLayouts/slideLayout231.xml"/><Relationship Id="rId20" Type="http://schemas.openxmlformats.org/officeDocument/2006/relationships/slideLayout" Target="../slideLayouts/slideLayout235.xml"/><Relationship Id="rId29" Type="http://schemas.openxmlformats.org/officeDocument/2006/relationships/slideLayout" Target="../slideLayouts/slideLayout244.xml"/><Relationship Id="rId1" Type="http://schemas.openxmlformats.org/officeDocument/2006/relationships/slideLayout" Target="../slideLayouts/slideLayout216.xml"/><Relationship Id="rId6" Type="http://schemas.openxmlformats.org/officeDocument/2006/relationships/slideLayout" Target="../slideLayouts/slideLayout221.xml"/><Relationship Id="rId11" Type="http://schemas.openxmlformats.org/officeDocument/2006/relationships/slideLayout" Target="../slideLayouts/slideLayout226.xml"/><Relationship Id="rId24" Type="http://schemas.openxmlformats.org/officeDocument/2006/relationships/slideLayout" Target="../slideLayouts/slideLayout239.xml"/><Relationship Id="rId32" Type="http://schemas.openxmlformats.org/officeDocument/2006/relationships/slideLayout" Target="../slideLayouts/slideLayout247.xml"/><Relationship Id="rId5" Type="http://schemas.openxmlformats.org/officeDocument/2006/relationships/slideLayout" Target="../slideLayouts/slideLayout220.xml"/><Relationship Id="rId15" Type="http://schemas.openxmlformats.org/officeDocument/2006/relationships/slideLayout" Target="../slideLayouts/slideLayout230.xml"/><Relationship Id="rId23" Type="http://schemas.openxmlformats.org/officeDocument/2006/relationships/slideLayout" Target="../slideLayouts/slideLayout238.xml"/><Relationship Id="rId28" Type="http://schemas.openxmlformats.org/officeDocument/2006/relationships/slideLayout" Target="../slideLayouts/slideLayout243.xml"/><Relationship Id="rId10" Type="http://schemas.openxmlformats.org/officeDocument/2006/relationships/slideLayout" Target="../slideLayouts/slideLayout225.xml"/><Relationship Id="rId19" Type="http://schemas.openxmlformats.org/officeDocument/2006/relationships/slideLayout" Target="../slideLayouts/slideLayout234.xml"/><Relationship Id="rId31" Type="http://schemas.openxmlformats.org/officeDocument/2006/relationships/slideLayout" Target="../slideLayouts/slideLayout246.xml"/><Relationship Id="rId4" Type="http://schemas.openxmlformats.org/officeDocument/2006/relationships/slideLayout" Target="../slideLayouts/slideLayout219.xml"/><Relationship Id="rId9" Type="http://schemas.openxmlformats.org/officeDocument/2006/relationships/slideLayout" Target="../slideLayouts/slideLayout224.xml"/><Relationship Id="rId14" Type="http://schemas.openxmlformats.org/officeDocument/2006/relationships/slideLayout" Target="../slideLayouts/slideLayout229.xml"/><Relationship Id="rId22" Type="http://schemas.openxmlformats.org/officeDocument/2006/relationships/slideLayout" Target="../slideLayouts/slideLayout237.xml"/><Relationship Id="rId27" Type="http://schemas.openxmlformats.org/officeDocument/2006/relationships/slideLayout" Target="../slideLayouts/slideLayout242.xml"/><Relationship Id="rId30" Type="http://schemas.openxmlformats.org/officeDocument/2006/relationships/slideLayout" Target="../slideLayouts/slideLayout245.xml"/><Relationship Id="rId8" Type="http://schemas.openxmlformats.org/officeDocument/2006/relationships/slideLayout" Target="../slideLayouts/slideLayout22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55.xml"/><Relationship Id="rId13" Type="http://schemas.openxmlformats.org/officeDocument/2006/relationships/image" Target="../media/image3.png"/><Relationship Id="rId3" Type="http://schemas.openxmlformats.org/officeDocument/2006/relationships/slideLayout" Target="../slideLayouts/slideLayout250.xml"/><Relationship Id="rId7" Type="http://schemas.openxmlformats.org/officeDocument/2006/relationships/slideLayout" Target="../slideLayouts/slideLayout254.xml"/><Relationship Id="rId12" Type="http://schemas.openxmlformats.org/officeDocument/2006/relationships/image" Target="../media/image22.svg"/><Relationship Id="rId2" Type="http://schemas.openxmlformats.org/officeDocument/2006/relationships/slideLayout" Target="../slideLayouts/slideLayout249.xml"/><Relationship Id="rId1" Type="http://schemas.openxmlformats.org/officeDocument/2006/relationships/slideLayout" Target="../slideLayouts/slideLayout248.xml"/><Relationship Id="rId6" Type="http://schemas.openxmlformats.org/officeDocument/2006/relationships/slideLayout" Target="../slideLayouts/slideLayout253.xml"/><Relationship Id="rId11" Type="http://schemas.openxmlformats.org/officeDocument/2006/relationships/image" Target="../media/image1.png"/><Relationship Id="rId5" Type="http://schemas.openxmlformats.org/officeDocument/2006/relationships/slideLayout" Target="../slideLayouts/slideLayout252.xml"/><Relationship Id="rId10" Type="http://schemas.openxmlformats.org/officeDocument/2006/relationships/theme" Target="../theme/theme8.xml"/><Relationship Id="rId4" Type="http://schemas.openxmlformats.org/officeDocument/2006/relationships/slideLayout" Target="../slideLayouts/slideLayout251.xml"/><Relationship Id="rId9" Type="http://schemas.openxmlformats.org/officeDocument/2006/relationships/slideLayout" Target="../slideLayouts/slideLayout2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4" name="Graphic 31">
            <a:extLst>
              <a:ext uri="{FF2B5EF4-FFF2-40B4-BE49-F238E27FC236}">
                <a16:creationId xmlns:a16="http://schemas.microsoft.com/office/drawing/2014/main" id="{E04B9394-820E-45B1-AED1-10AA3CC584A2}"/>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F25BFF78-5EE7-4B04-B46B-A0F8EF1FD0A7}"/>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709" r:id="rId1"/>
    <p:sldLayoutId id="2147483649" r:id="rId2"/>
    <p:sldLayoutId id="2147483710" r:id="rId3"/>
    <p:sldLayoutId id="2147483711" r:id="rId4"/>
    <p:sldLayoutId id="2147483921" r:id="rId5"/>
    <p:sldLayoutId id="2147483922" r:id="rId6"/>
    <p:sldLayoutId id="2147483713" r:id="rId7"/>
    <p:sldLayoutId id="2147483823" r:id="rId8"/>
    <p:sldLayoutId id="2147483712" r:id="rId9"/>
    <p:sldLayoutId id="2147483714" r:id="rId10"/>
    <p:sldLayoutId id="2147483718" r:id="rId11"/>
    <p:sldLayoutId id="2147483806" r:id="rId12"/>
    <p:sldLayoutId id="2147483819" r:id="rId13"/>
    <p:sldLayoutId id="2147483822" r:id="rId14"/>
    <p:sldLayoutId id="2147483847" r:id="rId15"/>
    <p:sldLayoutId id="2147483848" r:id="rId16"/>
    <p:sldLayoutId id="2147483849" r:id="rId17"/>
    <p:sldLayoutId id="2147483821" r:id="rId18"/>
    <p:sldLayoutId id="2147483923" r:id="rId19"/>
    <p:sldLayoutId id="2147483924" r:id="rId20"/>
    <p:sldLayoutId id="2147483925" r:id="rId21"/>
    <p:sldLayoutId id="2147483927" r:id="rId22"/>
    <p:sldLayoutId id="2147483928" r:id="rId23"/>
    <p:sldLayoutId id="2147483929" r:id="rId24"/>
    <p:sldLayoutId id="2147483930" r:id="rId25"/>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29"/>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29"/>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29"/>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29"/>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29"/>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78"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1349374" y="1138012"/>
            <a:ext cx="9491663" cy="687614"/>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1350676" y="1944209"/>
            <a:ext cx="9490362" cy="4232753"/>
          </a:xfrm>
          <a:prstGeom prst="rect">
            <a:avLst/>
          </a:prstGeom>
        </p:spPr>
        <p:txBody>
          <a:bodyPr vert="horz" lIns="0" tIns="0" rIns="0" bIns="0" rtlCol="0" anchor="t" anchorCtr="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Graphic 31">
            <a:extLst>
              <a:ext uri="{FF2B5EF4-FFF2-40B4-BE49-F238E27FC236}">
                <a16:creationId xmlns:a16="http://schemas.microsoft.com/office/drawing/2014/main" id="{4DA8F496-1848-4375-BD96-37C7C2C8E927}"/>
              </a:ext>
            </a:extLst>
          </p:cNvPr>
          <p:cNvPicPr>
            <a:picLocks noChangeAspect="1"/>
          </p:cNvPicPr>
          <p:nvPr userDrawn="1"/>
        </p:nvPicPr>
        <p:blipFill>
          <a:blip r:embed="rId58">
            <a:extLst>
              <a:ext uri="{96DAC541-7B7A-43D3-8B79-37D633B846F1}">
                <asvg:svgBlip xmlns:asvg="http://schemas.microsoft.com/office/drawing/2016/SVG/main" r:embed="rId59"/>
              </a:ext>
            </a:extLst>
          </a:blip>
          <a:stretch>
            <a:fillRect/>
          </a:stretch>
        </p:blipFill>
        <p:spPr>
          <a:xfrm>
            <a:off x="269737" y="377825"/>
            <a:ext cx="781218" cy="552176"/>
          </a:xfrm>
          <a:prstGeom prst="rect">
            <a:avLst/>
          </a:prstGeom>
        </p:spPr>
      </p:pic>
      <p:sp>
        <p:nvSpPr>
          <p:cNvPr id="5" name="Slide Number Placeholder 5">
            <a:extLst>
              <a:ext uri="{FF2B5EF4-FFF2-40B4-BE49-F238E27FC236}">
                <a16:creationId xmlns:a16="http://schemas.microsoft.com/office/drawing/2014/main" id="{77A34765-C083-4AF8-9D73-1E6C4EA3B5C9}"/>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2616675508"/>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76" r:id="rId17"/>
    <p:sldLayoutId id="2147483877" r:id="rId18"/>
    <p:sldLayoutId id="2147483878" r:id="rId19"/>
    <p:sldLayoutId id="2147483879" r:id="rId20"/>
    <p:sldLayoutId id="2147483868" r:id="rId21"/>
    <p:sldLayoutId id="2147483869" r:id="rId22"/>
    <p:sldLayoutId id="2147483870" r:id="rId23"/>
    <p:sldLayoutId id="2147483872" r:id="rId24"/>
    <p:sldLayoutId id="2147483873" r:id="rId25"/>
    <p:sldLayoutId id="2147483874" r:id="rId26"/>
    <p:sldLayoutId id="2147483875" r:id="rId27"/>
    <p:sldLayoutId id="2147483880" r:id="rId28"/>
    <p:sldLayoutId id="2147483881" r:id="rId29"/>
    <p:sldLayoutId id="2147483882" r:id="rId30"/>
    <p:sldLayoutId id="2147483900" r:id="rId31"/>
    <p:sldLayoutId id="2147483896" r:id="rId32"/>
    <p:sldLayoutId id="2147483897" r:id="rId33"/>
    <p:sldLayoutId id="2147483898" r:id="rId34"/>
    <p:sldLayoutId id="2147483899" r:id="rId35"/>
    <p:sldLayoutId id="2147483883" r:id="rId36"/>
    <p:sldLayoutId id="2147483884" r:id="rId37"/>
    <p:sldLayoutId id="2147483885" r:id="rId38"/>
    <p:sldLayoutId id="2147483886" r:id="rId39"/>
    <p:sldLayoutId id="2147483888" r:id="rId40"/>
    <p:sldLayoutId id="2147483887" r:id="rId41"/>
    <p:sldLayoutId id="2147483889" r:id="rId42"/>
    <p:sldLayoutId id="2147483894" r:id="rId43"/>
    <p:sldLayoutId id="2147483908" r:id="rId44"/>
    <p:sldLayoutId id="2147483909" r:id="rId45"/>
    <p:sldLayoutId id="2147483910" r:id="rId46"/>
    <p:sldLayoutId id="2147483911" r:id="rId47"/>
    <p:sldLayoutId id="2147483912" r:id="rId48"/>
    <p:sldLayoutId id="2147483913" r:id="rId49"/>
    <p:sldLayoutId id="2147483914" r:id="rId50"/>
    <p:sldLayoutId id="2147483915" r:id="rId51"/>
    <p:sldLayoutId id="2147483916" r:id="rId52"/>
    <p:sldLayoutId id="2147483917" r:id="rId53"/>
    <p:sldLayoutId id="2147483918" r:id="rId54"/>
    <p:sldLayoutId id="2147483919" r:id="rId55"/>
    <p:sldLayoutId id="2147483920" r:id="rId56"/>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60"/>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60"/>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60"/>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60"/>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60"/>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9DFF0C5-4C99-4CAF-9A83-22496076BB8D}"/>
              </a:ext>
            </a:extLst>
          </p:cNvPr>
          <p:cNvSpPr txBox="1">
            <a:spLocks/>
          </p:cNvSpPr>
          <p:nvPr userDrawn="1"/>
        </p:nvSpPr>
        <p:spPr>
          <a:xfrm>
            <a:off x="1125959" y="377825"/>
            <a:ext cx="9491663" cy="68761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rPr>
              <a:t>Click to edit Master title style</a:t>
            </a:r>
            <a:endParaRPr kumimoji="0" lang="en-GB" sz="4400" b="0" i="0" u="none" strike="noStrike" kern="1200" cap="none" spc="0" normalizeH="0" baseline="0" noProof="0" dirty="0">
              <a:ln>
                <a:noFill/>
              </a:ln>
              <a:solidFill>
                <a:srgbClr val="004050"/>
              </a:solidFill>
              <a:effectLst/>
              <a:uLnTx/>
              <a:uFillTx/>
              <a:latin typeface="Montserrat Black" panose="00000A00000000000000" pitchFamily="2" charset="0"/>
              <a:ea typeface="+mj-ea"/>
              <a:cs typeface="+mj-cs"/>
            </a:endParaRPr>
          </a:p>
        </p:txBody>
      </p:sp>
      <p:pic>
        <p:nvPicPr>
          <p:cNvPr id="8" name="Graphic 31">
            <a:extLst>
              <a:ext uri="{FF2B5EF4-FFF2-40B4-BE49-F238E27FC236}">
                <a16:creationId xmlns:a16="http://schemas.microsoft.com/office/drawing/2014/main" id="{15850D63-A695-4E54-9B50-1380DF3F2934}"/>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269739" y="377825"/>
            <a:ext cx="738525" cy="522000"/>
          </a:xfrm>
          <a:prstGeom prst="rect">
            <a:avLst/>
          </a:prstGeom>
        </p:spPr>
      </p:pic>
      <p:sp>
        <p:nvSpPr>
          <p:cNvPr id="4" name="Slide Number Placeholder 5">
            <a:extLst>
              <a:ext uri="{FF2B5EF4-FFF2-40B4-BE49-F238E27FC236}">
                <a16:creationId xmlns:a16="http://schemas.microsoft.com/office/drawing/2014/main" id="{53D5031B-6036-416C-A339-3FB0379D4B53}"/>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1200" b="1" i="0">
                <a:solidFill>
                  <a:schemeClr val="tx1"/>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115572109"/>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2" r:id="rId5"/>
    <p:sldLayoutId id="2147483733" r:id="rId6"/>
    <p:sldLayoutId id="2147483734" r:id="rId7"/>
    <p:sldLayoutId id="2147483778" r:id="rId8"/>
    <p:sldLayoutId id="2147483779" r:id="rId9"/>
    <p:sldLayoutId id="2147483780" r:id="rId10"/>
    <p:sldLayoutId id="2147483781" r:id="rId11"/>
    <p:sldLayoutId id="2147483782" r:id="rId12"/>
    <p:sldLayoutId id="2147483783" r:id="rId13"/>
    <p:sldLayoutId id="2147483784" r:id="rId14"/>
    <p:sldLayoutId id="2147483837" r:id="rId15"/>
    <p:sldLayoutId id="2147483838" r:id="rId16"/>
    <p:sldLayoutId id="2147483839" r:id="rId17"/>
    <p:sldLayoutId id="2147483840" r:id="rId18"/>
    <p:sldLayoutId id="2147483841" r:id="rId19"/>
    <p:sldLayoutId id="2147483842" r:id="rId20"/>
    <p:sldLayoutId id="2147483843" r:id="rId21"/>
    <p:sldLayoutId id="2147483844" r:id="rId22"/>
    <p:sldLayoutId id="2147483845" r:id="rId23"/>
    <p:sldLayoutId id="2147483901" r:id="rId24"/>
    <p:sldLayoutId id="2147483902" r:id="rId25"/>
    <p:sldLayoutId id="2147483903" r:id="rId26"/>
    <p:sldLayoutId id="2147483904" r:id="rId27"/>
    <p:sldLayoutId id="2147483905" r:id="rId28"/>
    <p:sldLayoutId id="2147483906" r:id="rId29"/>
    <p:sldLayoutId id="2147483907" r:id="rId30"/>
  </p:sldLayoutIdLst>
  <p:hf hdr="0" ftr="0" dt="0"/>
  <p:txStyles>
    <p:titleStyle>
      <a:lvl1pPr algn="l" defTabSz="914400" rtl="0" eaLnBrk="1" latinLnBrk="0" hangingPunct="1">
        <a:lnSpc>
          <a:spcPts val="42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270000" indent="-270000" algn="l" defTabSz="914400" rtl="0" eaLnBrk="1" latinLnBrk="0" hangingPunct="1">
        <a:lnSpc>
          <a:spcPts val="2200"/>
        </a:lnSpc>
        <a:spcBef>
          <a:spcPts val="0"/>
        </a:spcBef>
        <a:spcAft>
          <a:spcPts val="650"/>
        </a:spcAft>
        <a:buSzPct val="115000"/>
        <a:buFontTx/>
        <a:buBlip>
          <a:blip r:embed="rId34"/>
        </a:buBlip>
        <a:defRPr sz="1800" b="1"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Tx/>
        <a:buBlip>
          <a:blip r:embed="rId34"/>
        </a:buBlip>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Tx/>
        <a:buBlip>
          <a:blip r:embed="rId34"/>
        </a:buBlip>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Tx/>
        <a:buBlip>
          <a:blip r:embed="rId34"/>
        </a:buBlip>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Tx/>
        <a:buBlip>
          <a:blip r:embed="rId34"/>
        </a:buBlip>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p15:clr>
            <a:srgbClr val="F26B43"/>
          </p15:clr>
        </p15:guide>
        <p15:guide id="2" orient="horz" pos="4081">
          <p15:clr>
            <a:srgbClr val="F26B43"/>
          </p15:clr>
        </p15:guide>
        <p15:guide id="3" pos="237">
          <p15:clr>
            <a:srgbClr val="F26B43"/>
          </p15:clr>
        </p15:guide>
        <p15:guide id="4" pos="732">
          <p15:clr>
            <a:srgbClr val="F26B43"/>
          </p15:clr>
        </p15:guide>
        <p15:guide id="5" pos="850">
          <p15:clr>
            <a:srgbClr val="F26B43"/>
          </p15:clr>
        </p15:guide>
        <p15:guide id="6" pos="1345">
          <p15:clr>
            <a:srgbClr val="F26B43"/>
          </p15:clr>
        </p15:guide>
        <p15:guide id="7" pos="1460">
          <p15:clr>
            <a:srgbClr val="F26B43"/>
          </p15:clr>
        </p15:guide>
        <p15:guide id="8" pos="1954">
          <p15:clr>
            <a:srgbClr val="F26B43"/>
          </p15:clr>
        </p15:guide>
        <p15:guide id="9" pos="2069">
          <p15:clr>
            <a:srgbClr val="F26B43"/>
          </p15:clr>
        </p15:guide>
        <p15:guide id="10" pos="2564">
          <p15:clr>
            <a:srgbClr val="F26B43"/>
          </p15:clr>
        </p15:guide>
        <p15:guide id="11" pos="2678">
          <p15:clr>
            <a:srgbClr val="F26B43"/>
          </p15:clr>
        </p15:guide>
        <p15:guide id="12" pos="3173">
          <p15:clr>
            <a:srgbClr val="F26B43"/>
          </p15:clr>
        </p15:guide>
        <p15:guide id="13" pos="3288">
          <p15:clr>
            <a:srgbClr val="F26B43"/>
          </p15:clr>
        </p15:guide>
        <p15:guide id="14" pos="3782">
          <p15:clr>
            <a:srgbClr val="F26B43"/>
          </p15:clr>
        </p15:guide>
        <p15:guide id="15" pos="3897">
          <p15:clr>
            <a:srgbClr val="F26B43"/>
          </p15:clr>
        </p15:guide>
        <p15:guide id="16" pos="4392">
          <p15:clr>
            <a:srgbClr val="F26B43"/>
          </p15:clr>
        </p15:guide>
        <p15:guide id="17" pos="4506">
          <p15:clr>
            <a:srgbClr val="F26B43"/>
          </p15:clr>
        </p15:guide>
        <p15:guide id="18" pos="5001">
          <p15:clr>
            <a:srgbClr val="F26B43"/>
          </p15:clr>
        </p15:guide>
        <p15:guide id="19" pos="5115">
          <p15:clr>
            <a:srgbClr val="F26B43"/>
          </p15:clr>
        </p15:guide>
        <p15:guide id="20" pos="5610">
          <p15:clr>
            <a:srgbClr val="F26B43"/>
          </p15:clr>
        </p15:guide>
        <p15:guide id="21" pos="5725">
          <p15:clr>
            <a:srgbClr val="F26B43"/>
          </p15:clr>
        </p15:guide>
        <p15:guide id="22" pos="6220">
          <p15:clr>
            <a:srgbClr val="F26B43"/>
          </p15:clr>
        </p15:guide>
        <p15:guide id="23" pos="6334">
          <p15:clr>
            <a:srgbClr val="F26B43"/>
          </p15:clr>
        </p15:guide>
        <p15:guide id="24" pos="6829">
          <p15:clr>
            <a:srgbClr val="F26B43"/>
          </p15:clr>
        </p15:guide>
        <p15:guide id="25" pos="6943">
          <p15:clr>
            <a:srgbClr val="F26B43"/>
          </p15:clr>
        </p15:guide>
        <p15:guide id="26" pos="7438">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
        <p:nvSpPr>
          <p:cNvPr id="4" name="Title Placeholder 1">
            <a:extLst>
              <a:ext uri="{FF2B5EF4-FFF2-40B4-BE49-F238E27FC236}">
                <a16:creationId xmlns:a16="http://schemas.microsoft.com/office/drawing/2014/main" id="{43AE7FAA-97EA-4A91-7427-32DCDBB4198F}"/>
              </a:ext>
            </a:extLst>
          </p:cNvPr>
          <p:cNvSpPr>
            <a:spLocks noGrp="1"/>
          </p:cNvSpPr>
          <p:nvPr>
            <p:ph type="title"/>
          </p:nvPr>
        </p:nvSpPr>
        <p:spPr>
          <a:xfrm>
            <a:off x="1349374" y="1138012"/>
            <a:ext cx="9491663" cy="687614"/>
          </a:xfrm>
          <a:prstGeom prst="rect">
            <a:avLst/>
          </a:prstGeom>
        </p:spPr>
        <p:txBody>
          <a:bodyPr vert="horz" lIns="0" tIns="0" rIns="0" bIns="0" rtlCol="0" anchor="t" anchorCtr="0">
            <a:noAutofit/>
          </a:bodyPr>
          <a:lstStyle/>
          <a:p>
            <a:r>
              <a:rPr lang="en-US"/>
              <a:t>Click to edit Master title style</a:t>
            </a:r>
            <a:endParaRPr lang="en-GB" dirty="0"/>
          </a:p>
        </p:txBody>
      </p:sp>
      <p:sp>
        <p:nvSpPr>
          <p:cNvPr id="6" name="Text Placeholder 2">
            <a:extLst>
              <a:ext uri="{FF2B5EF4-FFF2-40B4-BE49-F238E27FC236}">
                <a16:creationId xmlns:a16="http://schemas.microsoft.com/office/drawing/2014/main" id="{DC0E74C4-E6D2-CAEA-CB5F-C9DF1C5B00BE}"/>
              </a:ext>
            </a:extLst>
          </p:cNvPr>
          <p:cNvSpPr>
            <a:spLocks noGrp="1"/>
          </p:cNvSpPr>
          <p:nvPr>
            <p:ph type="body" idx="1"/>
          </p:nvPr>
        </p:nvSpPr>
        <p:spPr>
          <a:xfrm>
            <a:off x="1350676" y="1944209"/>
            <a:ext cx="9490362" cy="4232753"/>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7" name="Graphic 31">
            <a:extLst>
              <a:ext uri="{FF2B5EF4-FFF2-40B4-BE49-F238E27FC236}">
                <a16:creationId xmlns:a16="http://schemas.microsoft.com/office/drawing/2014/main" id="{85C8C026-1E75-446C-376F-C9CA2C6A4BD0}"/>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269737" y="377825"/>
            <a:ext cx="781218" cy="552176"/>
          </a:xfrm>
          <a:prstGeom prst="rect">
            <a:avLst/>
          </a:prstGeom>
        </p:spPr>
      </p:pic>
    </p:spTree>
    <p:extLst>
      <p:ext uri="{BB962C8B-B14F-4D97-AF65-F5344CB8AC3E}">
        <p14:creationId xmlns:p14="http://schemas.microsoft.com/office/powerpoint/2010/main" val="1082442141"/>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 id="2147483945" r:id="rId14"/>
    <p:sldLayoutId id="2147483946" r:id="rId15"/>
    <p:sldLayoutId id="2147483947" r:id="rId16"/>
    <p:sldLayoutId id="2147483948" r:id="rId17"/>
    <p:sldLayoutId id="2147483949" r:id="rId18"/>
    <p:sldLayoutId id="2147483950" r:id="rId19"/>
    <p:sldLayoutId id="2147483951" r:id="rId20"/>
    <p:sldLayoutId id="2147483952" r:id="rId21"/>
    <p:sldLayoutId id="2147483953" r:id="rId22"/>
    <p:sldLayoutId id="2147483954" r:id="rId23"/>
    <p:sldLayoutId id="2147483955" r:id="rId24"/>
    <p:sldLayoutId id="2147483956" r:id="rId25"/>
    <p:sldLayoutId id="2147483957" r:id="rId26"/>
    <p:sldLayoutId id="2147483958" r:id="rId27"/>
    <p:sldLayoutId id="2147483959" r:id="rId28"/>
    <p:sldLayoutId id="2147483960" r:id="rId29"/>
    <p:sldLayoutId id="2147483961" r:id="rId30"/>
    <p:sldLayoutId id="2147483962" r:id="rId31"/>
    <p:sldLayoutId id="2147483963" r:id="rId32"/>
    <p:sldLayoutId id="2147483964" r:id="rId33"/>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7"/>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7"/>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7"/>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7"/>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5" pos="851">
          <p15:clr>
            <a:srgbClr val="F26B43"/>
          </p15:clr>
        </p15:guide>
        <p15:guide id="8" pos="1955">
          <p15:clr>
            <a:srgbClr val="F26B43"/>
          </p15:clr>
        </p15:guide>
        <p15:guide id="11" pos="2683">
          <p15:clr>
            <a:srgbClr val="F26B43"/>
          </p15:clr>
        </p15:guide>
        <p15:guide id="14" pos="3783">
          <p15:clr>
            <a:srgbClr val="F26B43"/>
          </p15:clr>
        </p15:guide>
        <p15:guide id="17" pos="4507">
          <p15:clr>
            <a:srgbClr val="F26B43"/>
          </p15:clr>
        </p15:guide>
        <p15:guide id="20" pos="5611">
          <p15:clr>
            <a:srgbClr val="F26B43"/>
          </p15:clr>
        </p15:guide>
        <p15:guide id="23" pos="6335">
          <p15:clr>
            <a:srgbClr val="F26B43"/>
          </p15:clr>
        </p15:guide>
        <p15:guide id="26" pos="7439">
          <p15:clr>
            <a:srgbClr val="F26B43"/>
          </p15:clr>
        </p15:guide>
        <p15:guide id="29" orient="horz" pos="238" userDrawn="1">
          <p15:clr>
            <a:srgbClr val="F26B43"/>
          </p15:clr>
        </p15:guide>
        <p15:guide id="30" orient="horz" pos="4081" userDrawn="1">
          <p15:clr>
            <a:srgbClr val="F26B43"/>
          </p15:clr>
        </p15:guide>
        <p15:guide id="31" pos="237" userDrawn="1">
          <p15:clr>
            <a:srgbClr val="F26B43"/>
          </p15:clr>
        </p15:guide>
        <p15:guide id="32" pos="732" userDrawn="1">
          <p15:clr>
            <a:srgbClr val="F26B43"/>
          </p15:clr>
        </p15:guide>
        <p15:guide id="33" pos="850" userDrawn="1">
          <p15:clr>
            <a:srgbClr val="F26B43"/>
          </p15:clr>
        </p15:guide>
        <p15:guide id="34" pos="1345" userDrawn="1">
          <p15:clr>
            <a:srgbClr val="F26B43"/>
          </p15:clr>
        </p15:guide>
        <p15:guide id="35" pos="1460" userDrawn="1">
          <p15:clr>
            <a:srgbClr val="F26B43"/>
          </p15:clr>
        </p15:guide>
        <p15:guide id="36" pos="1954" userDrawn="1">
          <p15:clr>
            <a:srgbClr val="F26B43"/>
          </p15:clr>
        </p15:guide>
        <p15:guide id="37" pos="2069" userDrawn="1">
          <p15:clr>
            <a:srgbClr val="F26B43"/>
          </p15:clr>
        </p15:guide>
        <p15:guide id="38" pos="2564" userDrawn="1">
          <p15:clr>
            <a:srgbClr val="F26B43"/>
          </p15:clr>
        </p15:guide>
        <p15:guide id="39" pos="2678" userDrawn="1">
          <p15:clr>
            <a:srgbClr val="F26B43"/>
          </p15:clr>
        </p15:guide>
        <p15:guide id="40" pos="3173" userDrawn="1">
          <p15:clr>
            <a:srgbClr val="F26B43"/>
          </p15:clr>
        </p15:guide>
        <p15:guide id="41" pos="3288" userDrawn="1">
          <p15:clr>
            <a:srgbClr val="F26B43"/>
          </p15:clr>
        </p15:guide>
        <p15:guide id="42" pos="3782" userDrawn="1">
          <p15:clr>
            <a:srgbClr val="F26B43"/>
          </p15:clr>
        </p15:guide>
        <p15:guide id="43" pos="3897" userDrawn="1">
          <p15:clr>
            <a:srgbClr val="F26B43"/>
          </p15:clr>
        </p15:guide>
        <p15:guide id="44" pos="4392" userDrawn="1">
          <p15:clr>
            <a:srgbClr val="F26B43"/>
          </p15:clr>
        </p15:guide>
        <p15:guide id="45" pos="4506" userDrawn="1">
          <p15:clr>
            <a:srgbClr val="F26B43"/>
          </p15:clr>
        </p15:guide>
        <p15:guide id="46" pos="5001" userDrawn="1">
          <p15:clr>
            <a:srgbClr val="F26B43"/>
          </p15:clr>
        </p15:guide>
        <p15:guide id="47" pos="5115" userDrawn="1">
          <p15:clr>
            <a:srgbClr val="F26B43"/>
          </p15:clr>
        </p15:guide>
        <p15:guide id="48" pos="5610" userDrawn="1">
          <p15:clr>
            <a:srgbClr val="F26B43"/>
          </p15:clr>
        </p15:guide>
        <p15:guide id="49" pos="5725" userDrawn="1">
          <p15:clr>
            <a:srgbClr val="F26B43"/>
          </p15:clr>
        </p15:guide>
        <p15:guide id="50" pos="6220" userDrawn="1">
          <p15:clr>
            <a:srgbClr val="F26B43"/>
          </p15:clr>
        </p15:guide>
        <p15:guide id="51" pos="6334" userDrawn="1">
          <p15:clr>
            <a:srgbClr val="F26B43"/>
          </p15:clr>
        </p15:guide>
        <p15:guide id="52" pos="6829" userDrawn="1">
          <p15:clr>
            <a:srgbClr val="F26B43"/>
          </p15:clr>
        </p15:guide>
        <p15:guide id="53" pos="6943" userDrawn="1">
          <p15:clr>
            <a:srgbClr val="F26B43"/>
          </p15:clr>
        </p15:guide>
        <p15:guide id="54" pos="7438" userDrawn="1">
          <p15:clr>
            <a:srgbClr val="F26B43"/>
          </p15:clr>
        </p15:guide>
        <p15:guide id="55" pos="3840" userDrawn="1">
          <p15:clr>
            <a:srgbClr val="9FCC3B"/>
          </p15:clr>
        </p15:guide>
        <p15:guide id="56" orient="horz" pos="2160" userDrawn="1">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81929917"/>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 id="2147483978" r:id="rId13"/>
    <p:sldLayoutId id="2147483979" r:id="rId14"/>
    <p:sldLayoutId id="2147483980" r:id="rId15"/>
    <p:sldLayoutId id="2147483981" r:id="rId16"/>
    <p:sldLayoutId id="2147483982" r:id="rId17"/>
    <p:sldLayoutId id="2147483983" r:id="rId18"/>
    <p:sldLayoutId id="2147483984" r:id="rId19"/>
    <p:sldLayoutId id="2147483985" r:id="rId20"/>
    <p:sldLayoutId id="2147483986" r:id="rId21"/>
    <p:sldLayoutId id="2147483987" r:id="rId22"/>
    <p:sldLayoutId id="2147483988" r:id="rId23"/>
    <p:sldLayoutId id="2147483989" r:id="rId24"/>
    <p:sldLayoutId id="2147483990" r:id="rId25"/>
    <p:sldLayoutId id="2147483991" r:id="rId26"/>
    <p:sldLayoutId id="2147483992" r:id="rId27"/>
    <p:sldLayoutId id="2147483993" r:id="rId28"/>
    <p:sldLayoutId id="2147483994" r:id="rId29"/>
    <p:sldLayoutId id="2147483995" r:id="rId30"/>
    <p:sldLayoutId id="2147483996" r:id="rId31"/>
    <p:sldLayoutId id="2147483997" r:id="rId32"/>
    <p:sldLayoutId id="2147483998" r:id="rId33"/>
    <p:sldLayoutId id="2147483999"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674205317"/>
      </p:ext>
    </p:extLst>
  </p:cSld>
  <p:clrMap bg1="lt1" tx1="dk1" bg2="lt2" tx2="dk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 id="2147484012" r:id="rId12"/>
    <p:sldLayoutId id="2147484013" r:id="rId13"/>
    <p:sldLayoutId id="2147484014" r:id="rId14"/>
    <p:sldLayoutId id="2147484015" r:id="rId15"/>
    <p:sldLayoutId id="2147484016" r:id="rId16"/>
    <p:sldLayoutId id="2147484017" r:id="rId17"/>
    <p:sldLayoutId id="2147484018" r:id="rId18"/>
    <p:sldLayoutId id="2147484019" r:id="rId19"/>
    <p:sldLayoutId id="2147484020" r:id="rId20"/>
    <p:sldLayoutId id="2147484021" r:id="rId21"/>
    <p:sldLayoutId id="2147484022" r:id="rId22"/>
    <p:sldLayoutId id="2147484023" r:id="rId23"/>
    <p:sldLayoutId id="2147484024" r:id="rId24"/>
    <p:sldLayoutId id="2147484025" r:id="rId25"/>
    <p:sldLayoutId id="2147484026" r:id="rId26"/>
    <p:sldLayoutId id="2147484027" r:id="rId27"/>
    <p:sldLayoutId id="2147484028" r:id="rId28"/>
    <p:sldLayoutId id="2147484029" r:id="rId29"/>
    <p:sldLayoutId id="2147484030" r:id="rId30"/>
    <p:sldLayoutId id="2147484031" r:id="rId31"/>
    <p:sldLayoutId id="2147484032" r:id="rId32"/>
    <p:sldLayoutId id="2147484033" r:id="rId33"/>
    <p:sldLayoutId id="2147484034" r:id="rId34"/>
    <p:sldLayoutId id="2147484035" r:id="rId35"/>
    <p:sldLayoutId id="2147484036" r:id="rId36"/>
    <p:sldLayoutId id="2147484037"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84417365"/>
      </p:ext>
    </p:extLst>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 id="2147484051" r:id="rId13"/>
    <p:sldLayoutId id="2147484052" r:id="rId14"/>
    <p:sldLayoutId id="2147484053" r:id="rId15"/>
    <p:sldLayoutId id="2147484054" r:id="rId16"/>
    <p:sldLayoutId id="2147484055" r:id="rId17"/>
    <p:sldLayoutId id="2147484056" r:id="rId18"/>
    <p:sldLayoutId id="2147484057" r:id="rId19"/>
    <p:sldLayoutId id="2147484058" r:id="rId20"/>
    <p:sldLayoutId id="2147484059" r:id="rId21"/>
    <p:sldLayoutId id="2147484060" r:id="rId22"/>
    <p:sldLayoutId id="2147484061" r:id="rId23"/>
    <p:sldLayoutId id="2147484062" r:id="rId24"/>
    <p:sldLayoutId id="2147484063" r:id="rId25"/>
    <p:sldLayoutId id="2147484064" r:id="rId26"/>
    <p:sldLayoutId id="2147484065" r:id="rId27"/>
    <p:sldLayoutId id="2147484066" r:id="rId28"/>
    <p:sldLayoutId id="2147484067" r:id="rId29"/>
    <p:sldLayoutId id="2147484068" r:id="rId30"/>
    <p:sldLayoutId id="2147484069" r:id="rId31"/>
    <p:sldLayoutId id="2147484070"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3323555"/>
      </p:ext>
    </p:extLst>
  </p:cSld>
  <p:clrMap bg1="lt1" tx1="dk1" bg2="lt2" tx2="dk2" accent1="accent1" accent2="accent2" accent3="accent3" accent4="accent4" accent5="accent5" accent6="accent6" hlink="hlink" folHlink="folHlink"/>
  <p:sldLayoutIdLst>
    <p:sldLayoutId id="2147484072" r:id="rId1"/>
    <p:sldLayoutId id="2147484073" r:id="rId2"/>
    <p:sldLayoutId id="2147484074" r:id="rId3"/>
    <p:sldLayoutId id="2147484075" r:id="rId4"/>
    <p:sldLayoutId id="2147484076" r:id="rId5"/>
    <p:sldLayoutId id="2147484077" r:id="rId6"/>
    <p:sldLayoutId id="2147484078" r:id="rId7"/>
    <p:sldLayoutId id="2147484079" r:id="rId8"/>
    <p:sldLayoutId id="2147484080"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5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Introduction</a:t>
            </a:r>
            <a:br>
              <a:rPr lang="en-GB" dirty="0"/>
            </a:br>
            <a:r>
              <a:rPr lang="en-GB" dirty="0"/>
              <a:t>to Transact SQL</a:t>
            </a:r>
          </a:p>
        </p:txBody>
      </p:sp>
      <p:sp>
        <p:nvSpPr>
          <p:cNvPr id="2" name="TextBox 2">
            <a:extLst>
              <a:ext uri="{FF2B5EF4-FFF2-40B4-BE49-F238E27FC236}">
                <a16:creationId xmlns:a16="http://schemas.microsoft.com/office/drawing/2014/main" id="{F33CB094-6F10-BBB3-4ECD-CAD64FD083DC}"/>
              </a:ext>
            </a:extLst>
          </p:cNvPr>
          <p:cNvSpPr txBox="1"/>
          <p:nvPr/>
        </p:nvSpPr>
        <p:spPr>
          <a:xfrm>
            <a:off x="10720316" y="6474821"/>
            <a:ext cx="1471684" cy="330958"/>
          </a:xfrm>
          <a:prstGeom prst="rect">
            <a:avLst/>
          </a:prstGeom>
        </p:spPr>
        <p:txBody>
          <a:bodyPr vert="horz" wrap="none" lIns="0" tIns="0" rIns="0" bIns="0"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a:t>Version 1.5</a:t>
            </a:r>
            <a:endParaRPr lang="en-GB"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a:xfrm>
            <a:off x="376238" y="1001502"/>
            <a:ext cx="7011390" cy="1187450"/>
          </a:xfrm>
        </p:spPr>
        <p:txBody>
          <a:bodyPr/>
          <a:lstStyle/>
          <a:p>
            <a:r>
              <a:rPr lang="en-GB" dirty="0"/>
              <a:t>Overview</a:t>
            </a:r>
          </a:p>
        </p:txBody>
      </p:sp>
      <p:sp>
        <p:nvSpPr>
          <p:cNvPr id="6" name="Text Placeholder 5"/>
          <p:cNvSpPr>
            <a:spLocks noGrp="1"/>
          </p:cNvSpPr>
          <p:nvPr>
            <p:ph type="body" sz="quarter" idx="4294967295"/>
          </p:nvPr>
        </p:nvSpPr>
        <p:spPr>
          <a:xfrm>
            <a:off x="376238" y="2418918"/>
            <a:ext cx="5627688" cy="1187450"/>
          </a:xfrm>
        </p:spPr>
        <p:txBody>
          <a:bodyPr/>
          <a:lstStyle/>
          <a:p>
            <a:pPr>
              <a:buFont typeface="Arial" panose="020B0604020202020204" pitchFamily="34" charset="0"/>
              <a:buChar char="•"/>
            </a:pPr>
            <a:r>
              <a:rPr lang="en-GB" dirty="0">
                <a:solidFill>
                  <a:schemeClr val="bg1"/>
                </a:solidFill>
              </a:rPr>
              <a:t>Microsoft SQL Server tools</a:t>
            </a:r>
          </a:p>
          <a:p>
            <a:pPr>
              <a:buFont typeface="Arial" panose="020B0604020202020204" pitchFamily="34" charset="0"/>
              <a:buChar char="•"/>
            </a:pPr>
            <a:r>
              <a:rPr lang="en-GB" dirty="0">
                <a:solidFill>
                  <a:schemeClr val="bg1"/>
                </a:solidFill>
              </a:rPr>
              <a:t>Introduction to T-SQL</a:t>
            </a:r>
          </a:p>
          <a:p>
            <a:pPr>
              <a:buFont typeface="Arial" panose="020B0604020202020204" pitchFamily="34" charset="0"/>
              <a:buChar char="•"/>
            </a:pPr>
            <a:r>
              <a:rPr lang="en-GB" dirty="0">
                <a:solidFill>
                  <a:schemeClr val="bg1"/>
                </a:solidFill>
              </a:rPr>
              <a:t>Hands-on lab</a:t>
            </a:r>
          </a:p>
          <a:p>
            <a:endParaRPr lang="en-GB" dirty="0">
              <a:solidFill>
                <a:schemeClr val="bg1"/>
              </a:solidFill>
            </a:endParaRPr>
          </a:p>
        </p:txBody>
      </p:sp>
    </p:spTree>
    <p:extLst>
      <p:ext uri="{BB962C8B-B14F-4D97-AF65-F5344CB8AC3E}">
        <p14:creationId xmlns:p14="http://schemas.microsoft.com/office/powerpoint/2010/main" val="2929137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Microsoft SQL Server Tools</a:t>
            </a:r>
            <a:endParaRPr lang="en-IN" dirty="0"/>
          </a:p>
        </p:txBody>
      </p:sp>
    </p:spTree>
    <p:extLst>
      <p:ext uri="{BB962C8B-B14F-4D97-AF65-F5344CB8AC3E}">
        <p14:creationId xmlns:p14="http://schemas.microsoft.com/office/powerpoint/2010/main" val="2522367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Microsoft SQL Server Tools</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Microsoft SQL Server</a:t>
            </a:r>
          </a:p>
          <a:p>
            <a:pPr marL="342900" indent="-342900">
              <a:buFont typeface="Arial" panose="020B0604020202020204" pitchFamily="34" charset="0"/>
              <a:buChar char="•"/>
            </a:pPr>
            <a:r>
              <a:rPr lang="en-GB" b="1" dirty="0"/>
              <a:t>SQL Server Management Studio</a:t>
            </a:r>
          </a:p>
          <a:p>
            <a:pPr marL="342900" indent="-342900">
              <a:buFont typeface="Arial" panose="020B0604020202020204" pitchFamily="34" charset="0"/>
              <a:buChar char="•"/>
            </a:pPr>
            <a:r>
              <a:rPr lang="en-GB" b="1" dirty="0"/>
              <a:t>Executing queries</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190715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latin typeface="Montserrat Black" panose="00000A00000000000000" pitchFamily="2" charset="0"/>
              </a:rPr>
              <a:t>Microsoft</a:t>
            </a:r>
          </a:p>
          <a:p>
            <a:r>
              <a:rPr lang="en-US" dirty="0">
                <a:latin typeface="Montserrat Black" panose="00000A00000000000000" pitchFamily="2" charset="0"/>
              </a:rPr>
              <a:t>SQL Server</a:t>
            </a:r>
            <a:endParaRPr lang="en-IN" dirty="0">
              <a:latin typeface="Montserrat Black" panose="00000A00000000000000" pitchFamily="2" charset="0"/>
            </a:endParaRPr>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Relational database management system (RDBMS) (Microsoft SQL Sever Management System)</a:t>
            </a:r>
          </a:p>
          <a:p>
            <a:pPr marL="342900" indent="-342900">
              <a:buFont typeface="Arial" panose="020B0604020202020204" pitchFamily="34" charset="0"/>
              <a:buChar char="•"/>
            </a:pPr>
            <a:r>
              <a:rPr lang="en-GB" b="1" dirty="0"/>
              <a:t>Database engine (Microsoft SQL Server)</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2576927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SQL Server Management Studio</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GB" b="1" dirty="0"/>
              <a:t>Introduced with SQL Server 2005</a:t>
            </a:r>
          </a:p>
          <a:p>
            <a:pPr marL="342900" indent="-342900">
              <a:buFont typeface="Arial" panose="020B0604020202020204" pitchFamily="34" charset="0"/>
              <a:buChar char="•"/>
            </a:pPr>
            <a:r>
              <a:rPr lang="en-GB" b="1" dirty="0"/>
              <a:t>Integrated development and management tool</a:t>
            </a:r>
          </a:p>
          <a:p>
            <a:pPr marL="684000" lvl="1" indent="-342900">
              <a:buSzPct val="115000"/>
              <a:buFont typeface="Arial" panose="020B0604020202020204" pitchFamily="34" charset="0"/>
              <a:buChar char="•"/>
            </a:pPr>
            <a:r>
              <a:rPr lang="en-GB" dirty="0"/>
              <a:t>Previously there were several separate products</a:t>
            </a:r>
          </a:p>
          <a:p>
            <a:pPr marL="342900" indent="-342900">
              <a:buFont typeface="Arial" panose="020B0604020202020204" pitchFamily="34" charset="0"/>
              <a:buChar char="•"/>
            </a:pPr>
            <a:r>
              <a:rPr lang="en-GB" b="1" dirty="0"/>
              <a:t>Central management for SQL Server</a:t>
            </a:r>
          </a:p>
          <a:p>
            <a:pPr marL="342900" indent="-342900">
              <a:buFont typeface="Arial" panose="020B0604020202020204" pitchFamily="34" charset="0"/>
              <a:buChar char="•"/>
            </a:pPr>
            <a:r>
              <a:rPr lang="en-GB" b="1" dirty="0"/>
              <a:t>Graphical and code management</a:t>
            </a:r>
          </a:p>
          <a:p>
            <a:pPr marL="684000" lvl="1" indent="-342900">
              <a:buSzPct val="115000"/>
              <a:buFont typeface="Arial" panose="020B0604020202020204" pitchFamily="34" charset="0"/>
              <a:buChar char="•"/>
            </a:pPr>
            <a:r>
              <a:rPr lang="en-GB" dirty="0" err="1"/>
              <a:t>Intellisense</a:t>
            </a:r>
            <a:r>
              <a:rPr lang="en-GB" dirty="0"/>
              <a:t> editor – code completion</a:t>
            </a:r>
          </a:p>
          <a:p>
            <a:pPr marL="684000" lvl="1" indent="-342900">
              <a:buSzPct val="115000"/>
              <a:buFont typeface="Arial" panose="020B0604020202020204" pitchFamily="34" charset="0"/>
              <a:buChar char="•"/>
            </a:pPr>
            <a:r>
              <a:rPr lang="en-GB" dirty="0"/>
              <a:t>Drag and drop from object explorer window</a:t>
            </a:r>
          </a:p>
          <a:p>
            <a:pPr marL="684000" lvl="1" indent="-342900">
              <a:buSzPct val="115000"/>
              <a:buFont typeface="Arial" panose="020B0604020202020204" pitchFamily="34" charset="0"/>
              <a:buChar char="•"/>
            </a:pPr>
            <a:r>
              <a:rPr lang="en-GB" dirty="0"/>
              <a:t>Code snippets (introduced in 2012)</a:t>
            </a:r>
          </a:p>
          <a:p>
            <a:pPr marL="342900" indent="-342900">
              <a:buFont typeface="Arial" panose="020B0604020202020204" pitchFamily="34" charset="0"/>
              <a:buChar char="•"/>
            </a:pPr>
            <a:r>
              <a:rPr lang="en-GB" b="1" dirty="0"/>
              <a:t>Solution-based script file management</a:t>
            </a:r>
          </a:p>
          <a:p>
            <a:endParaRPr lang="en-IN" b="1" dirty="0"/>
          </a:p>
        </p:txBody>
      </p:sp>
    </p:spTree>
    <p:extLst>
      <p:ext uri="{BB962C8B-B14F-4D97-AF65-F5344CB8AC3E}">
        <p14:creationId xmlns:p14="http://schemas.microsoft.com/office/powerpoint/2010/main" val="299882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p:cNvSpPr>
            <a:spLocks noGrp="1"/>
          </p:cNvSpPr>
          <p:nvPr>
            <p:ph type="body" sz="quarter" idx="11"/>
          </p:nvPr>
        </p:nvSpPr>
        <p:spPr>
          <a:xfrm>
            <a:off x="382062" y="1248021"/>
            <a:ext cx="5621863" cy="5239275"/>
          </a:xfrm>
        </p:spPr>
        <p:txBody>
          <a:bodyPr anchor="t">
            <a:normAutofit/>
          </a:bodyPr>
          <a:lstStyle/>
          <a:p>
            <a:pPr marL="342900" indent="-342900">
              <a:buFont typeface="Arial" panose="020B0604020202020204" pitchFamily="34" charset="0"/>
              <a:buChar char="•"/>
            </a:pPr>
            <a:r>
              <a:rPr lang="en-GB" b="1" dirty="0"/>
              <a:t>A solution contains one or more </a:t>
            </a:r>
            <a:r>
              <a:rPr lang="en-GB" b="1" i="1" dirty="0"/>
              <a:t>projects</a:t>
            </a:r>
          </a:p>
          <a:p>
            <a:pPr marL="684000" lvl="1"/>
            <a:r>
              <a:rPr lang="en-GB" dirty="0"/>
              <a:t>Create an initial project to create the solution</a:t>
            </a:r>
          </a:p>
          <a:p>
            <a:pPr marL="342900" indent="-342900">
              <a:buFont typeface="Arial" panose="020B0604020202020204" pitchFamily="34" charset="0"/>
              <a:buChar char="•"/>
            </a:pPr>
            <a:r>
              <a:rPr lang="en-GB" b="1" dirty="0"/>
              <a:t>A project contains files</a:t>
            </a:r>
          </a:p>
          <a:p>
            <a:pPr marL="342900" indent="-342900">
              <a:buFont typeface="Arial" panose="020B0604020202020204" pitchFamily="34" charset="0"/>
              <a:buChar char="•"/>
            </a:pPr>
            <a:r>
              <a:rPr lang="en-GB" b="1" dirty="0"/>
              <a:t>Add new or existing files to the project</a:t>
            </a:r>
          </a:p>
          <a:p>
            <a:pPr marL="342900" indent="-342900">
              <a:buFont typeface="Arial" panose="020B0604020202020204" pitchFamily="34" charset="0"/>
              <a:buChar char="•"/>
            </a:pPr>
            <a:r>
              <a:rPr lang="en-GB" b="1" dirty="0"/>
              <a:t>A solution can be added to source control</a:t>
            </a:r>
          </a:p>
          <a:p>
            <a:endParaRPr lang="en-IN" dirty="0"/>
          </a:p>
        </p:txBody>
      </p:sp>
      <p:pic>
        <p:nvPicPr>
          <p:cNvPr id="14" name="Picture 2" descr="A screenshot of a computer&#10;&#10;Description automatically generated"/>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437088" y="1246663"/>
            <a:ext cx="5132834" cy="523192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
          </p:nvPr>
        </p:nvSpPr>
        <p:spPr>
          <a:xfrm>
            <a:off x="11256421" y="6511672"/>
            <a:ext cx="785483" cy="180000"/>
          </a:xfrm>
        </p:spPr>
        <p:txBody>
          <a:bodyPr anchor="b">
            <a:normAutofit/>
          </a:bodyPr>
          <a:lstStyle/>
          <a:p>
            <a:pPr>
              <a:spcAft>
                <a:spcPts val="600"/>
              </a:spcAft>
            </a:pPr>
            <a:fld id="{EF892D59-8F09-EF4B-AD6D-DA609442F868}" type="slidenum">
              <a:rPr lang="en-GB" smtClean="0"/>
              <a:pPr>
                <a:spcAft>
                  <a:spcPts val="600"/>
                </a:spcAft>
              </a:pPr>
              <a:t>7</a:t>
            </a:fld>
            <a:endParaRPr lang="en-GB"/>
          </a:p>
        </p:txBody>
      </p:sp>
      <p:sp>
        <p:nvSpPr>
          <p:cNvPr id="5" name="Title 4"/>
          <p:cNvSpPr>
            <a:spLocks noGrp="1"/>
          </p:cNvSpPr>
          <p:nvPr>
            <p:ph type="body" sz="quarter" idx="12"/>
          </p:nvPr>
        </p:nvSpPr>
        <p:spPr>
          <a:xfrm>
            <a:off x="1212111" y="378746"/>
            <a:ext cx="10595714" cy="520263"/>
          </a:xfrm>
        </p:spPr>
        <p:txBody>
          <a:bodyPr anchor="t">
            <a:normAutofit/>
          </a:bodyPr>
          <a:lstStyle/>
          <a:p>
            <a:pPr>
              <a:lnSpc>
                <a:spcPct val="90000"/>
              </a:lnSpc>
              <a:spcAft>
                <a:spcPts val="600"/>
              </a:spcAft>
            </a:pPr>
            <a:r>
              <a:rPr lang="en-GB"/>
              <a:t>SQL Server solutions</a:t>
            </a:r>
            <a:endParaRPr lang="en-IN"/>
          </a:p>
        </p:txBody>
      </p:sp>
    </p:spTree>
    <p:extLst>
      <p:ext uri="{BB962C8B-B14F-4D97-AF65-F5344CB8AC3E}">
        <p14:creationId xmlns:p14="http://schemas.microsoft.com/office/powerpoint/2010/main" val="3305238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Executing queries</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US" b="1" dirty="0"/>
              <a:t>Query content</a:t>
            </a:r>
          </a:p>
          <a:p>
            <a:pPr marL="684000" lvl="1" indent="-342900">
              <a:buSzPct val="115000"/>
              <a:buFont typeface="Arial" panose="020B0604020202020204" pitchFamily="34" charset="0"/>
              <a:buChar char="•"/>
            </a:pPr>
            <a:r>
              <a:rPr lang="en-US" sz="1600" dirty="0"/>
              <a:t>Create queries by interactively entering them in a query window</a:t>
            </a:r>
            <a:endParaRPr lang="en-GB" sz="1600" dirty="0"/>
          </a:p>
          <a:p>
            <a:pPr marL="684000" lvl="1" indent="-342900">
              <a:buSzPct val="115000"/>
              <a:buFont typeface="Arial" panose="020B0604020202020204" pitchFamily="34" charset="0"/>
              <a:buChar char="•"/>
            </a:pPr>
            <a:r>
              <a:rPr lang="en-US" sz="1600" dirty="0"/>
              <a:t>Load a file that contains T-SQL and then execute commands, or modify then execute</a:t>
            </a:r>
          </a:p>
          <a:p>
            <a:pPr marL="342900" indent="-342900">
              <a:buFont typeface="Arial" panose="020B0604020202020204" pitchFamily="34" charset="0"/>
              <a:buChar char="•"/>
            </a:pPr>
            <a:r>
              <a:rPr lang="en-GB" b="1" dirty="0"/>
              <a:t>Save queries</a:t>
            </a:r>
          </a:p>
          <a:p>
            <a:pPr marL="342900" indent="-342900">
              <a:buFont typeface="Arial" panose="020B0604020202020204" pitchFamily="34" charset="0"/>
              <a:buChar char="•"/>
            </a:pPr>
            <a:r>
              <a:rPr lang="en-US" b="1" dirty="0"/>
              <a:t>Execute queries by:</a:t>
            </a:r>
          </a:p>
          <a:p>
            <a:pPr marL="684000" lvl="1" indent="-342900">
              <a:buSzPct val="115000"/>
              <a:buFont typeface="Arial" panose="020B0604020202020204" pitchFamily="34" charset="0"/>
              <a:buChar char="•"/>
            </a:pPr>
            <a:r>
              <a:rPr lang="en-GB" sz="1600" dirty="0"/>
              <a:t>Selecting the code to run</a:t>
            </a:r>
          </a:p>
          <a:p>
            <a:pPr marL="684000" lvl="1" indent="-342900">
              <a:buSzPct val="115000"/>
              <a:buFont typeface="Arial" panose="020B0604020202020204" pitchFamily="34" charset="0"/>
              <a:buChar char="•"/>
            </a:pPr>
            <a:r>
              <a:rPr lang="en-GB" sz="1600" dirty="0"/>
              <a:t>Running the complete script</a:t>
            </a:r>
          </a:p>
          <a:p>
            <a:endParaRPr lang="en-IN" dirty="0"/>
          </a:p>
        </p:txBody>
      </p:sp>
    </p:spTree>
    <p:extLst>
      <p:ext uri="{BB962C8B-B14F-4D97-AF65-F5344CB8AC3E}">
        <p14:creationId xmlns:p14="http://schemas.microsoft.com/office/powerpoint/2010/main" val="3293565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Introduction</a:t>
            </a:r>
            <a:br>
              <a:rPr lang="en-GB" dirty="0"/>
            </a:br>
            <a:r>
              <a:rPr lang="en-GB" dirty="0"/>
              <a:t>to T-SQL</a:t>
            </a:r>
            <a:endParaRPr lang="en-IN" dirty="0"/>
          </a:p>
        </p:txBody>
      </p:sp>
    </p:spTree>
    <p:extLst>
      <p:ext uri="{BB962C8B-B14F-4D97-AF65-F5344CB8AC3E}">
        <p14:creationId xmlns:p14="http://schemas.microsoft.com/office/powerpoint/2010/main" val="3683232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Introduction to T-SQL</a:t>
            </a:r>
            <a:endParaRPr lang="en-IN" dirty="0"/>
          </a:p>
        </p:txBody>
      </p:sp>
      <p:sp>
        <p:nvSpPr>
          <p:cNvPr id="3" name="Text Placeholder 2"/>
          <p:cNvSpPr>
            <a:spLocks noGrp="1"/>
          </p:cNvSpPr>
          <p:nvPr>
            <p:ph type="body" sz="quarter" idx="11"/>
          </p:nvPr>
        </p:nvSpPr>
        <p:spPr/>
        <p:txBody>
          <a:bodyPr/>
          <a:lstStyle/>
          <a:p>
            <a:pPr marL="342900" indent="-342900">
              <a:buFont typeface="Arial" panose="020B0604020202020204" pitchFamily="34" charset="0"/>
              <a:buChar char="•"/>
            </a:pPr>
            <a:r>
              <a:rPr lang="en-US" b="1" dirty="0"/>
              <a:t>What is SQL?</a:t>
            </a:r>
          </a:p>
          <a:p>
            <a:pPr marL="342900" indent="-342900">
              <a:buFont typeface="Arial" panose="020B0604020202020204" pitchFamily="34" charset="0"/>
              <a:buChar char="•"/>
            </a:pPr>
            <a:r>
              <a:rPr lang="en-US" b="1" dirty="0"/>
              <a:t>What is T-SQL?</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3552079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GB" dirty="0">
                <a:latin typeface="Montserrat Black" panose="00000A00000000000000" pitchFamily="2" charset="0"/>
              </a:rPr>
              <a:t>Review</a:t>
            </a:r>
            <a:endParaRPr lang="en-IN" dirty="0">
              <a:latin typeface="Montserrat Black" panose="00000A00000000000000" pitchFamily="2" charset="0"/>
            </a:endParaRPr>
          </a:p>
        </p:txBody>
      </p:sp>
      <p:sp>
        <p:nvSpPr>
          <p:cNvPr id="5" name="Text Placeholder 4"/>
          <p:cNvSpPr>
            <a:spLocks noGrp="1"/>
          </p:cNvSpPr>
          <p:nvPr>
            <p:ph type="body" sz="quarter" idx="11"/>
          </p:nvPr>
        </p:nvSpPr>
        <p:spPr/>
        <p:txBody>
          <a:bodyPr/>
          <a:lstStyle/>
          <a:p>
            <a:pPr marL="342900" indent="-342900">
              <a:buFont typeface="Arial" panose="020B0604020202020204" pitchFamily="34" charset="0"/>
              <a:buChar char="•"/>
            </a:pPr>
            <a:r>
              <a:rPr lang="en-GB" b="1" dirty="0"/>
              <a:t>RDBMSs</a:t>
            </a:r>
          </a:p>
          <a:p>
            <a:pPr marL="342900" indent="-342900">
              <a:buFont typeface="Arial" panose="020B0604020202020204" pitchFamily="34" charset="0"/>
              <a:buChar char="•"/>
            </a:pPr>
            <a:r>
              <a:rPr lang="en-GB" b="1" dirty="0"/>
              <a:t>Microsoft SQL Server</a:t>
            </a:r>
          </a:p>
          <a:p>
            <a:pPr marL="342900" indent="-342900">
              <a:buFont typeface="Arial" panose="020B0604020202020204" pitchFamily="34" charset="0"/>
              <a:buChar char="•"/>
            </a:pPr>
            <a:r>
              <a:rPr lang="en-GB" b="1" dirty="0"/>
              <a:t>SSMS</a:t>
            </a:r>
          </a:p>
          <a:p>
            <a:pPr marL="342900" indent="-342900">
              <a:buFont typeface="Arial" panose="020B0604020202020204" pitchFamily="34" charset="0"/>
              <a:buChar char="•"/>
            </a:pPr>
            <a:r>
              <a:rPr lang="en-GB" b="1" dirty="0"/>
              <a:t>Query Editor</a:t>
            </a:r>
          </a:p>
          <a:p>
            <a:pPr marL="342900" indent="-342900">
              <a:buFont typeface="Arial" panose="020B0604020202020204" pitchFamily="34" charset="0"/>
              <a:buChar char="•"/>
            </a:pPr>
            <a:endParaRPr lang="en-IN" b="1" dirty="0"/>
          </a:p>
        </p:txBody>
      </p:sp>
    </p:spTree>
    <p:extLst>
      <p:ext uri="{BB962C8B-B14F-4D97-AF65-F5344CB8AC3E}">
        <p14:creationId xmlns:p14="http://schemas.microsoft.com/office/powerpoint/2010/main" val="3447699246"/>
      </p:ext>
    </p:extLst>
  </p:cSld>
  <p:clrMapOvr>
    <a:masterClrMapping/>
  </p:clrMapOvr>
</p:sld>
</file>

<file path=ppt/theme/theme1.xml><?xml version="1.0" encoding="utf-8"?>
<a:theme xmlns:a="http://schemas.openxmlformats.org/drawingml/2006/main" name="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784FBE3F-1EB5-4B78-902F-FFB6209BBDDA}"/>
    </a:ext>
  </a:extLst>
</a:theme>
</file>

<file path=ppt/theme/theme2.xml><?xml version="1.0" encoding="utf-8"?>
<a:theme xmlns:a="http://schemas.openxmlformats.org/drawingml/2006/main" name="2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655FDAEA-07BD-40A8-9536-EB653008393D}"/>
    </a:ext>
  </a:extLst>
</a:theme>
</file>

<file path=ppt/theme/theme3.xml><?xml version="1.0" encoding="utf-8"?>
<a:theme xmlns:a="http://schemas.openxmlformats.org/drawingml/2006/main" name="1_Office Them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ndA">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PPT Template  -  Read-Only" id="{FE6F9314-FB1A-4308-9415-7E96F18464DB}" vid="{40FC1162-964C-4C87-AECA-550FFE3793A0}"/>
    </a:ext>
  </a:extLst>
</a:theme>
</file>

<file path=ppt/theme/theme4.xml><?xml version="1.0" encoding="utf-8"?>
<a:theme xmlns:a="http://schemas.openxmlformats.org/drawingml/2006/main" name="NoKrana">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NoKrana" id="{6445C680-CEE2-46E4-B67B-52F27D5E4F2B}" vid="{340589B6-7E52-41CF-9204-94B2862D1A69}"/>
    </a:ext>
  </a:extLst>
</a:theme>
</file>

<file path=ppt/theme/theme5.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7.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8.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706368-9a73-4dcc-9221-b8fc62424fbc" xsi:nil="true"/>
    <lcf76f155ced4ddcb4097134ff3c332f xmlns="eb7c3fc1-ccd5-477b-94a4-7b6dc96a8d59">
      <Terms xmlns="http://schemas.microsoft.com/office/infopath/2007/PartnerControls"/>
    </lcf76f155ced4ddcb4097134ff3c332f>
    <SharedWithUsers xmlns="9e706368-9a73-4dcc-9221-b8fc62424fbc">
      <UserInfo>
        <DisplayName/>
        <AccountId xsi:nil="true"/>
        <AccountType/>
      </UserInfo>
    </SharedWithUsers>
    <MediaLengthInSeconds xmlns="eb7c3fc1-ccd5-477b-94a4-7b6dc96a8d5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117C33DDE971642A3AD62E1BE8FB4A8" ma:contentTypeVersion="18" ma:contentTypeDescription="Create a new document." ma:contentTypeScope="" ma:versionID="e27b6b193086ccf2492fa4a1c3beb17a">
  <xsd:schema xmlns:xsd="http://www.w3.org/2001/XMLSchema" xmlns:xs="http://www.w3.org/2001/XMLSchema" xmlns:p="http://schemas.microsoft.com/office/2006/metadata/properties" xmlns:ns2="eb7c3fc1-ccd5-477b-94a4-7b6dc96a8d59" xmlns:ns3="9e706368-9a73-4dcc-9221-b8fc62424fbc" targetNamespace="http://schemas.microsoft.com/office/2006/metadata/properties" ma:root="true" ma:fieldsID="1cbe3fd12ddf180cd07389aecbb7c154" ns2:_="" ns3:_="">
    <xsd:import namespace="eb7c3fc1-ccd5-477b-94a4-7b6dc96a8d59"/>
    <xsd:import namespace="9e706368-9a73-4dcc-9221-b8fc62424fb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7c3fc1-ccd5-477b-94a4-7b6dc96a8d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706368-9a73-4dcc-9221-b8fc62424fb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0d56f4e-fc78-4139-b8cb-10eb5f78ae8a}" ma:internalName="TaxCatchAll" ma:showField="CatchAllData" ma:web="9e706368-9a73-4dcc-9221-b8fc62424f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C0D1A9-62D4-4D38-98A5-BE95FE2B3BF6}">
  <ds:schemaRefs>
    <ds:schemaRef ds:uri="http://purl.org/dc/elements/1.1/"/>
    <ds:schemaRef ds:uri="http://schemas.microsoft.com/office/2006/metadata/properties"/>
    <ds:schemaRef ds:uri="http://purl.org/dc/terms/"/>
    <ds:schemaRef ds:uri="98F23120-B9C0-4326-80F1-742994D56820"/>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 ds:uri="ae7a5ef5-f60e-4918-a47e-25aad02606cf"/>
    <ds:schemaRef ds:uri="35c74202-6262-43ee-80e5-eb97de261190"/>
    <ds:schemaRef ds:uri="9e706368-9a73-4dcc-9221-b8fc62424fbc"/>
    <ds:schemaRef ds:uri="eb7c3fc1-ccd5-477b-94a4-7b6dc96a8d59"/>
  </ds:schemaRefs>
</ds:datastoreItem>
</file>

<file path=customXml/itemProps2.xml><?xml version="1.0" encoding="utf-8"?>
<ds:datastoreItem xmlns:ds="http://schemas.openxmlformats.org/officeDocument/2006/customXml" ds:itemID="{AB75325A-AC1B-4AFF-BDFA-2F6CE5CB7C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7c3fc1-ccd5-477b-94a4-7b6dc96a8d59"/>
    <ds:schemaRef ds:uri="9e706368-9a73-4dcc-9221-b8fc62424f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0C460-91BC-4486-927B-7DEF612172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 PPT Template</Template>
  <TotalTime>58</TotalTime>
  <Words>1095</Words>
  <Application>Microsoft Office PowerPoint</Application>
  <PresentationFormat>Widescreen</PresentationFormat>
  <Paragraphs>109</Paragraphs>
  <Slides>11</Slides>
  <Notes>6</Notes>
  <HiddenSlides>0</HiddenSlides>
  <MMClips>0</MMClips>
  <ScaleCrop>false</ScaleCrop>
  <HeadingPairs>
    <vt:vector size="6" baseType="variant">
      <vt:variant>
        <vt:lpstr>Fonts Used</vt:lpstr>
      </vt:variant>
      <vt:variant>
        <vt:i4>5</vt:i4>
      </vt:variant>
      <vt:variant>
        <vt:lpstr>Theme</vt:lpstr>
      </vt:variant>
      <vt:variant>
        <vt:i4>8</vt:i4>
      </vt:variant>
      <vt:variant>
        <vt:lpstr>Slide Titles</vt:lpstr>
      </vt:variant>
      <vt:variant>
        <vt:i4>11</vt:i4>
      </vt:variant>
    </vt:vector>
  </HeadingPairs>
  <TitlesOfParts>
    <vt:vector size="24" baseType="lpstr">
      <vt:lpstr>Arial</vt:lpstr>
      <vt:lpstr>Calibri</vt:lpstr>
      <vt:lpstr>Krana Fat B</vt:lpstr>
      <vt:lpstr>Montserrat</vt:lpstr>
      <vt:lpstr>Montserrat Black</vt:lpstr>
      <vt:lpstr>Office Theme</vt:lpstr>
      <vt:lpstr>2_Office Theme</vt:lpstr>
      <vt:lpstr>1_Office Theme</vt:lpstr>
      <vt:lpstr>NoKrana</vt:lpstr>
      <vt:lpstr>Master_Red_and_Purple</vt:lpstr>
      <vt:lpstr>Master_Yellow_and_Orange</vt:lpstr>
      <vt:lpstr>Master_Blue</vt:lpstr>
      <vt:lpstr>Master_Neutral</vt:lpstr>
      <vt:lpstr>Introduction to Transact SQL</vt:lpstr>
      <vt:lpstr>Overview</vt:lpstr>
      <vt:lpstr>Microsoft SQL Server Tools</vt:lpstr>
      <vt:lpstr>PowerPoint Presentation</vt:lpstr>
      <vt:lpstr>PowerPoint Presentation</vt:lpstr>
      <vt:lpstr>PowerPoint Presentation</vt:lpstr>
      <vt:lpstr>PowerPoint Presentation</vt:lpstr>
      <vt:lpstr>PowerPoint Presentation</vt:lpstr>
      <vt:lpstr>Introduction to T-SQL</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Transact SQL</dc:title>
  <dc:subject/>
  <dc:creator>Lee, Peter</dc:creator>
  <cp:keywords/>
  <dc:description/>
  <cp:lastModifiedBy>Beardsley, Paul</cp:lastModifiedBy>
  <cp:revision>9</cp:revision>
  <cp:lastPrinted>2021-06-30T10:37:00Z</cp:lastPrinted>
  <dcterms:created xsi:type="dcterms:W3CDTF">2023-03-20T10:47:11Z</dcterms:created>
  <dcterms:modified xsi:type="dcterms:W3CDTF">2025-03-17T17:03:54Z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0x010100A117C33DDE971642A3AD62E1BE8FB4A8</vt:lpwstr>
  </property>
  <property fmtid="{D5CDD505-2E9C-101B-9397-08002B2CF9AE}" pid="3" name="BookType">
    <vt:lpwstr>10</vt:lpwstr>
  </property>
  <property fmtid="{D5CDD505-2E9C-101B-9397-08002B2CF9AE}" pid="4" name="Order">
    <vt:r8>26363100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MediaServiceImageTags">
    <vt:lpwstr/>
  </property>
</Properties>
</file>