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2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50" r:id="rId5"/>
    <p:sldMasterId id="2147483836" r:id="rId6"/>
  </p:sldMasterIdLst>
  <p:notesMasterIdLst>
    <p:notesMasterId r:id="rId14"/>
  </p:notesMasterIdLst>
  <p:handoutMasterIdLst>
    <p:handoutMasterId r:id="rId15"/>
  </p:handoutMasterIdLst>
  <p:sldIdLst>
    <p:sldId id="845" r:id="rId7"/>
    <p:sldId id="462" r:id="rId8"/>
    <p:sldId id="612" r:id="rId9"/>
    <p:sldId id="778" r:id="rId10"/>
    <p:sldId id="842" r:id="rId11"/>
    <p:sldId id="843" r:id="rId12"/>
    <p:sldId id="844" r:id="rId13"/>
  </p:sldIdLst>
  <p:sldSz cx="12192000" cy="6858000"/>
  <p:notesSz cx="9775825" cy="6645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eader Slides" id="{DE8BF54A-1323-4403-83F8-D7B5510C9D53}">
          <p14:sldIdLst>
            <p14:sldId id="845"/>
            <p14:sldId id="462"/>
            <p14:sldId id="612"/>
            <p14:sldId id="778"/>
            <p14:sldId id="842"/>
            <p14:sldId id="843"/>
            <p14:sldId id="84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D3FF"/>
    <a:srgbClr val="004050"/>
    <a:srgbClr val="F3622C"/>
    <a:srgbClr val="FFFFFF"/>
    <a:srgbClr val="7F007D"/>
    <a:srgbClr val="FF004C"/>
    <a:srgbClr val="00EDB5"/>
    <a:srgbClr val="000000"/>
    <a:srgbClr val="C4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CB4567-07A5-496F-B61B-FA6930676B85}" v="1" dt="2021-08-20T09:13:56.4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888" autoAdjust="0"/>
  </p:normalViewPr>
  <p:slideViewPr>
    <p:cSldViewPr snapToGrid="0" snapToObjects="1" showGuides="1">
      <p:cViewPr varScale="1">
        <p:scale>
          <a:sx n="55" d="100"/>
          <a:sy n="55" d="100"/>
        </p:scale>
        <p:origin x="422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3885"/>
    </p:cViewPr>
  </p:sorterViewPr>
  <p:notesViewPr>
    <p:cSldViewPr snapToGrid="0" snapToObjects="1">
      <p:cViewPr varScale="1">
        <p:scale>
          <a:sx n="69" d="100"/>
          <a:sy n="69" d="100"/>
        </p:scale>
        <p:origin x="1672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36347" cy="33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37144" y="0"/>
            <a:ext cx="4236347" cy="33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311825"/>
            <a:ext cx="4236347" cy="33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37144" y="6311825"/>
            <a:ext cx="4236347" cy="33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36191" cy="33341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37372" y="0"/>
            <a:ext cx="4236191" cy="33341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B66C6-1E92-0F4E-A300-9D4ED1F0C23F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4013" y="830263"/>
            <a:ext cx="3987800" cy="2243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77583" y="3198039"/>
            <a:ext cx="7820660" cy="26165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311859"/>
            <a:ext cx="4236191" cy="33341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37372" y="6311859"/>
            <a:ext cx="4236191" cy="33341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901C6-1DA1-FB44-ABEE-06A0FEB773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3753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750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9.sv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9.sv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63" r="13611"/>
          <a:stretch/>
        </p:blipFill>
        <p:spPr>
          <a:xfrm>
            <a:off x="7096499" y="0"/>
            <a:ext cx="5098350" cy="5669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3856846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457" userDrawn="1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9746"/>
            <a:ext cx="6604609" cy="6858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7" r="12445"/>
          <a:stretch/>
        </p:blipFill>
        <p:spPr>
          <a:xfrm>
            <a:off x="7097178" y="0"/>
            <a:ext cx="5106217" cy="563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73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1" r="12836"/>
          <a:stretch/>
        </p:blipFill>
        <p:spPr>
          <a:xfrm>
            <a:off x="7080085" y="-8547"/>
            <a:ext cx="5114764" cy="56713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695117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2264302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9" y="493"/>
            <a:ext cx="12192649" cy="68575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2" y="377825"/>
            <a:ext cx="2133602" cy="136550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B541408-9F20-4E79-B69D-8A8151C2D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369" y="2265730"/>
            <a:ext cx="5627171" cy="2211677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6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43832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1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09"/>
          <a:stretch/>
        </p:blipFill>
        <p:spPr>
          <a:xfrm>
            <a:off x="6590289" y="11113"/>
            <a:ext cx="5601711" cy="6860864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357921" y="1240172"/>
            <a:ext cx="9483118" cy="520262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Page title to sit here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1357921" y="2102264"/>
            <a:ext cx="9483117" cy="437632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269737" y="314036"/>
            <a:ext cx="1004881" cy="659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A975D01-89DD-456F-80CA-73FF7FB9E1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1098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4" y="3089654"/>
            <a:ext cx="70752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519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9613" y="1556247"/>
            <a:ext cx="681427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4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7" name="Graphic 31">
            <a:extLst>
              <a:ext uri="{FF2B5EF4-FFF2-40B4-BE49-F238E27FC236}">
                <a16:creationId xmlns:a16="http://schemas.microsoft.com/office/drawing/2014/main" id="{5548F746-665E-408B-B0D4-EA7E82C51C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26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 Section Divi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238" y="1897166"/>
            <a:ext cx="7011390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" y="1897166"/>
            <a:ext cx="11479292" cy="496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17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 Section Divi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53"/>
          <a:stretch/>
        </p:blipFill>
        <p:spPr>
          <a:xfrm>
            <a:off x="-1" y="2138695"/>
            <a:ext cx="11137643" cy="497337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037" y="1169540"/>
            <a:ext cx="6783308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26914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 Section Divi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037" y="1169540"/>
            <a:ext cx="700059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"/>
          <a:stretch/>
        </p:blipFill>
        <p:spPr>
          <a:xfrm>
            <a:off x="0" y="2294314"/>
            <a:ext cx="9545652" cy="406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690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02 Section Divider">
    <p:bg>
      <p:bgPr>
        <a:solidFill>
          <a:srgbClr val="004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7071966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4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724B3C1-1C9A-478C-8A84-BF65A52018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727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53548AA-2EF5-4301-B743-9688BED3B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7888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12F92A-2AA3-4AE7-9685-27769A952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60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ACF9E5-B24F-48AB-A388-369B61722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5429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F226655-D805-4B87-813B-F781D2DAF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7447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Activity 1">
    <p:bg>
      <p:bgPr>
        <a:solidFill>
          <a:srgbClr val="20D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tx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219D4-D160-4AED-AB5B-A5ED5A754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1147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2421104-899E-4F1E-9A2F-57175A8CFD01}"/>
              </a:ext>
            </a:extLst>
          </p:cNvPr>
          <p:cNvSpPr txBox="1">
            <a:spLocks/>
          </p:cNvSpPr>
          <p:nvPr userDrawn="1"/>
        </p:nvSpPr>
        <p:spPr>
          <a:xfrm>
            <a:off x="1198387" y="377825"/>
            <a:ext cx="9491663" cy="6876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Click to edit Master title style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 Black" panose="00000A00000000000000" pitchFamily="2" charset="0"/>
              <a:ea typeface="+mj-ea"/>
              <a:cs typeface="+mj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BF3B38F-9248-4518-960F-EDA7B13F7B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9632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3297651" y="2366578"/>
            <a:ext cx="7767721" cy="4491421"/>
            <a:chOff x="7799133" y="1870745"/>
            <a:chExt cx="1010349" cy="584292"/>
          </a:xfrm>
          <a:solidFill>
            <a:srgbClr val="004050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/>
          <p:cNvSpPr/>
          <p:nvPr userDrawn="1"/>
        </p:nvSpPr>
        <p:spPr>
          <a:xfrm>
            <a:off x="-1" y="3844205"/>
            <a:ext cx="8314267" cy="432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 userDrawn="1"/>
        </p:nvSpPr>
        <p:spPr>
          <a:xfrm>
            <a:off x="-10132" y="4967139"/>
            <a:ext cx="8324398" cy="432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012665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38095567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BEEB7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915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-6057" y="3264823"/>
            <a:ext cx="5967455" cy="285925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0696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162C174-BF5A-4194-BC6C-B1D4B5673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0AB5B51-72D8-4473-94F4-AF1E267C4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3710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968240"/>
            <a:ext cx="5726719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5878576"/>
            <a:ext cx="738525" cy="3309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A2A039-D599-4D76-8124-504B5075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B3A548B-2F5E-4EDE-B435-EFC29196AF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7599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E319D53-01A0-4E2F-9BD9-B40072889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C0A6909-69F0-4B1F-BE18-928EC76D39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4168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BEEB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22C14-6CAE-4F48-B751-E9E621B2C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A62CD8E-3A81-48BD-84FE-755B7D0788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4956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B411762-86B8-4A94-AA95-CCF22816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987461D-5441-4AD2-8665-A7A3D3A4D9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365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 userDrawn="1"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7D866A2-1500-436A-A186-3C20EE4D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2A433F1-ACA3-4D3D-8AFF-6E3BE26B06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4994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AE9C79-14B5-44C7-8FA5-E4D6103A0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2C66C0C-8E65-4B91-9008-87E53A07C0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7278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4D412BD-43D3-4A43-9346-908171D3B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C23A046-21AC-4DAE-8154-4FE4D01B9A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600B5F-7713-43B9-8473-50A216B6C6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589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302942E-CE85-4C6C-9028-B98821F8F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FDE34FD-D516-4C25-82B2-09E27AA0E7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5CAFD6D-3AC9-43A7-88AB-26FD7F8FC6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9793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7EBA526-60BF-4958-81B9-EA46732F1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1054D9-60B5-41F3-984B-AF6E5FE5F8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3E84D21-72B4-491E-ACF0-23B74A3E3F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1891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9DCD36C-45A5-4076-B40F-7B2A5A6FC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3CD4607-1DFA-4DA2-A302-14AA7E741A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9C9A809-5A3F-46CE-93A1-B61856B8EA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0086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2464811-C3A4-4C43-85CA-DDE34ABA6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077554B-9AB3-4001-A116-3414FBC11D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5FEE24A-E749-4DC2-B881-5A1436F05D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1007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-2932" y="5113958"/>
            <a:ext cx="3594030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 userDrawn="1"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D99CE6E-A64E-4704-AF9F-FFB00E94D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A589C6D-0204-47CC-87FF-FB0EB80215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EC17026-9507-409A-81BC-59EFD639EE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7359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6E6605E-98CF-4395-9DE0-09CC46943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33EE44F-4E4B-4653-9358-84B9BA3910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2609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057904"/>
            <a:ext cx="4344121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4968240"/>
            <a:ext cx="738525" cy="3309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B0CA267-7521-4244-9705-1A256E863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A6E7854-1462-4248-9497-C8C510D5E9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9993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D95F8AE-8762-4F39-B239-68E1547B1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BA6F235-3973-48D8-B2CC-D1C3A5A7FF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8933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77089E4-D435-4929-8AC4-34D75682B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6223DB9-3B28-4A1C-AF77-040989A89C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89BF57C-9A63-4BD2-BE5E-6C985D4ACD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7028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4B9FA5E-F6D9-41E1-AB1A-0DF3518A3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5D3749E-0BC5-465D-A75B-AEC2DF19C1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F7A3913-1B98-4C5D-8011-58DA120BBE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953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chemeClr val="accent5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4304140-66DF-4600-A913-2FE16EE8D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4BDB016-508C-4776-BAF5-402A02267F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909995E-F976-4C7D-8CFA-5515B97460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713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0" y="5523689"/>
            <a:ext cx="4114800" cy="1334310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9589677-251F-470E-9AA6-4D13BF7FABA0}"/>
              </a:ext>
            </a:extLst>
          </p:cNvPr>
          <p:cNvSpPr txBox="1">
            <a:spLocks/>
          </p:cNvSpPr>
          <p:nvPr userDrawn="1"/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918F955-2B32-48D1-8D99-B25B656F3C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5F2BCBA9-38AC-4EB6-A0FA-5CD919F5E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0028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0FD9B-3A7B-4AD3-AF69-81B1DB3B7DCC}"/>
              </a:ext>
            </a:extLst>
          </p:cNvPr>
          <p:cNvSpPr txBox="1">
            <a:spLocks/>
          </p:cNvSpPr>
          <p:nvPr userDrawn="1"/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9FE1B0-D8B0-4E06-93F5-0A82852A87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0120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9D7AB20-841B-473D-A32A-6F69250CA67F}"/>
              </a:ext>
            </a:extLst>
          </p:cNvPr>
          <p:cNvSpPr txBox="1">
            <a:spLocks/>
          </p:cNvSpPr>
          <p:nvPr userDrawn="1"/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6C196FA-3B7D-4C82-8883-8F2013A276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137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 userDrawn="1"/>
        </p:nvGrpSpPr>
        <p:grpSpPr>
          <a:xfrm>
            <a:off x="-754639" y="4413951"/>
            <a:ext cx="5797612" cy="2365031"/>
            <a:chOff x="-2229" y="2361812"/>
            <a:chExt cx="11067619" cy="4514835"/>
          </a:xfrm>
          <a:solidFill>
            <a:schemeClr val="accent6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8E8E948-8BC8-4DC2-8EA6-D6D12C7B44AC}"/>
              </a:ext>
            </a:extLst>
          </p:cNvPr>
          <p:cNvSpPr txBox="1">
            <a:spLocks/>
          </p:cNvSpPr>
          <p:nvPr userDrawn="1"/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2206BDD-4CAD-4240-8289-65D6D1D0A6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74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C2B73AC-F2E0-442D-B9C4-65D5AD1A0967}"/>
              </a:ext>
            </a:extLst>
          </p:cNvPr>
          <p:cNvSpPr txBox="1">
            <a:spLocks/>
          </p:cNvSpPr>
          <p:nvPr userDrawn="1"/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CFC6B97-40BB-4EAB-A33D-8398BEE6A9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4300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8137084-0666-4AB6-A15C-58BA10ECC343}"/>
              </a:ext>
            </a:extLst>
          </p:cNvPr>
          <p:cNvSpPr txBox="1">
            <a:spLocks/>
          </p:cNvSpPr>
          <p:nvPr userDrawn="1"/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8430456-322C-496E-9439-7335E15B26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E75644-A55F-4F09-A532-80ED1D4604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1210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469B6E3-6CD5-4D4F-A57C-003069CEB064}"/>
              </a:ext>
            </a:extLst>
          </p:cNvPr>
          <p:cNvSpPr/>
          <p:nvPr userDrawn="1"/>
        </p:nvSpPr>
        <p:spPr>
          <a:xfrm>
            <a:off x="1789084" y="4890533"/>
            <a:ext cx="4478918" cy="219720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38B36-A078-CF4D-A693-2C3B6B5F0CD6}"/>
              </a:ext>
            </a:extLst>
          </p:cNvPr>
          <p:cNvSpPr/>
          <p:nvPr userDrawn="1"/>
        </p:nvSpPr>
        <p:spPr>
          <a:xfrm>
            <a:off x="0" y="5832402"/>
            <a:ext cx="3047640" cy="3388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DE094E3-CE25-440F-B8A8-1CA329D5AAFA}"/>
              </a:ext>
            </a:extLst>
          </p:cNvPr>
          <p:cNvSpPr txBox="1">
            <a:spLocks/>
          </p:cNvSpPr>
          <p:nvPr userDrawn="1"/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49157EC-B9A8-478B-B1F3-B2A9D86D24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7F4CD14E-E0F2-49B7-93CC-478A610043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5593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D33088-E4C8-4FF8-824B-9F688A8163CB}"/>
              </a:ext>
            </a:extLst>
          </p:cNvPr>
          <p:cNvSpPr txBox="1">
            <a:spLocks/>
          </p:cNvSpPr>
          <p:nvPr userDrawn="1"/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0F24479-1F81-40E3-89A1-F1875ADD43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935BB6-5CCF-4418-A1AD-7CC46A8A5E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4441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260E9D-886F-4C37-909F-86CB02C60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488AF78-499E-480C-9653-A23A983DC2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700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057904"/>
            <a:ext cx="4344121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4968240"/>
            <a:ext cx="738525" cy="3309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02BC675-0ACA-4C98-904F-78AFF641EB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EF663F-3A21-46DD-B058-26447AC84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97A60B7-7703-48EE-BEE3-573BFBF674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0984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B0EE3B6-2A99-4A4A-9595-73B01F290B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6000C67-7602-4BCB-9279-C3575014D3DC}"/>
              </a:ext>
            </a:extLst>
          </p:cNvPr>
          <p:cNvSpPr txBox="1">
            <a:spLocks/>
          </p:cNvSpPr>
          <p:nvPr userDrawn="1"/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341C2A-73FF-4BE5-8452-230916D7E6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4169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53"/>
          <a:stretch/>
        </p:blipFill>
        <p:spPr>
          <a:xfrm>
            <a:off x="0" y="3432381"/>
            <a:ext cx="5788325" cy="258470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196215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Page title </a:t>
            </a:r>
            <a:br>
              <a:rPr lang="en-US" dirty="0"/>
            </a:br>
            <a:r>
              <a:rPr lang="en-US" dirty="0"/>
              <a:t>to sit here</a:t>
            </a:r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08B1376-9C9D-45E5-9BBE-71B21FC9A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50EA61-94E4-4825-90F9-9FB7F4E8F3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7272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373063" y="4996683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F3B2DBE-6810-4AC0-B237-4C05D67F11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9AE5860-C0B6-4F89-AE77-B2F4760B59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759352F-E67E-4FE9-8363-4452B1CC29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6131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F4F082C-21A3-4795-85E7-493095ABB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EBB4AF7-2E97-4705-8E23-69D0121E65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3063" y="1133145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FC37F7E-8509-4F7C-9153-35620AE50A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4000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chemeClr val="accent4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3C0A894-CE35-4D5D-8748-553B91B4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F2D5D8A-AFE9-4D9A-B04C-8A0BB5E629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3063" y="1133145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6D2A3021-76D5-4427-B3CB-789B0FA1F2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9456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1089126" y="5113958"/>
            <a:ext cx="4705493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 userDrawn="1"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68CBE16-9243-46B2-AB09-95C8191428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3063" y="1133145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373DA12-ED5E-4FF3-9F6C-A932CC1C5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98DD8AB-C99D-45F0-B8BC-AE12BB8090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2229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01CBE07-42E3-4B39-BDDF-60F502220A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02014-5771-41F0-9083-A94B1449F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C879EDE-DC9B-4B44-9F37-A58CA524CA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3510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225252A-8CEF-43E2-9274-7BF4B9F004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BD3CBC6-0348-4ED0-BA6D-3BF82E7D1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79F881A-B30C-494F-9A57-517FCF4905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1447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 userDrawn="1"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11BD1D-4FB3-47E5-90D7-0CCF84C8CA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92F7B73-6958-4A1B-B8CA-0F5A9E902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1B248D0-3729-477D-A45B-4AC82FDBBD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9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49E4ACF-1E9A-40C0-8732-68C6F8A2CD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120D91C-D1E9-43DD-9588-6136E19DC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721D982-41CB-4649-9208-82A8115B6F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075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469B6E3-6CD5-4D4F-A57C-003069CEB064}"/>
              </a:ext>
            </a:extLst>
          </p:cNvPr>
          <p:cNvSpPr/>
          <p:nvPr userDrawn="1"/>
        </p:nvSpPr>
        <p:spPr>
          <a:xfrm>
            <a:off x="1789084" y="4890533"/>
            <a:ext cx="4478918" cy="219720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38B36-A078-CF4D-A693-2C3B6B5F0CD6}"/>
              </a:ext>
            </a:extLst>
          </p:cNvPr>
          <p:cNvSpPr/>
          <p:nvPr userDrawn="1"/>
        </p:nvSpPr>
        <p:spPr>
          <a:xfrm>
            <a:off x="0" y="5832402"/>
            <a:ext cx="3047640" cy="3388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CEE3D7F-91EC-47CB-86E2-77D5DE1A2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A12DBF6-DDF6-4705-B10E-4742D0F2A7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3F4F259-26B2-4677-AE17-D14181EB82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6168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2D9328-9CFC-4681-96FF-77C4AB52B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0F8BB63-A7D0-443F-A4D9-CBEDEBA89F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B92FB0B-A9D4-4957-A766-FEAFF10CA7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0674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C562CB5-885C-4340-835C-442D717FB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FBA81F6-8E89-4DB2-BA0B-73E3237A97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E6F44B-181A-448F-A307-E82F96114C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201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or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 userDrawn="1"/>
        </p:nvCxnSpPr>
        <p:spPr>
          <a:xfrm>
            <a:off x="3101975" y="1925767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3101975" y="2587060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3101975" y="3248353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>
            <a:off x="3101975" y="3909646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 userDrawn="1"/>
        </p:nvCxnSpPr>
        <p:spPr>
          <a:xfrm>
            <a:off x="3101975" y="4570939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>
          <a:xfrm>
            <a:off x="3101975" y="5232231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25640" y="3666044"/>
            <a:ext cx="2923326" cy="2198740"/>
          </a:xfrm>
          <a:prstGeom prst="rect">
            <a:avLst/>
          </a:prstGeom>
        </p:spPr>
      </p:pic>
      <p:sp>
        <p:nvSpPr>
          <p:cNvPr id="3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925767"/>
            <a:ext cx="2521449" cy="196215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200" cap="all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299565" y="2060614"/>
            <a:ext cx="951760" cy="42673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dirty="0"/>
              <a:t>TEXT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5037138" y="2107781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3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299565" y="2721905"/>
            <a:ext cx="951760" cy="42673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dirty="0"/>
              <a:t>TEXT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5037138" y="2769072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40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3305695" y="3380601"/>
            <a:ext cx="951760" cy="42673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dirty="0"/>
              <a:t>TEXT</a:t>
            </a:r>
          </a:p>
        </p:txBody>
      </p:sp>
      <p:sp>
        <p:nvSpPr>
          <p:cNvPr id="41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5043268" y="3427768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42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305695" y="4035597"/>
            <a:ext cx="951760" cy="42673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TEXT</a:t>
            </a:r>
          </a:p>
        </p:txBody>
      </p:sp>
      <p:sp>
        <p:nvSpPr>
          <p:cNvPr id="43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5043268" y="4082764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3299564" y="4700588"/>
            <a:ext cx="951760" cy="42673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TEXT</a:t>
            </a:r>
          </a:p>
        </p:txBody>
      </p:sp>
      <p:sp>
        <p:nvSpPr>
          <p:cNvPr id="45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5037137" y="4747755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3305695" y="5378225"/>
            <a:ext cx="951760" cy="42673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TEXT</a:t>
            </a:r>
          </a:p>
        </p:txBody>
      </p:sp>
      <p:sp>
        <p:nvSpPr>
          <p:cNvPr id="4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043268" y="5425392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pic>
        <p:nvPicPr>
          <p:cNvPr id="23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317F0D96-BC58-434E-BE95-7E8750948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71150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3D00C54-118E-47F2-BEED-8C2514ED8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C66BE5F-2E76-4496-9234-6453A8DFED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9235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968240"/>
            <a:ext cx="5726719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5878576"/>
            <a:ext cx="738525" cy="330925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BE6C43-DD0D-4FAF-9BD2-84E953FD6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5FD2FD3-6973-40C0-8977-F91621F33F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7565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78E8CD2-9C88-4163-A7EE-AB91D262A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0CE4796-16B1-4035-9A0B-84250F40DD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5861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E269A-2068-4C33-BD8C-91BB8F416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8829AE8-ABF3-4C23-AFA7-F835134F76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9161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80C592A-34A2-4FBE-BBD0-1231F3D2A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CFD92C0-4B59-40C7-8AFA-24EAB9A12F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3461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 userDrawn="1"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rgbClr val="20D3FF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65166C1-B518-4008-A325-E242BC597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B83FEDD-C988-42F4-B20C-F32B64B810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861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4D408FB-534C-495E-A01B-3A5252745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815EACF-801C-42B6-9E09-8A49AFA339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0836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36E4D3-6B85-4E7A-A517-650651AC5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A4284CA-721A-46FE-91ED-BB203CE244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7A4347C-EAF5-41E3-99B2-9B958C0543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4026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312FD13-97A1-4EBA-A95C-75C0B1FD9C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9E27B8-6E6D-4D7C-8511-4788542671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15E2F94A-6BD1-4809-8195-0CB493D728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5556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7A2DC30-C4F7-4157-9660-F0E750F90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48DBD0B-5C62-430B-A5E1-22B98F78BB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1FADBB4D-8AC1-40DF-B56E-CE3D9F96A5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9363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F111D75-7F37-4729-97BD-3A53778CD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7CC3E60-4992-48EA-A47D-023E5007E7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43CA721-4441-4AC8-B4DE-721B4B5F0C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0891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rgbClr val="20D3FF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04D90AE-C358-4B2C-A9CF-5507DB7291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9284DC7-FDFA-4A70-82F3-A997EB41B7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73A8DAF-2058-4022-B937-44F0E6A958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4492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-2932" y="5113958"/>
            <a:ext cx="3594030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 userDrawn="1"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6E965C2-93DD-4C7A-8A12-F6B8FB6BF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6D61C67-0401-4818-B951-6E0A37D6C1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A0C0EFF0-5546-4493-A222-73F375FB5B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5732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1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BEEB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00893CE-9599-46E1-8C4B-E49F55C46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D6CBE0F-9A3C-4223-BCB1-72E6DB41D0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4704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1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E2147E7-0E00-4857-9387-8C98DB82E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5545F83-4383-41AF-855D-23D197ADAF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8612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251CB8-D58E-2E40-9211-8E4FCA38D5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7" name="Graphic 31">
            <a:extLst>
              <a:ext uri="{FF2B5EF4-FFF2-40B4-BE49-F238E27FC236}">
                <a16:creationId xmlns:a16="http://schemas.microsoft.com/office/drawing/2014/main" id="{E51E3436-B16C-5F48-AA8A-C3F6719B5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FCB4367-DFEB-41EE-BB5F-1DE76BE845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7D55C08-C6A4-4310-AEEF-59D10B31AC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8926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23B611D-7B8F-B64E-B297-6F15D8AC0F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9F936A6-C45C-DE4D-B127-38C5B78DBD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7896B65-6406-4653-B1DC-F69E460331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4F529A1-8E27-48C0-8395-0D2C24C23C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9819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758191" y="769620"/>
            <a:ext cx="379608" cy="110491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D686AB6-FF0C-4123-9325-1B0D3DE23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226ADB-845F-4C5C-A8EE-88BE65AB80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9761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758191" y="769620"/>
            <a:ext cx="379608" cy="110491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39AB15F-03B0-4706-83CA-17272774B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23A4B77-1686-450D-9C67-51B65F1B87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666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790C94-38C6-124E-A068-B27EBBE70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00988D2-82A2-458F-83C4-DDF528994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C859107-FD19-4226-A608-E9BE8671A6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3552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accent6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E841C89-9FC5-43A4-844D-AB62CBC2E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4877454-100C-4E10-9A9E-F6AD2F2F9F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7337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accent6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AB162E7-8FD8-4304-8A81-63BF4C370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1FC4075-679E-4D60-938A-748CADDD96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537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790C94-38C6-124E-A068-B27EBBE70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accent6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10B59E-1833-44B5-8681-D09E60BD3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A44FD2F-A8A0-4406-A893-2B023C1FBA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7492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37A16D5-89FE-3B4E-BA82-DFEE96CEA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695FF9-7CF7-4B5D-B88A-16EAD663D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2B3D6DA-C005-419A-9A80-9FA360F7CB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1645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C14CCF0-8BA3-264F-9F0E-ECBF2D299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41CD3697-753A-0647-9FAB-C202C65A3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75D9748-2DD0-4FFA-A4DB-0870D106D5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FD08F0E-3E27-4620-A708-86D5F01A0B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2970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5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A5CFF8B-1DAA-6C49-BE97-251919443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E0FDA98-D83C-4F8D-8C06-E1EC33D32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8C97BD8-4E1D-420B-BED8-058F92E1D6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5492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451FE4A-F1CC-BF41-8328-846960CA95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CFD0822-3499-0C44-8A3C-3118EA298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8F1BEC4-B7C8-40F3-80A4-023EE62D7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CCDF01D-4284-4B49-922B-CC5473380B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324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D79F22-9145-4FB6-A417-23EAEBAE0E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3F35AFB-525B-4610-8ABA-620C36499E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4882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A7D019-BBAC-4645-9DB8-682AF9377C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D08D196-F460-485B-9B5F-F9309E615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E46A15D-5D47-4F9D-AE82-7850CDF907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0285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AE6F906-CC5F-42C7-9475-87635D736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2AD2262-AEBC-4DD5-8680-6A6F55F04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FD150A3-A188-4177-AC97-4337644B63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669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791B42B-198C-425F-B793-3ED8FA182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A1DF176-8FAA-466E-A7A3-4168C0953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C65070B-DD11-4B89-A8A8-6D8C6468C2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8783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41CD3697-753A-0647-9FAB-C202C65A3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2D94233-C7E7-4738-A0C4-B997955166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B7AED6-4DFA-4DBB-B3DC-591078FB0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9E3DC87-BE48-4B96-B86C-00DB8A66CF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3672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4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E8967D6-25B5-4098-82D9-0802D22193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8F9D1C8-5795-4F0C-8DB2-F08769294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5393A2A-51FC-43E8-88C3-4A77760C45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1994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CFD0822-3499-0C44-8A3C-3118EA298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97A7600-9EBB-4083-BCDD-6A17658709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A4F5004-F0DD-4BC5-9E39-C91C6C0C9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E24FC32-9812-4DB8-8622-1007B7A817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9289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Slide - With side bar 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F0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"/>
          <a:stretch/>
        </p:blipFill>
        <p:spPr>
          <a:xfrm>
            <a:off x="0" y="4485899"/>
            <a:ext cx="4401082" cy="1874860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3D6ABAC-98C2-4A0D-8B8C-8A597A57D6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FD0FE0C-257E-4211-9CAC-9BA769FC94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3658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- With side bar B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F0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31" y="4614727"/>
            <a:ext cx="4244154" cy="1944001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DB9D501-C2FE-4F4E-B0F6-FE58A17AB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A961E50-B6CC-47F7-8DF6-C0AE1ADFAB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812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F427447-CE66-4582-B744-A32983AD3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F92F08D-E18C-48DE-85CF-0EEBD344D7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2309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A7D019-BBAC-4645-9DB8-682AF9377C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A6C8B8C-BDD5-43B9-8C27-354C810E1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0629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AE6F906-CC5F-42C7-9475-87635D736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21F0A2D-AF77-453A-A628-E5249AE85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22B908-BA31-4E35-AAA8-AA6869D9D8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5494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791B42B-198C-425F-B793-3ED8FA182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DAB8CF2-F221-497D-8A4A-9E369C2BE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E3635FE-6F90-4286-8EBE-FEE651E560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5939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41CD3697-753A-0647-9FAB-C202C65A3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2D94233-C7E7-4738-A0C4-B997955166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D3A38F4-26AB-473F-A76C-F9BCE73BE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4EF76EF-23E8-4453-97F1-6B565EFFD6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3247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rgbClr val="004050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E8967D6-25B5-4098-82D9-0802D22193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D750DE-56D0-4BC9-AA2A-42BE390D2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680B404-A54E-4E7E-8BBE-C0FAF5A13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4052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CFD0822-3499-0C44-8A3C-3118EA298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97A7600-9EBB-4083-BCDD-6A17658709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13C4C-13AF-45F6-A71B-8AA193623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FD30B99-C964-41A2-983E-292CAEE023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3170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26" Type="http://schemas.openxmlformats.org/officeDocument/2006/relationships/slideLayout" Target="../slideLayouts/slideLayout48.xml"/><Relationship Id="rId39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43.xml"/><Relationship Id="rId34" Type="http://schemas.openxmlformats.org/officeDocument/2006/relationships/slideLayout" Target="../slideLayouts/slideLayout56.xml"/><Relationship Id="rId42" Type="http://schemas.openxmlformats.org/officeDocument/2006/relationships/slideLayout" Target="../slideLayouts/slideLayout64.xml"/><Relationship Id="rId47" Type="http://schemas.openxmlformats.org/officeDocument/2006/relationships/slideLayout" Target="../slideLayouts/slideLayout69.xml"/><Relationship Id="rId50" Type="http://schemas.openxmlformats.org/officeDocument/2006/relationships/slideLayout" Target="../slideLayouts/slideLayout72.xml"/><Relationship Id="rId55" Type="http://schemas.openxmlformats.org/officeDocument/2006/relationships/slideLayout" Target="../slideLayouts/slideLayout77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46.xml"/><Relationship Id="rId32" Type="http://schemas.openxmlformats.org/officeDocument/2006/relationships/slideLayout" Target="../slideLayouts/slideLayout54.xml"/><Relationship Id="rId37" Type="http://schemas.openxmlformats.org/officeDocument/2006/relationships/slideLayout" Target="../slideLayouts/slideLayout59.xml"/><Relationship Id="rId40" Type="http://schemas.openxmlformats.org/officeDocument/2006/relationships/slideLayout" Target="../slideLayouts/slideLayout62.xml"/><Relationship Id="rId45" Type="http://schemas.openxmlformats.org/officeDocument/2006/relationships/slideLayout" Target="../slideLayouts/slideLayout67.xml"/><Relationship Id="rId53" Type="http://schemas.openxmlformats.org/officeDocument/2006/relationships/slideLayout" Target="../slideLayouts/slideLayout75.xml"/><Relationship Id="rId58" Type="http://schemas.openxmlformats.org/officeDocument/2006/relationships/image" Target="../media/image1.png"/><Relationship Id="rId5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Relationship Id="rId27" Type="http://schemas.openxmlformats.org/officeDocument/2006/relationships/slideLayout" Target="../slideLayouts/slideLayout49.xml"/><Relationship Id="rId30" Type="http://schemas.openxmlformats.org/officeDocument/2006/relationships/slideLayout" Target="../slideLayouts/slideLayout52.xml"/><Relationship Id="rId35" Type="http://schemas.openxmlformats.org/officeDocument/2006/relationships/slideLayout" Target="../slideLayouts/slideLayout57.xml"/><Relationship Id="rId43" Type="http://schemas.openxmlformats.org/officeDocument/2006/relationships/slideLayout" Target="../slideLayouts/slideLayout65.xml"/><Relationship Id="rId48" Type="http://schemas.openxmlformats.org/officeDocument/2006/relationships/slideLayout" Target="../slideLayouts/slideLayout70.xml"/><Relationship Id="rId56" Type="http://schemas.openxmlformats.org/officeDocument/2006/relationships/slideLayout" Target="../slideLayouts/slideLayout78.xml"/><Relationship Id="rId8" Type="http://schemas.openxmlformats.org/officeDocument/2006/relationships/slideLayout" Target="../slideLayouts/slideLayout30.xml"/><Relationship Id="rId51" Type="http://schemas.openxmlformats.org/officeDocument/2006/relationships/slideLayout" Target="../slideLayouts/slideLayout73.xml"/><Relationship Id="rId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47.xml"/><Relationship Id="rId33" Type="http://schemas.openxmlformats.org/officeDocument/2006/relationships/slideLayout" Target="../slideLayouts/slideLayout55.xml"/><Relationship Id="rId38" Type="http://schemas.openxmlformats.org/officeDocument/2006/relationships/slideLayout" Target="../slideLayouts/slideLayout60.xml"/><Relationship Id="rId46" Type="http://schemas.openxmlformats.org/officeDocument/2006/relationships/slideLayout" Target="../slideLayouts/slideLayout68.xml"/><Relationship Id="rId59" Type="http://schemas.openxmlformats.org/officeDocument/2006/relationships/image" Target="../media/image2.svg"/><Relationship Id="rId20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63.xml"/><Relationship Id="rId54" Type="http://schemas.openxmlformats.org/officeDocument/2006/relationships/slideLayout" Target="../slideLayouts/slideLayout76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45.xml"/><Relationship Id="rId28" Type="http://schemas.openxmlformats.org/officeDocument/2006/relationships/slideLayout" Target="../slideLayouts/slideLayout50.xml"/><Relationship Id="rId36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71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53.xml"/><Relationship Id="rId44" Type="http://schemas.openxmlformats.org/officeDocument/2006/relationships/slideLayout" Target="../slideLayouts/slideLayout66.xml"/><Relationship Id="rId52" Type="http://schemas.openxmlformats.org/officeDocument/2006/relationships/slideLayout" Target="../slideLayouts/slideLayout74.xml"/><Relationship Id="rId60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1.xml"/><Relationship Id="rId18" Type="http://schemas.openxmlformats.org/officeDocument/2006/relationships/slideLayout" Target="../slideLayouts/slideLayout96.xml"/><Relationship Id="rId26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99.xml"/><Relationship Id="rId34" Type="http://schemas.openxmlformats.org/officeDocument/2006/relationships/image" Target="../media/image3.png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95.xml"/><Relationship Id="rId25" Type="http://schemas.openxmlformats.org/officeDocument/2006/relationships/slideLayout" Target="../slideLayouts/slideLayout103.xml"/><Relationship Id="rId33" Type="http://schemas.openxmlformats.org/officeDocument/2006/relationships/image" Target="../media/image2.svg"/><Relationship Id="rId2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98.xml"/><Relationship Id="rId29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24" Type="http://schemas.openxmlformats.org/officeDocument/2006/relationships/slideLayout" Target="../slideLayouts/slideLayout102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93.xml"/><Relationship Id="rId23" Type="http://schemas.openxmlformats.org/officeDocument/2006/relationships/slideLayout" Target="../slideLayouts/slideLayout101.xml"/><Relationship Id="rId28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88.xml"/><Relationship Id="rId19" Type="http://schemas.openxmlformats.org/officeDocument/2006/relationships/slideLayout" Target="../slideLayouts/slideLayout97.xml"/><Relationship Id="rId31" Type="http://schemas.openxmlformats.org/officeDocument/2006/relationships/theme" Target="../theme/theme3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92.xml"/><Relationship Id="rId22" Type="http://schemas.openxmlformats.org/officeDocument/2006/relationships/slideLayout" Target="../slideLayouts/slideLayout100.xml"/><Relationship Id="rId27" Type="http://schemas.openxmlformats.org/officeDocument/2006/relationships/slideLayout" Target="../slideLayouts/slideLayout105.xml"/><Relationship Id="rId30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349374" y="1138012"/>
            <a:ext cx="9491663" cy="6876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1350676" y="1944209"/>
            <a:ext cx="9490362" cy="42327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4" name="Graphic 31">
            <a:extLst>
              <a:ext uri="{FF2B5EF4-FFF2-40B4-BE49-F238E27FC236}">
                <a16:creationId xmlns:a16="http://schemas.microsoft.com/office/drawing/2014/main" id="{E04B9394-820E-45B1-AED1-10AA3CC584A2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25BFF78-5EE7-4B04-B46B-A0F8EF1FD0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49" r:id="rId2"/>
    <p:sldLayoutId id="2147483710" r:id="rId3"/>
    <p:sldLayoutId id="2147483711" r:id="rId4"/>
    <p:sldLayoutId id="2147483921" r:id="rId5"/>
    <p:sldLayoutId id="2147483922" r:id="rId6"/>
    <p:sldLayoutId id="2147483713" r:id="rId7"/>
    <p:sldLayoutId id="2147483823" r:id="rId8"/>
    <p:sldLayoutId id="2147483712" r:id="rId9"/>
    <p:sldLayoutId id="2147483714" r:id="rId10"/>
    <p:sldLayoutId id="2147483718" r:id="rId11"/>
    <p:sldLayoutId id="2147483806" r:id="rId12"/>
    <p:sldLayoutId id="2147483819" r:id="rId13"/>
    <p:sldLayoutId id="2147483822" r:id="rId14"/>
    <p:sldLayoutId id="2147483847" r:id="rId15"/>
    <p:sldLayoutId id="2147483848" r:id="rId16"/>
    <p:sldLayoutId id="2147483849" r:id="rId17"/>
    <p:sldLayoutId id="2147483821" r:id="rId18"/>
    <p:sldLayoutId id="2147483923" r:id="rId19"/>
    <p:sldLayoutId id="2147483924" r:id="rId20"/>
    <p:sldLayoutId id="2147483925" r:id="rId21"/>
    <p:sldLayoutId id="2147483926" r:id="rId22"/>
  </p:sldLayoutIdLst>
  <p:hf hdr="0" ftr="0" dt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ts val="2200"/>
        </a:lnSpc>
        <a:spcBef>
          <a:spcPts val="0"/>
        </a:spcBef>
        <a:spcAft>
          <a:spcPts val="650"/>
        </a:spcAft>
        <a:buSzPct val="115000"/>
        <a:buFontTx/>
        <a:buBlip>
          <a:blip r:embed="rId26"/>
        </a:buBlip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5000"/>
        <a:buFontTx/>
        <a:buBlip>
          <a:blip r:embed="rId26"/>
        </a:buBlip>
        <a:tabLst/>
        <a:defRPr sz="12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0000"/>
        <a:buFontTx/>
        <a:buBlip>
          <a:blip r:embed="rId26"/>
        </a:buBlip>
        <a:tabLst/>
        <a:defRPr sz="10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80000" indent="-180000" algn="l" defTabSz="914400" rtl="0" eaLnBrk="1" latinLnBrk="0" hangingPunct="1">
        <a:lnSpc>
          <a:spcPts val="1200"/>
        </a:lnSpc>
        <a:spcBef>
          <a:spcPts val="0"/>
        </a:spcBef>
        <a:spcAft>
          <a:spcPts val="650"/>
        </a:spcAft>
        <a:buSzPct val="120000"/>
        <a:buFontTx/>
        <a:buBlip>
          <a:blip r:embed="rId26"/>
        </a:buBlip>
        <a:tabLst/>
        <a:defRPr sz="1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180000" indent="-180000" algn="l" defTabSz="914400" rtl="0" eaLnBrk="1" latinLnBrk="0" hangingPunct="1">
        <a:lnSpc>
          <a:spcPts val="1000"/>
        </a:lnSpc>
        <a:spcBef>
          <a:spcPts val="0"/>
        </a:spcBef>
        <a:spcAft>
          <a:spcPts val="650"/>
        </a:spcAft>
        <a:buSzPct val="125000"/>
        <a:buFontTx/>
        <a:buBlip>
          <a:blip r:embed="rId26"/>
        </a:buBlip>
        <a:tabLst/>
        <a:defRPr sz="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78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349374" y="1138012"/>
            <a:ext cx="9491663" cy="6876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1350676" y="1944209"/>
            <a:ext cx="9490362" cy="42327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4" name="Graphic 31">
            <a:extLst>
              <a:ext uri="{FF2B5EF4-FFF2-40B4-BE49-F238E27FC236}">
                <a16:creationId xmlns:a16="http://schemas.microsoft.com/office/drawing/2014/main" id="{4DA8F496-1848-4375-BD96-37C7C2C8E927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7A34765-C083-4AF8-9D73-1E6C4EA3B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6675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  <p:sldLayoutId id="2147483876" r:id="rId17"/>
    <p:sldLayoutId id="2147483877" r:id="rId18"/>
    <p:sldLayoutId id="2147483878" r:id="rId19"/>
    <p:sldLayoutId id="2147483879" r:id="rId20"/>
    <p:sldLayoutId id="2147483868" r:id="rId21"/>
    <p:sldLayoutId id="2147483869" r:id="rId22"/>
    <p:sldLayoutId id="2147483870" r:id="rId23"/>
    <p:sldLayoutId id="2147483872" r:id="rId24"/>
    <p:sldLayoutId id="2147483873" r:id="rId25"/>
    <p:sldLayoutId id="2147483874" r:id="rId26"/>
    <p:sldLayoutId id="2147483875" r:id="rId27"/>
    <p:sldLayoutId id="2147483880" r:id="rId28"/>
    <p:sldLayoutId id="2147483881" r:id="rId29"/>
    <p:sldLayoutId id="2147483882" r:id="rId30"/>
    <p:sldLayoutId id="2147483900" r:id="rId31"/>
    <p:sldLayoutId id="2147483896" r:id="rId32"/>
    <p:sldLayoutId id="2147483897" r:id="rId33"/>
    <p:sldLayoutId id="2147483898" r:id="rId34"/>
    <p:sldLayoutId id="2147483899" r:id="rId35"/>
    <p:sldLayoutId id="2147483883" r:id="rId36"/>
    <p:sldLayoutId id="2147483884" r:id="rId37"/>
    <p:sldLayoutId id="2147483885" r:id="rId38"/>
    <p:sldLayoutId id="2147483886" r:id="rId39"/>
    <p:sldLayoutId id="2147483888" r:id="rId40"/>
    <p:sldLayoutId id="2147483887" r:id="rId41"/>
    <p:sldLayoutId id="2147483889" r:id="rId42"/>
    <p:sldLayoutId id="2147483894" r:id="rId43"/>
    <p:sldLayoutId id="2147483908" r:id="rId44"/>
    <p:sldLayoutId id="2147483909" r:id="rId45"/>
    <p:sldLayoutId id="2147483910" r:id="rId46"/>
    <p:sldLayoutId id="2147483911" r:id="rId47"/>
    <p:sldLayoutId id="2147483912" r:id="rId48"/>
    <p:sldLayoutId id="2147483913" r:id="rId49"/>
    <p:sldLayoutId id="2147483914" r:id="rId50"/>
    <p:sldLayoutId id="2147483915" r:id="rId51"/>
    <p:sldLayoutId id="2147483916" r:id="rId52"/>
    <p:sldLayoutId id="2147483917" r:id="rId53"/>
    <p:sldLayoutId id="2147483918" r:id="rId54"/>
    <p:sldLayoutId id="2147483919" r:id="rId55"/>
    <p:sldLayoutId id="2147483920" r:id="rId56"/>
  </p:sldLayoutIdLst>
  <p:hf hdr="0" ftr="0" dt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ts val="2200"/>
        </a:lnSpc>
        <a:spcBef>
          <a:spcPts val="0"/>
        </a:spcBef>
        <a:spcAft>
          <a:spcPts val="650"/>
        </a:spcAft>
        <a:buSzPct val="115000"/>
        <a:buFontTx/>
        <a:buBlip>
          <a:blip r:embed="rId60"/>
        </a:buBlip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5000"/>
        <a:buFontTx/>
        <a:buBlip>
          <a:blip r:embed="rId60"/>
        </a:buBlip>
        <a:tabLst/>
        <a:defRPr sz="12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0000"/>
        <a:buFontTx/>
        <a:buBlip>
          <a:blip r:embed="rId60"/>
        </a:buBlip>
        <a:tabLst/>
        <a:defRPr sz="10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80000" indent="-180000" algn="l" defTabSz="914400" rtl="0" eaLnBrk="1" latinLnBrk="0" hangingPunct="1">
        <a:lnSpc>
          <a:spcPts val="1200"/>
        </a:lnSpc>
        <a:spcBef>
          <a:spcPts val="0"/>
        </a:spcBef>
        <a:spcAft>
          <a:spcPts val="650"/>
        </a:spcAft>
        <a:buSzPct val="120000"/>
        <a:buFontTx/>
        <a:buBlip>
          <a:blip r:embed="rId60"/>
        </a:buBlip>
        <a:tabLst/>
        <a:defRPr sz="1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180000" indent="-180000" algn="l" defTabSz="914400" rtl="0" eaLnBrk="1" latinLnBrk="0" hangingPunct="1">
        <a:lnSpc>
          <a:spcPts val="1000"/>
        </a:lnSpc>
        <a:spcBef>
          <a:spcPts val="0"/>
        </a:spcBef>
        <a:spcAft>
          <a:spcPts val="650"/>
        </a:spcAft>
        <a:buSzPct val="125000"/>
        <a:buFontTx/>
        <a:buBlip>
          <a:blip r:embed="rId60"/>
        </a:buBlip>
        <a:tabLst/>
        <a:defRPr sz="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0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4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78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2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6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0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4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8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9DFF0C5-4C99-4CAF-9A83-22496076BB8D}"/>
              </a:ext>
            </a:extLst>
          </p:cNvPr>
          <p:cNvSpPr txBox="1">
            <a:spLocks/>
          </p:cNvSpPr>
          <p:nvPr userDrawn="1"/>
        </p:nvSpPr>
        <p:spPr>
          <a:xfrm>
            <a:off x="1125959" y="377825"/>
            <a:ext cx="9491663" cy="6876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Click to edit Master title style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 Black" panose="00000A00000000000000" pitchFamily="2" charset="0"/>
              <a:ea typeface="+mj-ea"/>
              <a:cs typeface="+mj-cs"/>
            </a:endParaRPr>
          </a:p>
        </p:txBody>
      </p:sp>
      <p:pic>
        <p:nvPicPr>
          <p:cNvPr id="8" name="Graphic 31">
            <a:extLst>
              <a:ext uri="{FF2B5EF4-FFF2-40B4-BE49-F238E27FC236}">
                <a16:creationId xmlns:a16="http://schemas.microsoft.com/office/drawing/2014/main" id="{15850D63-A695-4E54-9B50-1380DF3F2934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D5031B-6036-416C-A339-3FB0379D4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57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2" r:id="rId5"/>
    <p:sldLayoutId id="2147483733" r:id="rId6"/>
    <p:sldLayoutId id="2147483734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837" r:id="rId15"/>
    <p:sldLayoutId id="2147483838" r:id="rId16"/>
    <p:sldLayoutId id="2147483839" r:id="rId17"/>
    <p:sldLayoutId id="2147483840" r:id="rId18"/>
    <p:sldLayoutId id="2147483841" r:id="rId19"/>
    <p:sldLayoutId id="2147483842" r:id="rId20"/>
    <p:sldLayoutId id="2147483843" r:id="rId21"/>
    <p:sldLayoutId id="2147483844" r:id="rId22"/>
    <p:sldLayoutId id="2147483845" r:id="rId23"/>
    <p:sldLayoutId id="2147483901" r:id="rId24"/>
    <p:sldLayoutId id="2147483902" r:id="rId25"/>
    <p:sldLayoutId id="2147483903" r:id="rId26"/>
    <p:sldLayoutId id="2147483904" r:id="rId27"/>
    <p:sldLayoutId id="2147483905" r:id="rId28"/>
    <p:sldLayoutId id="2147483906" r:id="rId29"/>
    <p:sldLayoutId id="2147483907" r:id="rId30"/>
  </p:sldLayoutIdLst>
  <p:hf hdr="0" ftr="0" dt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ts val="2200"/>
        </a:lnSpc>
        <a:spcBef>
          <a:spcPts val="0"/>
        </a:spcBef>
        <a:spcAft>
          <a:spcPts val="650"/>
        </a:spcAft>
        <a:buSzPct val="115000"/>
        <a:buFontTx/>
        <a:buBlip>
          <a:blip r:embed="rId34"/>
        </a:buBlip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5000"/>
        <a:buFontTx/>
        <a:buBlip>
          <a:blip r:embed="rId34"/>
        </a:buBlip>
        <a:tabLst/>
        <a:defRPr sz="12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0000"/>
        <a:buFontTx/>
        <a:buBlip>
          <a:blip r:embed="rId34"/>
        </a:buBlip>
        <a:tabLst/>
        <a:defRPr sz="10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80000" indent="-180000" algn="l" defTabSz="914400" rtl="0" eaLnBrk="1" latinLnBrk="0" hangingPunct="1">
        <a:lnSpc>
          <a:spcPts val="1200"/>
        </a:lnSpc>
        <a:spcBef>
          <a:spcPts val="0"/>
        </a:spcBef>
        <a:spcAft>
          <a:spcPts val="650"/>
        </a:spcAft>
        <a:buSzPct val="120000"/>
        <a:buFontTx/>
        <a:buBlip>
          <a:blip r:embed="rId34"/>
        </a:buBlip>
        <a:tabLst/>
        <a:defRPr sz="1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180000" indent="-180000" algn="l" defTabSz="914400" rtl="0" eaLnBrk="1" latinLnBrk="0" hangingPunct="1">
        <a:lnSpc>
          <a:spcPts val="1000"/>
        </a:lnSpc>
        <a:spcBef>
          <a:spcPts val="0"/>
        </a:spcBef>
        <a:spcAft>
          <a:spcPts val="650"/>
        </a:spcAft>
        <a:buSzPct val="125000"/>
        <a:buFontTx/>
        <a:buBlip>
          <a:blip r:embed="rId34"/>
        </a:buBlip>
        <a:tabLst/>
        <a:defRPr sz="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0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4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78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2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6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0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4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8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89723-5238-BCCC-ACAB-BD5A98E5D0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Querying Databases Using Transact-SQL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3CB094-6F10-BBB3-4ECD-CAD64FD083DC}"/>
              </a:ext>
            </a:extLst>
          </p:cNvPr>
          <p:cNvSpPr txBox="1"/>
          <p:nvPr/>
        </p:nvSpPr>
        <p:spPr>
          <a:xfrm>
            <a:off x="10611059" y="6501284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/>
          </a:bodyPr>
          <a:lstStyle/>
          <a:p>
            <a:pPr algn="l"/>
            <a:r>
              <a:rPr lang="en-GB"/>
              <a:t>Version 1.5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9171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Introduction</a:t>
            </a:r>
            <a:endParaRPr lang="en-GB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1B2DE9-FBCC-B272-8D45-3599857BCA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rob.Menzies@qa.com</a:t>
            </a:r>
          </a:p>
          <a:p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5299" y="5768975"/>
            <a:ext cx="5627171" cy="7058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2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2"/>
              </a:buBlip>
              <a:tabLst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2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2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79210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Introductions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4785" y="4854575"/>
            <a:ext cx="6604609" cy="70961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Company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Role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Data querying experience (1-10)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Expectations for the course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9137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673F8B-9328-BA0C-8E03-EF9CB4AB4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3253961" cy="2431485"/>
          </a:xfrm>
        </p:spPr>
        <p:txBody>
          <a:bodyPr/>
          <a:lstStyle/>
          <a:p>
            <a:r>
              <a:rPr lang="en-GB" dirty="0"/>
              <a:t>Admin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3752769" y="1358900"/>
            <a:ext cx="6770687" cy="511968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Course timings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Breaks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Lunch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07159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AF2309-CE8E-8213-FD53-F5EB48F8F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371" y="1989055"/>
            <a:ext cx="3018291" cy="1850755"/>
          </a:xfrm>
        </p:spPr>
        <p:txBody>
          <a:bodyPr/>
          <a:lstStyle/>
          <a:p>
            <a:r>
              <a:rPr lang="en-GB" dirty="0"/>
              <a:t>Course 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3236912" y="1265036"/>
            <a:ext cx="5718175" cy="411833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Introduction to T-SQL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Retrieving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Filtering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Sorting returned rows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Grouping and aggregating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Using multiple tables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Common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Calling views and stored procedures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Table Expressions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Pivoting and Advanced Grouping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Transactions</a:t>
            </a:r>
            <a:r>
              <a:rPr lang="en-GB" b="1" dirty="0"/>
              <a:t> Quick Look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76927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34D263-0328-D355-999C-E3406B69F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1296" y="365137"/>
            <a:ext cx="5036528" cy="1023789"/>
          </a:xfrm>
        </p:spPr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2587359" y="2321068"/>
            <a:ext cx="4910465" cy="3062301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At the end of this course, you will be able to write a query that:</a:t>
            </a:r>
          </a:p>
          <a:p>
            <a:pPr lvl="1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filters unwanted data</a:t>
            </a:r>
          </a:p>
          <a:p>
            <a:pPr lvl="1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sorts the results</a:t>
            </a:r>
          </a:p>
          <a:p>
            <a:pPr lvl="1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retrieves data from more than one table</a:t>
            </a:r>
          </a:p>
          <a:p>
            <a:pPr lvl="1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uses built-in functions to calculate some values</a:t>
            </a:r>
          </a:p>
          <a:p>
            <a:pPr lvl="1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creates Views and Stored Procedures</a:t>
            </a:r>
          </a:p>
          <a:p>
            <a:pPr lvl="1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uses Table Expressions</a:t>
            </a:r>
          </a:p>
          <a:p>
            <a:pPr lvl="1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groups and totals values</a:t>
            </a:r>
          </a:p>
          <a:p>
            <a:pPr lvl="1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runs transactions</a:t>
            </a:r>
          </a:p>
          <a:p>
            <a:pPr marL="0" lvl="1" indent="0">
              <a:buSzPct val="115000"/>
              <a:buNone/>
            </a:pP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82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762F1B-E4E6-BE6E-C741-C09A95B79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6839" y="459951"/>
            <a:ext cx="4451166" cy="1862775"/>
          </a:xfrm>
        </p:spPr>
        <p:txBody>
          <a:bodyPr/>
          <a:lstStyle/>
          <a:p>
            <a:r>
              <a:rPr lang="en-GB" dirty="0"/>
              <a:t>Any 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1147681" y="3119653"/>
            <a:ext cx="5718175" cy="352122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The Golden Rule: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'There is no such thing as a stupid question'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'Even when asked by an instructor'</a:t>
            </a:r>
          </a:p>
          <a:p>
            <a:pPr lvl="1">
              <a:spcAft>
                <a:spcPts val="6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Please have a go at answering questions</a:t>
            </a:r>
          </a:p>
          <a:p>
            <a:pPr lvl="1">
              <a:spcAft>
                <a:spcPts val="650"/>
              </a:spcAft>
              <a:buSzPct val="115000"/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Also: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'A question never resides in a single mind'</a:t>
            </a:r>
          </a:p>
          <a:p>
            <a:pPr lvl="1">
              <a:spcAft>
                <a:spcPts val="6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By asking questions, you are helping everyone out!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2466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ndA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PT Template  -  Read-Only" id="{FE6F9314-FB1A-4308-9415-7E96F18464DB}" vid="{784FBE3F-1EB5-4B78-902F-FFB6209BBDDA}"/>
    </a:ext>
  </a:extLst>
</a:theme>
</file>

<file path=ppt/theme/theme2.xml><?xml version="1.0" encoding="utf-8"?>
<a:theme xmlns:a="http://schemas.openxmlformats.org/drawingml/2006/main" name="2_Office Them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ndA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PT Template  -  Read-Only" id="{FE6F9314-FB1A-4308-9415-7E96F18464DB}" vid="{655FDAEA-07BD-40A8-9536-EB653008393D}"/>
    </a:ext>
  </a:extLst>
</a:theme>
</file>

<file path=ppt/theme/theme3.xml><?xml version="1.0" encoding="utf-8"?>
<a:theme xmlns:a="http://schemas.openxmlformats.org/drawingml/2006/main" name="1_Office Them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ndA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PT Template  -  Read-Only" id="{FE6F9314-FB1A-4308-9415-7E96F18464DB}" vid="{40FC1162-964C-4C87-AECA-550FFE3793A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17C33DDE971642A3AD62E1BE8FB4A8" ma:contentTypeVersion="18" ma:contentTypeDescription="Create a new document." ma:contentTypeScope="" ma:versionID="e27b6b193086ccf2492fa4a1c3beb17a">
  <xsd:schema xmlns:xsd="http://www.w3.org/2001/XMLSchema" xmlns:xs="http://www.w3.org/2001/XMLSchema" xmlns:p="http://schemas.microsoft.com/office/2006/metadata/properties" xmlns:ns2="eb7c3fc1-ccd5-477b-94a4-7b6dc96a8d59" xmlns:ns3="9e706368-9a73-4dcc-9221-b8fc62424fbc" targetNamespace="http://schemas.microsoft.com/office/2006/metadata/properties" ma:root="true" ma:fieldsID="1cbe3fd12ddf180cd07389aecbb7c154" ns2:_="" ns3:_="">
    <xsd:import namespace="eb7c3fc1-ccd5-477b-94a4-7b6dc96a8d59"/>
    <xsd:import namespace="9e706368-9a73-4dcc-9221-b8fc62424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c3fc1-ccd5-477b-94a4-7b6dc96a8d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706368-9a73-4dcc-9221-b8fc62424fb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0d56f4e-fc78-4139-b8cb-10eb5f78ae8a}" ma:internalName="TaxCatchAll" ma:showField="CatchAllData" ma:web="9e706368-9a73-4dcc-9221-b8fc62424f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706368-9a73-4dcc-9221-b8fc62424fbc" xsi:nil="true"/>
    <lcf76f155ced4ddcb4097134ff3c332f xmlns="eb7c3fc1-ccd5-477b-94a4-7b6dc96a8d59">
      <Terms xmlns="http://schemas.microsoft.com/office/infopath/2007/PartnerControls"/>
    </lcf76f155ced4ddcb4097134ff3c332f>
    <SharedWithUsers xmlns="9e706368-9a73-4dcc-9221-b8fc62424fbc">
      <UserInfo>
        <DisplayName/>
        <AccountId xsi:nil="true"/>
        <AccountType/>
      </UserInfo>
    </SharedWithUsers>
    <MediaLengthInSeconds xmlns="eb7c3fc1-ccd5-477b-94a4-7b6dc96a8d59" xsi:nil="true"/>
  </documentManagement>
</p:properties>
</file>

<file path=customXml/itemProps1.xml><?xml version="1.0" encoding="utf-8"?>
<ds:datastoreItem xmlns:ds="http://schemas.openxmlformats.org/officeDocument/2006/customXml" ds:itemID="{1E30C460-91BC-4486-927B-7DEF61217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C87E64-3205-473C-88E8-81DD8BFBB5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7c3fc1-ccd5-477b-94a4-7b6dc96a8d59"/>
    <ds:schemaRef ds:uri="9e706368-9a73-4dcc-9221-b8fc62424f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C0D1A9-62D4-4D38-98A5-BE95FE2B3BF6}">
  <ds:schemaRefs>
    <ds:schemaRef ds:uri="http://purl.org/dc/elements/1.1/"/>
    <ds:schemaRef ds:uri="http://schemas.microsoft.com/office/2006/metadata/properties"/>
    <ds:schemaRef ds:uri="http://purl.org/dc/terms/"/>
    <ds:schemaRef ds:uri="98F23120-B9C0-4326-80F1-742994D56820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  <ds:schemaRef ds:uri="ae7a5ef5-f60e-4918-a47e-25aad02606cf"/>
    <ds:schemaRef ds:uri="35c74202-6262-43ee-80e5-eb97de261190"/>
    <ds:schemaRef ds:uri="9e706368-9a73-4dcc-9221-b8fc62424fbc"/>
    <ds:schemaRef ds:uri="eb7c3fc1-ccd5-477b-94a4-7b6dc96a8d5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 PPT Template</Template>
  <TotalTime>15</TotalTime>
  <Words>174</Words>
  <Application>Microsoft Office PowerPoint</Application>
  <PresentationFormat>Widescreen</PresentationFormat>
  <Paragraphs>48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Krana Fat B</vt:lpstr>
      <vt:lpstr>Montserrat</vt:lpstr>
      <vt:lpstr>Montserrat Black</vt:lpstr>
      <vt:lpstr>Office Theme</vt:lpstr>
      <vt:lpstr>2_Office Theme</vt:lpstr>
      <vt:lpstr>1_Office Theme</vt:lpstr>
      <vt:lpstr>Querying Databases Using Transact-SQL</vt:lpstr>
      <vt:lpstr>Introduction</vt:lpstr>
      <vt:lpstr>Introductions</vt:lpstr>
      <vt:lpstr>Admin</vt:lpstr>
      <vt:lpstr>Course outline</vt:lpstr>
      <vt:lpstr>Objectives</vt:lpstr>
      <vt:lpstr>Any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Querying Databases Using Transact-SQL</dc:title>
  <dc:subject/>
  <dc:creator>Lee, Peter</dc:creator>
  <cp:keywords/>
  <dc:description/>
  <cp:lastModifiedBy>Beardsley, Paul</cp:lastModifiedBy>
  <cp:revision>8</cp:revision>
  <cp:lastPrinted>2021-06-30T10:37:00Z</cp:lastPrinted>
  <dcterms:created xsi:type="dcterms:W3CDTF">2023-03-20T10:42:10Z</dcterms:created>
  <dcterms:modified xsi:type="dcterms:W3CDTF">2025-03-17T16:51:06Z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0x010100A117C33DDE971642A3AD62E1BE8FB4A8</vt:lpwstr>
  </property>
  <property fmtid="{D5CDD505-2E9C-101B-9397-08002B2CF9AE}" pid="3" name="BookType">
    <vt:lpwstr>10</vt:lpwstr>
  </property>
  <property fmtid="{D5CDD505-2E9C-101B-9397-08002B2CF9AE}" pid="4" name="Order">
    <vt:r8>26363000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  <property fmtid="{D5CDD505-2E9C-101B-9397-08002B2CF9AE}" pid="13" name="MediaServiceImageTags">
    <vt:lpwstr/>
  </property>
</Properties>
</file>